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9"/>
  </p:notesMasterIdLst>
  <p:sldIdLst>
    <p:sldId id="256" r:id="rId2"/>
    <p:sldId id="258" r:id="rId3"/>
    <p:sldId id="305" r:id="rId4"/>
    <p:sldId id="261" r:id="rId5"/>
    <p:sldId id="306" r:id="rId6"/>
    <p:sldId id="307" r:id="rId7"/>
    <p:sldId id="262" r:id="rId8"/>
    <p:sldId id="275" r:id="rId9"/>
    <p:sldId id="265" r:id="rId10"/>
    <p:sldId id="308" r:id="rId11"/>
    <p:sldId id="273" r:id="rId12"/>
    <p:sldId id="278" r:id="rId13"/>
    <p:sldId id="272" r:id="rId14"/>
    <p:sldId id="310" r:id="rId15"/>
    <p:sldId id="270" r:id="rId16"/>
    <p:sldId id="277" r:id="rId17"/>
    <p:sldId id="284" r:id="rId18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20"/>
      <p:bold r:id="rId21"/>
      <p:italic r:id="rId22"/>
      <p:boldItalic r:id="rId23"/>
    </p:embeddedFont>
    <p:embeddedFont>
      <p:font typeface="Barlow Semi Condensed Light" panose="00000406000000000000" pitchFamily="2" charset="0"/>
      <p:regular r:id="rId24"/>
      <p:bold r:id="rId25"/>
      <p:italic r:id="rId26"/>
      <p:boldItalic r:id="rId27"/>
    </p:embeddedFont>
    <p:embeddedFont>
      <p:font typeface="Barlow Semi Condensed Medium" panose="00000606000000000000" pitchFamily="2" charset="0"/>
      <p:regular r:id="rId28"/>
      <p:bold r:id="rId29"/>
      <p:italic r:id="rId30"/>
      <p:boldItalic r:id="rId31"/>
    </p:embeddedFont>
    <p:embeddedFont>
      <p:font typeface="Fjalla One" panose="02000506040000020004" pitchFamily="2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van Hristov" initials="IH" lastIdx="1" clrIdx="0">
    <p:extLst>
      <p:ext uri="{19B8F6BF-5375-455C-9EA6-DF929625EA0E}">
        <p15:presenceInfo xmlns:p15="http://schemas.microsoft.com/office/powerpoint/2012/main" userId="808c05cea157744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8E616E-ACD8-4D48-B70A-6F84906FABA7}">
  <a:tblStyle styleId="{388E616E-ACD8-4D48-B70A-6F84906FAB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8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0846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8106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256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g8714a43093_3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8" name="Google Shape;3158;g8714a43093_3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4138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8714a43093_1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2" name="Google Shape;2972;g8714a43093_1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8714a43093_3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8714a43093_3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g8714a43093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6" name="Google Shape;2736;g8714a43093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85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8714a43093_3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9" name="Google Shape;3189;g8714a43093_3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g8714a43093_5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3" name="Google Shape;3603;g8714a43093_5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3" name="Google Shape;1133;p22"/>
          <p:cNvSpPr txBox="1">
            <a:spLocks noGrp="1"/>
          </p:cNvSpPr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5" name="Google Shape;1135;p22"/>
          <p:cNvSpPr txBox="1">
            <a:spLocks noGrp="1"/>
          </p:cNvSpPr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6" name="Google Shape;1136;p22"/>
          <p:cNvSpPr txBox="1">
            <a:spLocks noGrp="1"/>
          </p:cNvSpPr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7" name="Google Shape;1137;p22"/>
          <p:cNvSpPr txBox="1">
            <a:spLocks noGrp="1"/>
          </p:cNvSpPr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8" name="Google Shape;1138;p22"/>
          <p:cNvSpPr txBox="1">
            <a:spLocks noGrp="1"/>
          </p:cNvSpPr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5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8" r:id="rId14"/>
    <p:sldLayoutId id="2147483673" r:id="rId15"/>
    <p:sldLayoutId id="2147483674" r:id="rId16"/>
    <p:sldLayoutId id="2147483675" r:id="rId17"/>
    <p:sldLayoutId id="214748367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ОНЛАЙН ПЛАТФОРМА ЗА РЕЗЕРВАЦИИ В ЗАВЕДЕНИЕ</a:t>
            </a:r>
            <a:endParaRPr lang="en-US" sz="28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2300" dirty="0">
                <a:solidFill>
                  <a:schemeClr val="accent1"/>
                </a:solidFill>
              </a:rPr>
              <a:t>Иван Христов - 18114</a:t>
            </a: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C2C4AE-B0E9-EDD9-9CA7-386E4AC68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18" y="96381"/>
            <a:ext cx="887412" cy="742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Съдържание</a:t>
            </a:r>
            <a:endParaRPr dirty="0"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/>
              <a:t>Как и защо ми хрумна идеята за този проект.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Защо това?</a:t>
            </a:r>
            <a:endParaRPr dirty="0"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664208" y="1426441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Технологиите</a:t>
            </a:r>
            <a:endParaRPr dirty="0"/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672211" y="1691859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/>
              <a:t>Как и защо съм избрал и използвал дадените технологии.</a:t>
            </a:r>
            <a:endParaRPr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В действие</a:t>
            </a:r>
            <a:endParaRPr dirty="0"/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664207" y="2871216"/>
            <a:ext cx="2780201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/>
              <a:t>Как работи уебсайта и неговата основа.</a:t>
            </a:r>
            <a:endParaRPr dirty="0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chemeClr val="accent1"/>
                </a:solidFill>
              </a:rPr>
              <a:t>Подобрения</a:t>
            </a:r>
            <a:endParaRPr dirty="0"/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/>
              <a:t>Бъдещите подобрения в уебсайта.</a:t>
            </a:r>
            <a:endParaRPr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4400" dirty="0"/>
              <a:t>Защо това?</a:t>
            </a: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41774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3" name="Google Shape;2183;p40"/>
          <p:cNvGrpSpPr/>
          <p:nvPr/>
        </p:nvGrpSpPr>
        <p:grpSpPr>
          <a:xfrm>
            <a:off x="1819024" y="3893816"/>
            <a:ext cx="175013" cy="27000"/>
            <a:chOff x="5662375" y="212375"/>
            <a:chExt cx="175013" cy="27000"/>
          </a:xfrm>
        </p:grpSpPr>
        <p:sp>
          <p:nvSpPr>
            <p:cNvPr id="2184" name="Google Shape;2184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5" name="Google Shape;2185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6" name="Google Shape;2186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87" name="Google Shape;2187;p40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2188" name="Google Shape;2188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9" name="Google Shape;2189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0" name="Google Shape;2190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91" name="Google Shape;2191;p40"/>
          <p:cNvGrpSpPr/>
          <p:nvPr/>
        </p:nvGrpSpPr>
        <p:grpSpPr>
          <a:xfrm>
            <a:off x="7188535" y="4354354"/>
            <a:ext cx="175013" cy="27000"/>
            <a:chOff x="5662375" y="212375"/>
            <a:chExt cx="175013" cy="27000"/>
          </a:xfrm>
        </p:grpSpPr>
        <p:sp>
          <p:nvSpPr>
            <p:cNvPr id="2192" name="Google Shape;2192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3" name="Google Shape;2193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4" name="Google Shape;2194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196" name="Google Shape;2196;p40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accent1"/>
                </a:solidFill>
              </a:rPr>
              <a:t>Лесно</a:t>
            </a:r>
            <a:endParaRPr dirty="0"/>
          </a:p>
        </p:txBody>
      </p:sp>
      <p:sp>
        <p:nvSpPr>
          <p:cNvPr id="2197" name="Google Shape;2197;p40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accent1"/>
                </a:solidFill>
              </a:rPr>
              <a:t>Бързо</a:t>
            </a:r>
            <a:endParaRPr dirty="0"/>
          </a:p>
        </p:txBody>
      </p:sp>
      <p:sp>
        <p:nvSpPr>
          <p:cNvPr id="2198" name="Google Shape;2198;p40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accent1"/>
                </a:solidFill>
              </a:rPr>
              <a:t>Безгрешно</a:t>
            </a:r>
            <a:endParaRPr dirty="0"/>
          </a:p>
        </p:txBody>
      </p:sp>
      <p:sp>
        <p:nvSpPr>
          <p:cNvPr id="2199" name="Google Shape;2199;p40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Интуитивно меню и </a:t>
            </a:r>
            <a:r>
              <a:rPr lang="bg-BG" dirty="0"/>
              <a:t>о</a:t>
            </a:r>
            <a:r>
              <a:rPr lang="bg-BG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простен дизайн.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00" name="Google Shape;2200;p40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Запазването на място става само за 2 минути.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01" name="Google Shape;2201;p40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825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Намаляват се грешките, спрямо резервирането по телефон.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202" name="Google Shape;2202;p40"/>
          <p:cNvGrpSpPr/>
          <p:nvPr/>
        </p:nvGrpSpPr>
        <p:grpSpPr>
          <a:xfrm>
            <a:off x="1696099" y="1908349"/>
            <a:ext cx="420796" cy="370732"/>
            <a:chOff x="-3137650" y="2067900"/>
            <a:chExt cx="291450" cy="256775"/>
          </a:xfrm>
        </p:grpSpPr>
        <p:sp>
          <p:nvSpPr>
            <p:cNvPr id="2203" name="Google Shape;2203;p40"/>
            <p:cNvSpPr/>
            <p:nvPr/>
          </p:nvSpPr>
          <p:spPr>
            <a:xfrm>
              <a:off x="-3137650" y="2067900"/>
              <a:ext cx="291450" cy="187475"/>
            </a:xfrm>
            <a:custGeom>
              <a:avLst/>
              <a:gdLst/>
              <a:ahLst/>
              <a:cxnLst/>
              <a:rect l="l" t="t" r="r" b="b"/>
              <a:pathLst>
                <a:path w="11658" h="7499" extrusionOk="0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04" name="Google Shape;2204;p40"/>
            <p:cNvSpPr/>
            <p:nvPr/>
          </p:nvSpPr>
          <p:spPr>
            <a:xfrm>
              <a:off x="-3137650" y="2273475"/>
              <a:ext cx="291450" cy="51200"/>
            </a:xfrm>
            <a:custGeom>
              <a:avLst/>
              <a:gdLst/>
              <a:ahLst/>
              <a:cxnLst/>
              <a:rect l="l" t="t" r="r" b="b"/>
              <a:pathLst>
                <a:path w="11658" h="2048" extrusionOk="0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05" name="Google Shape;2205;p40"/>
            <p:cNvSpPr/>
            <p:nvPr/>
          </p:nvSpPr>
          <p:spPr>
            <a:xfrm>
              <a:off x="-3035250" y="2103000"/>
              <a:ext cx="104000" cy="118500"/>
            </a:xfrm>
            <a:custGeom>
              <a:avLst/>
              <a:gdLst/>
              <a:ahLst/>
              <a:cxnLst/>
              <a:rect l="l" t="t" r="r" b="b"/>
              <a:pathLst>
                <a:path w="4160" h="4740" extrusionOk="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</p:grpSp>
      <p:grpSp>
        <p:nvGrpSpPr>
          <p:cNvPr id="2206" name="Google Shape;2206;p40"/>
          <p:cNvGrpSpPr/>
          <p:nvPr/>
        </p:nvGrpSpPr>
        <p:grpSpPr>
          <a:xfrm>
            <a:off x="4361602" y="1908360"/>
            <a:ext cx="420796" cy="421770"/>
            <a:chOff x="-3137650" y="2408950"/>
            <a:chExt cx="291450" cy="292125"/>
          </a:xfrm>
        </p:grpSpPr>
        <p:sp>
          <p:nvSpPr>
            <p:cNvPr id="2207" name="Google Shape;2207;p40"/>
            <p:cNvSpPr/>
            <p:nvPr/>
          </p:nvSpPr>
          <p:spPr>
            <a:xfrm>
              <a:off x="-3137650" y="2408950"/>
              <a:ext cx="291450" cy="292125"/>
            </a:xfrm>
            <a:custGeom>
              <a:avLst/>
              <a:gdLst/>
              <a:ahLst/>
              <a:cxnLst/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08" name="Google Shape;2208;p40"/>
            <p:cNvSpPr/>
            <p:nvPr/>
          </p:nvSpPr>
          <p:spPr>
            <a:xfrm>
              <a:off x="-3104575" y="24428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09" name="Google Shape;2209;p40"/>
            <p:cNvSpPr/>
            <p:nvPr/>
          </p:nvSpPr>
          <p:spPr>
            <a:xfrm>
              <a:off x="-306990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0" name="Google Shape;2210;p40"/>
            <p:cNvSpPr/>
            <p:nvPr/>
          </p:nvSpPr>
          <p:spPr>
            <a:xfrm>
              <a:off x="-303525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-3002175" y="2442800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</p:grpSp>
      <p:grpSp>
        <p:nvGrpSpPr>
          <p:cNvPr id="2212" name="Google Shape;2212;p40"/>
          <p:cNvGrpSpPr/>
          <p:nvPr/>
        </p:nvGrpSpPr>
        <p:grpSpPr>
          <a:xfrm>
            <a:off x="7027102" y="1909371"/>
            <a:ext cx="421914" cy="420759"/>
            <a:chOff x="-2571737" y="2403625"/>
            <a:chExt cx="292225" cy="291425"/>
          </a:xfrm>
        </p:grpSpPr>
        <p:sp>
          <p:nvSpPr>
            <p:cNvPr id="2213" name="Google Shape;2213;p40"/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 rot="11002687">
            <a:off x="6438899" y="-804600"/>
            <a:ext cx="3838575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4400" dirty="0"/>
              <a:t>Технологиите</a:t>
            </a: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 rot="16708307">
            <a:off x="-2219325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005349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752724" y="2231088"/>
            <a:ext cx="3838575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4400" dirty="0"/>
              <a:t>Технологиите</a:t>
            </a: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4052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41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HTML/CSS</a:t>
            </a:r>
            <a:endParaRPr dirty="0"/>
          </a:p>
        </p:txBody>
      </p:sp>
      <p:sp>
        <p:nvSpPr>
          <p:cNvPr id="2226" name="Google Shape;2226;p41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Bootstrap </a:t>
            </a:r>
            <a:r>
              <a:rPr lang="bg-BG" sz="16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рамка за реализация на дизайна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27" name="Google Shape;2227;p41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PHP</a:t>
            </a:r>
            <a:endParaRPr dirty="0"/>
          </a:p>
        </p:txBody>
      </p:sp>
      <p:sp>
        <p:nvSpPr>
          <p:cNvPr id="2228" name="Google Shape;2228;p41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Връзката с базата данни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29" name="Google Shape;2229;p41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SQL</a:t>
            </a:r>
            <a:endParaRPr dirty="0"/>
          </a:p>
        </p:txBody>
      </p:sp>
      <p:sp>
        <p:nvSpPr>
          <p:cNvPr id="2230" name="Google Shape;2230;p41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Създаването и управлението на базата данни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31" name="Google Shape;2231;p41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JavaScript</a:t>
            </a:r>
            <a:endParaRPr dirty="0"/>
          </a:p>
        </p:txBody>
      </p:sp>
      <p:sp>
        <p:nvSpPr>
          <p:cNvPr id="2232" name="Google Shape;2232;p41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Изобразяване на елементи и анимации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33" name="Google Shape;2233;p41"/>
          <p:cNvSpPr txBox="1"/>
          <p:nvPr/>
        </p:nvSpPr>
        <p:spPr>
          <a:xfrm>
            <a:off x="512064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4" name="Google Shape;2234;p41"/>
          <p:cNvSpPr txBox="1"/>
          <p:nvPr/>
        </p:nvSpPr>
        <p:spPr>
          <a:xfrm>
            <a:off x="1623369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5" name="Google Shape;2235;p41"/>
          <p:cNvSpPr txBox="1"/>
          <p:nvPr/>
        </p:nvSpPr>
        <p:spPr>
          <a:xfrm>
            <a:off x="5263298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04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6" name="Google Shape;2236;p41"/>
          <p:cNvSpPr txBox="1"/>
          <p:nvPr/>
        </p:nvSpPr>
        <p:spPr>
          <a:xfrm>
            <a:off x="4268116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0" name="Google Shape;3160;p54"/>
          <p:cNvSpPr txBox="1">
            <a:spLocks noGrp="1"/>
          </p:cNvSpPr>
          <p:nvPr>
            <p:ph type="subTitle" idx="4"/>
          </p:nvPr>
        </p:nvSpPr>
        <p:spPr>
          <a:xfrm>
            <a:off x="4785663" y="3099562"/>
            <a:ext cx="20385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Лесно навигиране през кода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61" name="Google Shape;3161;p54"/>
          <p:cNvSpPr txBox="1">
            <a:spLocks noGrp="1"/>
          </p:cNvSpPr>
          <p:nvPr>
            <p:ph type="title"/>
          </p:nvPr>
        </p:nvSpPr>
        <p:spPr>
          <a:xfrm>
            <a:off x="2208175" y="338323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Среди за разработка</a:t>
            </a:r>
            <a:endParaRPr dirty="0"/>
          </a:p>
        </p:txBody>
      </p:sp>
      <p:sp>
        <p:nvSpPr>
          <p:cNvPr id="3162" name="Google Shape;3162;p54"/>
          <p:cNvSpPr txBox="1">
            <a:spLocks noGrp="1"/>
          </p:cNvSpPr>
          <p:nvPr>
            <p:ph type="subTitle" idx="1"/>
          </p:nvPr>
        </p:nvSpPr>
        <p:spPr>
          <a:xfrm>
            <a:off x="4785713" y="2755862"/>
            <a:ext cx="20385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VSC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163" name="Google Shape;3163;p54"/>
          <p:cNvSpPr txBox="1">
            <a:spLocks noGrp="1"/>
          </p:cNvSpPr>
          <p:nvPr>
            <p:ph type="subTitle" idx="2"/>
          </p:nvPr>
        </p:nvSpPr>
        <p:spPr>
          <a:xfrm>
            <a:off x="3014051" y="1634865"/>
            <a:ext cx="18654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PhpStorm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164" name="Google Shape;3164;p54"/>
          <p:cNvSpPr txBox="1">
            <a:spLocks noGrp="1"/>
          </p:cNvSpPr>
          <p:nvPr>
            <p:ph type="subTitle" idx="3"/>
          </p:nvPr>
        </p:nvSpPr>
        <p:spPr>
          <a:xfrm>
            <a:off x="1285164" y="2256318"/>
            <a:ext cx="18654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XAMPP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165" name="Google Shape;3165;p54"/>
          <p:cNvSpPr/>
          <p:nvPr/>
        </p:nvSpPr>
        <p:spPr>
          <a:xfrm>
            <a:off x="3145614" y="2765700"/>
            <a:ext cx="1602300" cy="23778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54"/>
          <p:cNvSpPr/>
          <p:nvPr/>
        </p:nvSpPr>
        <p:spPr>
          <a:xfrm>
            <a:off x="5006038" y="3886687"/>
            <a:ext cx="1602300" cy="1270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54"/>
          <p:cNvSpPr/>
          <p:nvPr/>
        </p:nvSpPr>
        <p:spPr>
          <a:xfrm>
            <a:off x="1414488" y="3386400"/>
            <a:ext cx="1602300" cy="17571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68" name="Google Shape;3168;p54"/>
          <p:cNvGrpSpPr/>
          <p:nvPr/>
        </p:nvGrpSpPr>
        <p:grpSpPr>
          <a:xfrm>
            <a:off x="2027844" y="1848348"/>
            <a:ext cx="375591" cy="374060"/>
            <a:chOff x="-42062025" y="2316000"/>
            <a:chExt cx="319000" cy="317700"/>
          </a:xfrm>
        </p:grpSpPr>
        <p:sp>
          <p:nvSpPr>
            <p:cNvPr id="3169" name="Google Shape;3169;p54"/>
            <p:cNvSpPr/>
            <p:nvPr/>
          </p:nvSpPr>
          <p:spPr>
            <a:xfrm>
              <a:off x="-41965150" y="2477075"/>
              <a:ext cx="124475" cy="112675"/>
            </a:xfrm>
            <a:custGeom>
              <a:avLst/>
              <a:gdLst/>
              <a:ahLst/>
              <a:cxnLst/>
              <a:rect l="l" t="t" r="r" b="b"/>
              <a:pathLst>
                <a:path w="4979" h="4507" extrusionOk="0">
                  <a:moveTo>
                    <a:pt x="2521" y="1371"/>
                  </a:moveTo>
                  <a:lnTo>
                    <a:pt x="2773" y="1812"/>
                  </a:lnTo>
                  <a:cubicBezTo>
                    <a:pt x="2836" y="1938"/>
                    <a:pt x="2931" y="2001"/>
                    <a:pt x="3088" y="2064"/>
                  </a:cubicBezTo>
                  <a:lnTo>
                    <a:pt x="3592" y="2127"/>
                  </a:lnTo>
                  <a:lnTo>
                    <a:pt x="3151" y="2473"/>
                  </a:lnTo>
                  <a:cubicBezTo>
                    <a:pt x="3088" y="2568"/>
                    <a:pt x="2994" y="2725"/>
                    <a:pt x="3057" y="2851"/>
                  </a:cubicBezTo>
                  <a:lnTo>
                    <a:pt x="3120" y="3355"/>
                  </a:lnTo>
                  <a:lnTo>
                    <a:pt x="2679" y="3103"/>
                  </a:lnTo>
                  <a:cubicBezTo>
                    <a:pt x="2631" y="3072"/>
                    <a:pt x="2568" y="3056"/>
                    <a:pt x="2501" y="3056"/>
                  </a:cubicBezTo>
                  <a:cubicBezTo>
                    <a:pt x="2434" y="3056"/>
                    <a:pt x="2364" y="3072"/>
                    <a:pt x="2301" y="3103"/>
                  </a:cubicBezTo>
                  <a:lnTo>
                    <a:pt x="1860" y="3355"/>
                  </a:lnTo>
                  <a:lnTo>
                    <a:pt x="1954" y="2851"/>
                  </a:lnTo>
                  <a:cubicBezTo>
                    <a:pt x="1986" y="2725"/>
                    <a:pt x="1891" y="2568"/>
                    <a:pt x="1828" y="2473"/>
                  </a:cubicBezTo>
                  <a:lnTo>
                    <a:pt x="1481" y="2127"/>
                  </a:lnTo>
                  <a:lnTo>
                    <a:pt x="1986" y="2064"/>
                  </a:lnTo>
                  <a:cubicBezTo>
                    <a:pt x="2112" y="2064"/>
                    <a:pt x="2206" y="1938"/>
                    <a:pt x="2301" y="1812"/>
                  </a:cubicBezTo>
                  <a:lnTo>
                    <a:pt x="2521" y="1371"/>
                  </a:lnTo>
                  <a:close/>
                  <a:moveTo>
                    <a:pt x="2474" y="0"/>
                  </a:moveTo>
                  <a:cubicBezTo>
                    <a:pt x="2332" y="0"/>
                    <a:pt x="2190" y="79"/>
                    <a:pt x="2112" y="236"/>
                  </a:cubicBezTo>
                  <a:lnTo>
                    <a:pt x="1576" y="1276"/>
                  </a:lnTo>
                  <a:lnTo>
                    <a:pt x="473" y="1434"/>
                  </a:lnTo>
                  <a:cubicBezTo>
                    <a:pt x="127" y="1465"/>
                    <a:pt x="1" y="1906"/>
                    <a:pt x="253" y="2127"/>
                  </a:cubicBezTo>
                  <a:lnTo>
                    <a:pt x="1040" y="2914"/>
                  </a:lnTo>
                  <a:lnTo>
                    <a:pt x="851" y="4017"/>
                  </a:lnTo>
                  <a:cubicBezTo>
                    <a:pt x="802" y="4291"/>
                    <a:pt x="1028" y="4506"/>
                    <a:pt x="1249" y="4506"/>
                  </a:cubicBezTo>
                  <a:cubicBezTo>
                    <a:pt x="1308" y="4506"/>
                    <a:pt x="1366" y="4491"/>
                    <a:pt x="1418" y="4458"/>
                  </a:cubicBezTo>
                  <a:lnTo>
                    <a:pt x="2427" y="3954"/>
                  </a:lnTo>
                  <a:lnTo>
                    <a:pt x="3403" y="4458"/>
                  </a:lnTo>
                  <a:cubicBezTo>
                    <a:pt x="3465" y="4489"/>
                    <a:pt x="3528" y="4503"/>
                    <a:pt x="3589" y="4503"/>
                  </a:cubicBezTo>
                  <a:cubicBezTo>
                    <a:pt x="3839" y="4503"/>
                    <a:pt x="4052" y="4270"/>
                    <a:pt x="4002" y="4017"/>
                  </a:cubicBezTo>
                  <a:lnTo>
                    <a:pt x="3781" y="2914"/>
                  </a:lnTo>
                  <a:lnTo>
                    <a:pt x="4569" y="2127"/>
                  </a:lnTo>
                  <a:cubicBezTo>
                    <a:pt x="4978" y="1906"/>
                    <a:pt x="4821" y="1465"/>
                    <a:pt x="4474" y="1434"/>
                  </a:cubicBezTo>
                  <a:lnTo>
                    <a:pt x="3372" y="1276"/>
                  </a:lnTo>
                  <a:lnTo>
                    <a:pt x="2836" y="236"/>
                  </a:lnTo>
                  <a:cubicBezTo>
                    <a:pt x="2757" y="79"/>
                    <a:pt x="2616" y="0"/>
                    <a:pt x="2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54"/>
            <p:cNvSpPr/>
            <p:nvPr/>
          </p:nvSpPr>
          <p:spPr>
            <a:xfrm>
              <a:off x="-42062025" y="2316000"/>
              <a:ext cx="319000" cy="317700"/>
            </a:xfrm>
            <a:custGeom>
              <a:avLst/>
              <a:gdLst/>
              <a:ahLst/>
              <a:cxnLst/>
              <a:rect l="l" t="t" r="r" b="b"/>
              <a:pathLst>
                <a:path w="12760" h="12708" extrusionOk="0">
                  <a:moveTo>
                    <a:pt x="9610" y="851"/>
                  </a:moveTo>
                  <a:lnTo>
                    <a:pt x="8129" y="2615"/>
                  </a:lnTo>
                  <a:cubicBezTo>
                    <a:pt x="8097" y="2584"/>
                    <a:pt x="8034" y="2584"/>
                    <a:pt x="7940" y="2584"/>
                  </a:cubicBezTo>
                  <a:lnTo>
                    <a:pt x="4821" y="2584"/>
                  </a:lnTo>
                  <a:cubicBezTo>
                    <a:pt x="4758" y="2584"/>
                    <a:pt x="4726" y="2584"/>
                    <a:pt x="4632" y="2615"/>
                  </a:cubicBezTo>
                  <a:lnTo>
                    <a:pt x="3183" y="851"/>
                  </a:lnTo>
                  <a:close/>
                  <a:moveTo>
                    <a:pt x="7530" y="3371"/>
                  </a:moveTo>
                  <a:lnTo>
                    <a:pt x="6396" y="4726"/>
                  </a:lnTo>
                  <a:lnTo>
                    <a:pt x="5293" y="3371"/>
                  </a:lnTo>
                  <a:close/>
                  <a:moveTo>
                    <a:pt x="10555" y="1009"/>
                  </a:moveTo>
                  <a:lnTo>
                    <a:pt x="11783" y="2237"/>
                  </a:lnTo>
                  <a:lnTo>
                    <a:pt x="8759" y="5923"/>
                  </a:lnTo>
                  <a:cubicBezTo>
                    <a:pt x="8255" y="5545"/>
                    <a:pt x="7719" y="5262"/>
                    <a:pt x="7121" y="5136"/>
                  </a:cubicBezTo>
                  <a:lnTo>
                    <a:pt x="10555" y="1009"/>
                  </a:lnTo>
                  <a:close/>
                  <a:moveTo>
                    <a:pt x="2269" y="1040"/>
                  </a:moveTo>
                  <a:lnTo>
                    <a:pt x="5703" y="5199"/>
                  </a:lnTo>
                  <a:cubicBezTo>
                    <a:pt x="5104" y="5293"/>
                    <a:pt x="4506" y="5545"/>
                    <a:pt x="4033" y="5986"/>
                  </a:cubicBezTo>
                  <a:cubicBezTo>
                    <a:pt x="3214" y="4947"/>
                    <a:pt x="1040" y="2269"/>
                    <a:pt x="1040" y="2269"/>
                  </a:cubicBezTo>
                  <a:lnTo>
                    <a:pt x="2269" y="1040"/>
                  </a:lnTo>
                  <a:close/>
                  <a:moveTo>
                    <a:pt x="6349" y="5978"/>
                  </a:moveTo>
                  <a:cubicBezTo>
                    <a:pt x="7097" y="5978"/>
                    <a:pt x="7845" y="6254"/>
                    <a:pt x="8412" y="6805"/>
                  </a:cubicBezTo>
                  <a:lnTo>
                    <a:pt x="8538" y="6932"/>
                  </a:lnTo>
                  <a:cubicBezTo>
                    <a:pt x="8633" y="7026"/>
                    <a:pt x="8727" y="7152"/>
                    <a:pt x="8822" y="7278"/>
                  </a:cubicBezTo>
                  <a:cubicBezTo>
                    <a:pt x="9452" y="8097"/>
                    <a:pt x="9484" y="9168"/>
                    <a:pt x="9137" y="10082"/>
                  </a:cubicBezTo>
                  <a:cubicBezTo>
                    <a:pt x="8662" y="11199"/>
                    <a:pt x="7524" y="11885"/>
                    <a:pt x="6358" y="11885"/>
                  </a:cubicBezTo>
                  <a:cubicBezTo>
                    <a:pt x="5978" y="11885"/>
                    <a:pt x="5595" y="11812"/>
                    <a:pt x="5230" y="11657"/>
                  </a:cubicBezTo>
                  <a:cubicBezTo>
                    <a:pt x="3340" y="10870"/>
                    <a:pt x="2805" y="8412"/>
                    <a:pt x="4159" y="6932"/>
                  </a:cubicBezTo>
                  <a:lnTo>
                    <a:pt x="4285" y="6805"/>
                  </a:lnTo>
                  <a:cubicBezTo>
                    <a:pt x="4852" y="6254"/>
                    <a:pt x="5601" y="5978"/>
                    <a:pt x="6349" y="5978"/>
                  </a:cubicBezTo>
                  <a:close/>
                  <a:moveTo>
                    <a:pt x="2269" y="0"/>
                  </a:moveTo>
                  <a:cubicBezTo>
                    <a:pt x="2143" y="0"/>
                    <a:pt x="2048" y="32"/>
                    <a:pt x="1954" y="95"/>
                  </a:cubicBezTo>
                  <a:lnTo>
                    <a:pt x="158" y="1922"/>
                  </a:lnTo>
                  <a:cubicBezTo>
                    <a:pt x="1" y="2080"/>
                    <a:pt x="1" y="2300"/>
                    <a:pt x="95" y="2458"/>
                  </a:cubicBezTo>
                  <a:lnTo>
                    <a:pt x="3372" y="6522"/>
                  </a:lnTo>
                  <a:cubicBezTo>
                    <a:pt x="1985" y="8255"/>
                    <a:pt x="2395" y="10807"/>
                    <a:pt x="4254" y="12035"/>
                  </a:cubicBezTo>
                  <a:cubicBezTo>
                    <a:pt x="4911" y="12489"/>
                    <a:pt x="5659" y="12708"/>
                    <a:pt x="6397" y="12708"/>
                  </a:cubicBezTo>
                  <a:cubicBezTo>
                    <a:pt x="7606" y="12708"/>
                    <a:pt x="8791" y="12122"/>
                    <a:pt x="9515" y="11027"/>
                  </a:cubicBezTo>
                  <a:cubicBezTo>
                    <a:pt x="10429" y="9641"/>
                    <a:pt x="10397" y="7814"/>
                    <a:pt x="9326" y="6522"/>
                  </a:cubicBezTo>
                  <a:lnTo>
                    <a:pt x="12634" y="2458"/>
                  </a:lnTo>
                  <a:cubicBezTo>
                    <a:pt x="12760" y="2300"/>
                    <a:pt x="12760" y="2080"/>
                    <a:pt x="12603" y="1922"/>
                  </a:cubicBezTo>
                  <a:lnTo>
                    <a:pt x="10775" y="95"/>
                  </a:lnTo>
                  <a:cubicBezTo>
                    <a:pt x="10712" y="32"/>
                    <a:pt x="10555" y="0"/>
                    <a:pt x="10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1" name="Google Shape;3171;p54"/>
          <p:cNvGrpSpPr/>
          <p:nvPr/>
        </p:nvGrpSpPr>
        <p:grpSpPr>
          <a:xfrm>
            <a:off x="3758998" y="1228568"/>
            <a:ext cx="375591" cy="372824"/>
            <a:chOff x="-40171725" y="2705875"/>
            <a:chExt cx="319000" cy="316650"/>
          </a:xfrm>
        </p:grpSpPr>
        <p:sp>
          <p:nvSpPr>
            <p:cNvPr id="3172" name="Google Shape;3172;p54"/>
            <p:cNvSpPr/>
            <p:nvPr/>
          </p:nvSpPr>
          <p:spPr>
            <a:xfrm>
              <a:off x="-40068550" y="2788575"/>
              <a:ext cx="48075" cy="58775"/>
            </a:xfrm>
            <a:custGeom>
              <a:avLst/>
              <a:gdLst/>
              <a:ahLst/>
              <a:cxnLst/>
              <a:rect l="l" t="t" r="r" b="b"/>
              <a:pathLst>
                <a:path w="1923" h="2351" extrusionOk="0">
                  <a:moveTo>
                    <a:pt x="442" y="0"/>
                  </a:moveTo>
                  <a:cubicBezTo>
                    <a:pt x="190" y="0"/>
                    <a:pt x="1" y="158"/>
                    <a:pt x="32" y="410"/>
                  </a:cubicBezTo>
                  <a:cubicBezTo>
                    <a:pt x="32" y="1261"/>
                    <a:pt x="505" y="1985"/>
                    <a:pt x="1261" y="2300"/>
                  </a:cubicBezTo>
                  <a:cubicBezTo>
                    <a:pt x="1322" y="2335"/>
                    <a:pt x="1386" y="2351"/>
                    <a:pt x="1448" y="2351"/>
                  </a:cubicBezTo>
                  <a:cubicBezTo>
                    <a:pt x="1607" y="2351"/>
                    <a:pt x="1751" y="2247"/>
                    <a:pt x="1796" y="2111"/>
                  </a:cubicBezTo>
                  <a:cubicBezTo>
                    <a:pt x="1922" y="1891"/>
                    <a:pt x="1796" y="1639"/>
                    <a:pt x="1607" y="1576"/>
                  </a:cubicBezTo>
                  <a:cubicBezTo>
                    <a:pt x="1135" y="1355"/>
                    <a:pt x="851" y="945"/>
                    <a:pt x="851" y="410"/>
                  </a:cubicBezTo>
                  <a:cubicBezTo>
                    <a:pt x="851" y="189"/>
                    <a:pt x="662" y="0"/>
                    <a:pt x="4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54"/>
            <p:cNvSpPr/>
            <p:nvPr/>
          </p:nvSpPr>
          <p:spPr>
            <a:xfrm>
              <a:off x="-40171725" y="2705875"/>
              <a:ext cx="319000" cy="316650"/>
            </a:xfrm>
            <a:custGeom>
              <a:avLst/>
              <a:gdLst/>
              <a:ahLst/>
              <a:cxnLst/>
              <a:rect l="l" t="t" r="r" b="b"/>
              <a:pathLst>
                <a:path w="12760" h="12666" extrusionOk="0">
                  <a:moveTo>
                    <a:pt x="2489" y="1639"/>
                  </a:moveTo>
                  <a:lnTo>
                    <a:pt x="2489" y="3718"/>
                  </a:lnTo>
                  <a:cubicBezTo>
                    <a:pt x="2489" y="4127"/>
                    <a:pt x="2552" y="4506"/>
                    <a:pt x="2678" y="4884"/>
                  </a:cubicBezTo>
                  <a:cubicBezTo>
                    <a:pt x="1639" y="4600"/>
                    <a:pt x="820" y="3623"/>
                    <a:pt x="820" y="2458"/>
                  </a:cubicBezTo>
                  <a:lnTo>
                    <a:pt x="820" y="2048"/>
                  </a:lnTo>
                  <a:cubicBezTo>
                    <a:pt x="820" y="1796"/>
                    <a:pt x="1009" y="1639"/>
                    <a:pt x="1261" y="1639"/>
                  </a:cubicBezTo>
                  <a:close/>
                  <a:moveTo>
                    <a:pt x="11500" y="1639"/>
                  </a:moveTo>
                  <a:cubicBezTo>
                    <a:pt x="11720" y="1639"/>
                    <a:pt x="11878" y="1828"/>
                    <a:pt x="11878" y="2048"/>
                  </a:cubicBezTo>
                  <a:lnTo>
                    <a:pt x="11878" y="2426"/>
                  </a:lnTo>
                  <a:cubicBezTo>
                    <a:pt x="11878" y="3623"/>
                    <a:pt x="11090" y="4569"/>
                    <a:pt x="10019" y="4884"/>
                  </a:cubicBezTo>
                  <a:cubicBezTo>
                    <a:pt x="10145" y="4506"/>
                    <a:pt x="10240" y="4127"/>
                    <a:pt x="10240" y="3718"/>
                  </a:cubicBezTo>
                  <a:lnTo>
                    <a:pt x="10240" y="1639"/>
                  </a:lnTo>
                  <a:close/>
                  <a:moveTo>
                    <a:pt x="9389" y="788"/>
                  </a:moveTo>
                  <a:lnTo>
                    <a:pt x="9389" y="3686"/>
                  </a:lnTo>
                  <a:cubicBezTo>
                    <a:pt x="9389" y="4789"/>
                    <a:pt x="8759" y="5860"/>
                    <a:pt x="7656" y="6333"/>
                  </a:cubicBezTo>
                  <a:cubicBezTo>
                    <a:pt x="7247" y="6522"/>
                    <a:pt x="6932" y="6963"/>
                    <a:pt x="6932" y="7467"/>
                  </a:cubicBezTo>
                  <a:cubicBezTo>
                    <a:pt x="6932" y="7467"/>
                    <a:pt x="6932" y="7908"/>
                    <a:pt x="7026" y="8507"/>
                  </a:cubicBezTo>
                  <a:cubicBezTo>
                    <a:pt x="7121" y="8759"/>
                    <a:pt x="7247" y="9074"/>
                    <a:pt x="7341" y="9357"/>
                  </a:cubicBezTo>
                  <a:lnTo>
                    <a:pt x="5356" y="9357"/>
                  </a:lnTo>
                  <a:cubicBezTo>
                    <a:pt x="5671" y="8759"/>
                    <a:pt x="5766" y="8066"/>
                    <a:pt x="5766" y="7498"/>
                  </a:cubicBezTo>
                  <a:cubicBezTo>
                    <a:pt x="5766" y="6994"/>
                    <a:pt x="5451" y="6553"/>
                    <a:pt x="5041" y="6364"/>
                  </a:cubicBezTo>
                  <a:cubicBezTo>
                    <a:pt x="4569" y="6144"/>
                    <a:pt x="4128" y="5766"/>
                    <a:pt x="3813" y="5293"/>
                  </a:cubicBezTo>
                  <a:cubicBezTo>
                    <a:pt x="3498" y="4821"/>
                    <a:pt x="3340" y="4285"/>
                    <a:pt x="3340" y="3686"/>
                  </a:cubicBezTo>
                  <a:lnTo>
                    <a:pt x="3340" y="788"/>
                  </a:lnTo>
                  <a:close/>
                  <a:moveTo>
                    <a:pt x="8696" y="10176"/>
                  </a:moveTo>
                  <a:lnTo>
                    <a:pt x="9263" y="11846"/>
                  </a:lnTo>
                  <a:lnTo>
                    <a:pt x="3498" y="11846"/>
                  </a:lnTo>
                  <a:lnTo>
                    <a:pt x="4033" y="10176"/>
                  </a:lnTo>
                  <a:close/>
                  <a:moveTo>
                    <a:pt x="2930" y="0"/>
                  </a:moveTo>
                  <a:cubicBezTo>
                    <a:pt x="2710" y="0"/>
                    <a:pt x="2552" y="189"/>
                    <a:pt x="2552" y="410"/>
                  </a:cubicBezTo>
                  <a:lnTo>
                    <a:pt x="2552" y="851"/>
                  </a:lnTo>
                  <a:lnTo>
                    <a:pt x="1324" y="851"/>
                  </a:lnTo>
                  <a:cubicBezTo>
                    <a:pt x="1302" y="850"/>
                    <a:pt x="1280" y="850"/>
                    <a:pt x="1258" y="850"/>
                  </a:cubicBezTo>
                  <a:cubicBezTo>
                    <a:pt x="506" y="850"/>
                    <a:pt x="1" y="1374"/>
                    <a:pt x="1" y="2048"/>
                  </a:cubicBezTo>
                  <a:lnTo>
                    <a:pt x="1" y="2426"/>
                  </a:lnTo>
                  <a:cubicBezTo>
                    <a:pt x="1" y="4190"/>
                    <a:pt x="1355" y="5608"/>
                    <a:pt x="3088" y="5766"/>
                  </a:cubicBezTo>
                  <a:cubicBezTo>
                    <a:pt x="3498" y="6364"/>
                    <a:pt x="4033" y="6837"/>
                    <a:pt x="4726" y="7120"/>
                  </a:cubicBezTo>
                  <a:cubicBezTo>
                    <a:pt x="4884" y="7183"/>
                    <a:pt x="4947" y="7309"/>
                    <a:pt x="4947" y="7498"/>
                  </a:cubicBezTo>
                  <a:cubicBezTo>
                    <a:pt x="4947" y="8097"/>
                    <a:pt x="4726" y="8885"/>
                    <a:pt x="4348" y="9357"/>
                  </a:cubicBezTo>
                  <a:lnTo>
                    <a:pt x="3718" y="9357"/>
                  </a:lnTo>
                  <a:cubicBezTo>
                    <a:pt x="3529" y="9357"/>
                    <a:pt x="3372" y="9483"/>
                    <a:pt x="3340" y="9641"/>
                  </a:cubicBezTo>
                  <a:lnTo>
                    <a:pt x="2521" y="12130"/>
                  </a:lnTo>
                  <a:cubicBezTo>
                    <a:pt x="2426" y="12382"/>
                    <a:pt x="2615" y="12665"/>
                    <a:pt x="2899" y="12665"/>
                  </a:cubicBezTo>
                  <a:lnTo>
                    <a:pt x="9799" y="12665"/>
                  </a:lnTo>
                  <a:cubicBezTo>
                    <a:pt x="10082" y="12665"/>
                    <a:pt x="10271" y="12382"/>
                    <a:pt x="10177" y="12130"/>
                  </a:cubicBezTo>
                  <a:lnTo>
                    <a:pt x="9357" y="9641"/>
                  </a:lnTo>
                  <a:cubicBezTo>
                    <a:pt x="9326" y="9483"/>
                    <a:pt x="9168" y="9357"/>
                    <a:pt x="8979" y="9357"/>
                  </a:cubicBezTo>
                  <a:lnTo>
                    <a:pt x="8349" y="9357"/>
                  </a:lnTo>
                  <a:cubicBezTo>
                    <a:pt x="7971" y="8885"/>
                    <a:pt x="7751" y="8097"/>
                    <a:pt x="7751" y="7498"/>
                  </a:cubicBezTo>
                  <a:cubicBezTo>
                    <a:pt x="7751" y="7341"/>
                    <a:pt x="7877" y="7183"/>
                    <a:pt x="7971" y="7152"/>
                  </a:cubicBezTo>
                  <a:cubicBezTo>
                    <a:pt x="8601" y="6868"/>
                    <a:pt x="9200" y="6396"/>
                    <a:pt x="9610" y="5829"/>
                  </a:cubicBezTo>
                  <a:cubicBezTo>
                    <a:pt x="10901" y="5734"/>
                    <a:pt x="12004" y="4947"/>
                    <a:pt x="12476" y="3781"/>
                  </a:cubicBezTo>
                  <a:cubicBezTo>
                    <a:pt x="12760" y="3056"/>
                    <a:pt x="12760" y="2552"/>
                    <a:pt x="12760" y="2080"/>
                  </a:cubicBezTo>
                  <a:cubicBezTo>
                    <a:pt x="12760" y="1435"/>
                    <a:pt x="12221" y="850"/>
                    <a:pt x="11581" y="850"/>
                  </a:cubicBezTo>
                  <a:cubicBezTo>
                    <a:pt x="11565" y="850"/>
                    <a:pt x="11548" y="850"/>
                    <a:pt x="11531" y="851"/>
                  </a:cubicBezTo>
                  <a:lnTo>
                    <a:pt x="10271" y="851"/>
                  </a:lnTo>
                  <a:lnTo>
                    <a:pt x="10271" y="410"/>
                  </a:lnTo>
                  <a:cubicBezTo>
                    <a:pt x="10271" y="189"/>
                    <a:pt x="10082" y="0"/>
                    <a:pt x="9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4" name="Google Shape;3174;p54"/>
          <p:cNvGrpSpPr/>
          <p:nvPr/>
        </p:nvGrpSpPr>
        <p:grpSpPr>
          <a:xfrm>
            <a:off x="5637177" y="2380851"/>
            <a:ext cx="340034" cy="341579"/>
            <a:chOff x="-12199250" y="2530225"/>
            <a:chExt cx="352075" cy="353675"/>
          </a:xfrm>
        </p:grpSpPr>
        <p:sp>
          <p:nvSpPr>
            <p:cNvPr id="3175" name="Google Shape;3175;p54"/>
            <p:cNvSpPr/>
            <p:nvPr/>
          </p:nvSpPr>
          <p:spPr>
            <a:xfrm>
              <a:off x="-12055900" y="2530225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292" y="883"/>
                  </a:moveTo>
                  <a:cubicBezTo>
                    <a:pt x="1512" y="883"/>
                    <a:pt x="1733" y="1072"/>
                    <a:pt x="1733" y="1292"/>
                  </a:cubicBezTo>
                  <a:cubicBezTo>
                    <a:pt x="1701" y="1513"/>
                    <a:pt x="1544" y="1702"/>
                    <a:pt x="1292" y="1702"/>
                  </a:cubicBezTo>
                  <a:cubicBezTo>
                    <a:pt x="1071" y="1702"/>
                    <a:pt x="914" y="1513"/>
                    <a:pt x="914" y="1292"/>
                  </a:cubicBezTo>
                  <a:cubicBezTo>
                    <a:pt x="914" y="1072"/>
                    <a:pt x="1103" y="883"/>
                    <a:pt x="1292" y="883"/>
                  </a:cubicBezTo>
                  <a:close/>
                  <a:moveTo>
                    <a:pt x="1260" y="1"/>
                  </a:moveTo>
                  <a:cubicBezTo>
                    <a:pt x="567" y="1"/>
                    <a:pt x="0" y="568"/>
                    <a:pt x="0" y="1261"/>
                  </a:cubicBezTo>
                  <a:cubicBezTo>
                    <a:pt x="0" y="1923"/>
                    <a:pt x="567" y="2490"/>
                    <a:pt x="1260" y="2490"/>
                  </a:cubicBezTo>
                  <a:cubicBezTo>
                    <a:pt x="1985" y="2490"/>
                    <a:pt x="2520" y="1923"/>
                    <a:pt x="2520" y="1261"/>
                  </a:cubicBezTo>
                  <a:cubicBezTo>
                    <a:pt x="2520" y="599"/>
                    <a:pt x="1985" y="1"/>
                    <a:pt x="1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54"/>
            <p:cNvSpPr/>
            <p:nvPr/>
          </p:nvSpPr>
          <p:spPr>
            <a:xfrm>
              <a:off x="-12116550" y="2592450"/>
              <a:ext cx="185900" cy="291450"/>
            </a:xfrm>
            <a:custGeom>
              <a:avLst/>
              <a:gdLst/>
              <a:ahLst/>
              <a:cxnLst/>
              <a:rect l="l" t="t" r="r" b="b"/>
              <a:pathLst>
                <a:path w="7436" h="11658" extrusionOk="0">
                  <a:moveTo>
                    <a:pt x="5135" y="851"/>
                  </a:moveTo>
                  <a:cubicBezTo>
                    <a:pt x="5388" y="1324"/>
                    <a:pt x="5419" y="1891"/>
                    <a:pt x="5230" y="2395"/>
                  </a:cubicBezTo>
                  <a:lnTo>
                    <a:pt x="3938" y="1765"/>
                  </a:lnTo>
                  <a:cubicBezTo>
                    <a:pt x="3875" y="1749"/>
                    <a:pt x="3812" y="1741"/>
                    <a:pt x="3749" y="1741"/>
                  </a:cubicBezTo>
                  <a:cubicBezTo>
                    <a:pt x="3686" y="1741"/>
                    <a:pt x="3623" y="1749"/>
                    <a:pt x="3560" y="1765"/>
                  </a:cubicBezTo>
                  <a:lnTo>
                    <a:pt x="2269" y="2395"/>
                  </a:lnTo>
                  <a:cubicBezTo>
                    <a:pt x="2048" y="1891"/>
                    <a:pt x="2080" y="1324"/>
                    <a:pt x="2300" y="851"/>
                  </a:cubicBezTo>
                  <a:close/>
                  <a:moveTo>
                    <a:pt x="4159" y="2742"/>
                  </a:moveTo>
                  <a:lnTo>
                    <a:pt x="4946" y="3151"/>
                  </a:lnTo>
                  <a:lnTo>
                    <a:pt x="4253" y="7530"/>
                  </a:lnTo>
                  <a:lnTo>
                    <a:pt x="3308" y="7530"/>
                  </a:lnTo>
                  <a:lnTo>
                    <a:pt x="2552" y="3151"/>
                  </a:lnTo>
                  <a:lnTo>
                    <a:pt x="3340" y="2742"/>
                  </a:lnTo>
                  <a:lnTo>
                    <a:pt x="3340" y="4569"/>
                  </a:lnTo>
                  <a:cubicBezTo>
                    <a:pt x="3340" y="4789"/>
                    <a:pt x="3529" y="5010"/>
                    <a:pt x="3718" y="5010"/>
                  </a:cubicBezTo>
                  <a:cubicBezTo>
                    <a:pt x="3970" y="5010"/>
                    <a:pt x="4159" y="4789"/>
                    <a:pt x="4159" y="4569"/>
                  </a:cubicBezTo>
                  <a:lnTo>
                    <a:pt x="4159" y="2742"/>
                  </a:lnTo>
                  <a:close/>
                  <a:moveTo>
                    <a:pt x="5388" y="8318"/>
                  </a:moveTo>
                  <a:cubicBezTo>
                    <a:pt x="5608" y="8318"/>
                    <a:pt x="5766" y="8507"/>
                    <a:pt x="5766" y="8727"/>
                  </a:cubicBezTo>
                  <a:lnTo>
                    <a:pt x="5766" y="9169"/>
                  </a:lnTo>
                  <a:lnTo>
                    <a:pt x="1638" y="9169"/>
                  </a:lnTo>
                  <a:lnTo>
                    <a:pt x="1638" y="8727"/>
                  </a:lnTo>
                  <a:cubicBezTo>
                    <a:pt x="1638" y="8507"/>
                    <a:pt x="1827" y="8318"/>
                    <a:pt x="2080" y="8318"/>
                  </a:cubicBezTo>
                  <a:close/>
                  <a:moveTo>
                    <a:pt x="6207" y="9956"/>
                  </a:moveTo>
                  <a:cubicBezTo>
                    <a:pt x="6459" y="9956"/>
                    <a:pt x="6616" y="10145"/>
                    <a:pt x="6616" y="10397"/>
                  </a:cubicBezTo>
                  <a:lnTo>
                    <a:pt x="6616" y="10838"/>
                  </a:lnTo>
                  <a:lnTo>
                    <a:pt x="819" y="10838"/>
                  </a:lnTo>
                  <a:lnTo>
                    <a:pt x="819" y="10397"/>
                  </a:lnTo>
                  <a:cubicBezTo>
                    <a:pt x="819" y="10145"/>
                    <a:pt x="1008" y="9956"/>
                    <a:pt x="1260" y="9956"/>
                  </a:cubicBezTo>
                  <a:close/>
                  <a:moveTo>
                    <a:pt x="2080" y="1"/>
                  </a:moveTo>
                  <a:cubicBezTo>
                    <a:pt x="1922" y="1"/>
                    <a:pt x="1796" y="64"/>
                    <a:pt x="1733" y="190"/>
                  </a:cubicBezTo>
                  <a:cubicBezTo>
                    <a:pt x="1134" y="1040"/>
                    <a:pt x="1134" y="2143"/>
                    <a:pt x="1670" y="3057"/>
                  </a:cubicBezTo>
                  <a:lnTo>
                    <a:pt x="2426" y="7530"/>
                  </a:lnTo>
                  <a:lnTo>
                    <a:pt x="2080" y="7530"/>
                  </a:lnTo>
                  <a:cubicBezTo>
                    <a:pt x="1418" y="7530"/>
                    <a:pt x="819" y="8066"/>
                    <a:pt x="819" y="8759"/>
                  </a:cubicBezTo>
                  <a:lnTo>
                    <a:pt x="819" y="9232"/>
                  </a:lnTo>
                  <a:cubicBezTo>
                    <a:pt x="347" y="9389"/>
                    <a:pt x="0" y="9862"/>
                    <a:pt x="0" y="10429"/>
                  </a:cubicBezTo>
                  <a:lnTo>
                    <a:pt x="0" y="11248"/>
                  </a:lnTo>
                  <a:cubicBezTo>
                    <a:pt x="0" y="11500"/>
                    <a:pt x="189" y="11657"/>
                    <a:pt x="378" y="11657"/>
                  </a:cubicBezTo>
                  <a:lnTo>
                    <a:pt x="6994" y="11657"/>
                  </a:lnTo>
                  <a:cubicBezTo>
                    <a:pt x="7246" y="11657"/>
                    <a:pt x="7435" y="11437"/>
                    <a:pt x="7435" y="11248"/>
                  </a:cubicBezTo>
                  <a:lnTo>
                    <a:pt x="7435" y="10429"/>
                  </a:lnTo>
                  <a:cubicBezTo>
                    <a:pt x="7435" y="9862"/>
                    <a:pt x="7089" y="9452"/>
                    <a:pt x="6616" y="9232"/>
                  </a:cubicBezTo>
                  <a:lnTo>
                    <a:pt x="6616" y="8759"/>
                  </a:lnTo>
                  <a:cubicBezTo>
                    <a:pt x="6616" y="8066"/>
                    <a:pt x="6049" y="7530"/>
                    <a:pt x="5388" y="7530"/>
                  </a:cubicBezTo>
                  <a:lnTo>
                    <a:pt x="5041" y="7530"/>
                  </a:lnTo>
                  <a:lnTo>
                    <a:pt x="5766" y="3057"/>
                  </a:lnTo>
                  <a:cubicBezTo>
                    <a:pt x="6333" y="2206"/>
                    <a:pt x="6301" y="1072"/>
                    <a:pt x="5734" y="190"/>
                  </a:cubicBezTo>
                  <a:cubicBezTo>
                    <a:pt x="5671" y="64"/>
                    <a:pt x="5545" y="1"/>
                    <a:pt x="5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54"/>
            <p:cNvSpPr/>
            <p:nvPr/>
          </p:nvSpPr>
          <p:spPr>
            <a:xfrm>
              <a:off x="-11950375" y="2633400"/>
              <a:ext cx="103200" cy="102425"/>
            </a:xfrm>
            <a:custGeom>
              <a:avLst/>
              <a:gdLst/>
              <a:ahLst/>
              <a:cxnLst/>
              <a:rect l="l" t="t" r="r" b="b"/>
              <a:pathLst>
                <a:path w="4128" h="4097" extrusionOk="0">
                  <a:moveTo>
                    <a:pt x="2017" y="1324"/>
                  </a:moveTo>
                  <a:lnTo>
                    <a:pt x="2206" y="1671"/>
                  </a:lnTo>
                  <a:cubicBezTo>
                    <a:pt x="2238" y="1734"/>
                    <a:pt x="2332" y="1828"/>
                    <a:pt x="2395" y="1860"/>
                  </a:cubicBezTo>
                  <a:lnTo>
                    <a:pt x="2742" y="2049"/>
                  </a:lnTo>
                  <a:lnTo>
                    <a:pt x="2395" y="2269"/>
                  </a:lnTo>
                  <a:cubicBezTo>
                    <a:pt x="2332" y="2301"/>
                    <a:pt x="2238" y="2364"/>
                    <a:pt x="2206" y="2458"/>
                  </a:cubicBezTo>
                  <a:lnTo>
                    <a:pt x="2017" y="2805"/>
                  </a:lnTo>
                  <a:lnTo>
                    <a:pt x="1797" y="2458"/>
                  </a:lnTo>
                  <a:cubicBezTo>
                    <a:pt x="1765" y="2364"/>
                    <a:pt x="1702" y="2301"/>
                    <a:pt x="1607" y="2269"/>
                  </a:cubicBezTo>
                  <a:lnTo>
                    <a:pt x="1261" y="2049"/>
                  </a:lnTo>
                  <a:lnTo>
                    <a:pt x="1607" y="1860"/>
                  </a:lnTo>
                  <a:cubicBezTo>
                    <a:pt x="1702" y="1828"/>
                    <a:pt x="1765" y="1734"/>
                    <a:pt x="1797" y="1671"/>
                  </a:cubicBezTo>
                  <a:lnTo>
                    <a:pt x="2017" y="1324"/>
                  </a:lnTo>
                  <a:close/>
                  <a:moveTo>
                    <a:pt x="2049" y="1"/>
                  </a:moveTo>
                  <a:cubicBezTo>
                    <a:pt x="1891" y="1"/>
                    <a:pt x="1734" y="95"/>
                    <a:pt x="1702" y="253"/>
                  </a:cubicBezTo>
                  <a:lnTo>
                    <a:pt x="1229" y="1230"/>
                  </a:lnTo>
                  <a:lnTo>
                    <a:pt x="221" y="1702"/>
                  </a:lnTo>
                  <a:cubicBezTo>
                    <a:pt x="64" y="1797"/>
                    <a:pt x="1" y="1891"/>
                    <a:pt x="1" y="2049"/>
                  </a:cubicBezTo>
                  <a:cubicBezTo>
                    <a:pt x="1" y="2206"/>
                    <a:pt x="64" y="2364"/>
                    <a:pt x="221" y="2427"/>
                  </a:cubicBezTo>
                  <a:lnTo>
                    <a:pt x="1229" y="2899"/>
                  </a:lnTo>
                  <a:lnTo>
                    <a:pt x="1702" y="3876"/>
                  </a:lnTo>
                  <a:cubicBezTo>
                    <a:pt x="1765" y="4034"/>
                    <a:pt x="1891" y="4097"/>
                    <a:pt x="2049" y="4097"/>
                  </a:cubicBezTo>
                  <a:cubicBezTo>
                    <a:pt x="2206" y="4097"/>
                    <a:pt x="2364" y="4034"/>
                    <a:pt x="2395" y="3876"/>
                  </a:cubicBezTo>
                  <a:lnTo>
                    <a:pt x="2868" y="2899"/>
                  </a:lnTo>
                  <a:lnTo>
                    <a:pt x="3907" y="2427"/>
                  </a:lnTo>
                  <a:cubicBezTo>
                    <a:pt x="4065" y="2332"/>
                    <a:pt x="4128" y="2206"/>
                    <a:pt x="4128" y="2049"/>
                  </a:cubicBezTo>
                  <a:cubicBezTo>
                    <a:pt x="4128" y="1891"/>
                    <a:pt x="4065" y="1734"/>
                    <a:pt x="3907" y="1702"/>
                  </a:cubicBezTo>
                  <a:lnTo>
                    <a:pt x="2868" y="1230"/>
                  </a:lnTo>
                  <a:lnTo>
                    <a:pt x="2395" y="253"/>
                  </a:lnTo>
                  <a:cubicBezTo>
                    <a:pt x="2332" y="95"/>
                    <a:pt x="2206" y="1"/>
                    <a:pt x="20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54"/>
            <p:cNvSpPr/>
            <p:nvPr/>
          </p:nvSpPr>
          <p:spPr>
            <a:xfrm>
              <a:off x="-12199250" y="2633400"/>
              <a:ext cx="103200" cy="102425"/>
            </a:xfrm>
            <a:custGeom>
              <a:avLst/>
              <a:gdLst/>
              <a:ahLst/>
              <a:cxnLst/>
              <a:rect l="l" t="t" r="r" b="b"/>
              <a:pathLst>
                <a:path w="4128" h="4097" extrusionOk="0">
                  <a:moveTo>
                    <a:pt x="2048" y="1324"/>
                  </a:moveTo>
                  <a:lnTo>
                    <a:pt x="2237" y="1671"/>
                  </a:lnTo>
                  <a:cubicBezTo>
                    <a:pt x="2269" y="1734"/>
                    <a:pt x="2363" y="1828"/>
                    <a:pt x="2426" y="1860"/>
                  </a:cubicBezTo>
                  <a:lnTo>
                    <a:pt x="2804" y="2049"/>
                  </a:lnTo>
                  <a:lnTo>
                    <a:pt x="2426" y="2269"/>
                  </a:lnTo>
                  <a:cubicBezTo>
                    <a:pt x="2363" y="2301"/>
                    <a:pt x="2269" y="2364"/>
                    <a:pt x="2237" y="2458"/>
                  </a:cubicBezTo>
                  <a:lnTo>
                    <a:pt x="2048" y="2805"/>
                  </a:lnTo>
                  <a:lnTo>
                    <a:pt x="1859" y="2458"/>
                  </a:lnTo>
                  <a:cubicBezTo>
                    <a:pt x="1796" y="2364"/>
                    <a:pt x="1733" y="2301"/>
                    <a:pt x="1638" y="2269"/>
                  </a:cubicBezTo>
                  <a:lnTo>
                    <a:pt x="1292" y="2049"/>
                  </a:lnTo>
                  <a:lnTo>
                    <a:pt x="1638" y="1860"/>
                  </a:lnTo>
                  <a:cubicBezTo>
                    <a:pt x="1733" y="1828"/>
                    <a:pt x="1796" y="1734"/>
                    <a:pt x="1859" y="1671"/>
                  </a:cubicBezTo>
                  <a:lnTo>
                    <a:pt x="2048" y="1324"/>
                  </a:lnTo>
                  <a:close/>
                  <a:moveTo>
                    <a:pt x="2079" y="1"/>
                  </a:moveTo>
                  <a:cubicBezTo>
                    <a:pt x="1922" y="1"/>
                    <a:pt x="1764" y="95"/>
                    <a:pt x="1733" y="253"/>
                  </a:cubicBezTo>
                  <a:lnTo>
                    <a:pt x="1260" y="1230"/>
                  </a:lnTo>
                  <a:lnTo>
                    <a:pt x="221" y="1702"/>
                  </a:lnTo>
                  <a:cubicBezTo>
                    <a:pt x="63" y="1797"/>
                    <a:pt x="0" y="1891"/>
                    <a:pt x="0" y="2049"/>
                  </a:cubicBezTo>
                  <a:cubicBezTo>
                    <a:pt x="0" y="2206"/>
                    <a:pt x="63" y="2364"/>
                    <a:pt x="221" y="2427"/>
                  </a:cubicBezTo>
                  <a:lnTo>
                    <a:pt x="1260" y="2899"/>
                  </a:lnTo>
                  <a:lnTo>
                    <a:pt x="1733" y="3876"/>
                  </a:lnTo>
                  <a:cubicBezTo>
                    <a:pt x="1796" y="4034"/>
                    <a:pt x="1922" y="4097"/>
                    <a:pt x="2079" y="4097"/>
                  </a:cubicBezTo>
                  <a:cubicBezTo>
                    <a:pt x="2237" y="4097"/>
                    <a:pt x="2395" y="4034"/>
                    <a:pt x="2426" y="3876"/>
                  </a:cubicBezTo>
                  <a:lnTo>
                    <a:pt x="2899" y="2899"/>
                  </a:lnTo>
                  <a:lnTo>
                    <a:pt x="3907" y="2427"/>
                  </a:lnTo>
                  <a:cubicBezTo>
                    <a:pt x="4033" y="2364"/>
                    <a:pt x="4127" y="2206"/>
                    <a:pt x="4127" y="2049"/>
                  </a:cubicBezTo>
                  <a:cubicBezTo>
                    <a:pt x="4127" y="1891"/>
                    <a:pt x="4033" y="1734"/>
                    <a:pt x="3907" y="1702"/>
                  </a:cubicBezTo>
                  <a:lnTo>
                    <a:pt x="2899" y="1230"/>
                  </a:lnTo>
                  <a:lnTo>
                    <a:pt x="2426" y="253"/>
                  </a:lnTo>
                  <a:cubicBezTo>
                    <a:pt x="2363" y="95"/>
                    <a:pt x="2237" y="1"/>
                    <a:pt x="20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9" name="Google Shape;3179;p54"/>
          <p:cNvSpPr txBox="1">
            <a:spLocks noGrp="1"/>
          </p:cNvSpPr>
          <p:nvPr>
            <p:ph type="subTitle" idx="5"/>
          </p:nvPr>
        </p:nvSpPr>
        <p:spPr>
          <a:xfrm>
            <a:off x="2879020" y="1978575"/>
            <a:ext cx="2129449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Лесно и бързо обработване на код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80" name="Google Shape;3180;p54"/>
          <p:cNvSpPr txBox="1">
            <a:spLocks noGrp="1"/>
          </p:cNvSpPr>
          <p:nvPr>
            <p:ph type="subTitle" idx="6"/>
          </p:nvPr>
        </p:nvSpPr>
        <p:spPr>
          <a:xfrm>
            <a:off x="1285164" y="2599623"/>
            <a:ext cx="18654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Локален сървъ</a:t>
            </a:r>
            <a:r>
              <a:rPr lang="bg-BG" dirty="0"/>
              <a:t>р 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" name="Google Shape;3160;p54">
            <a:extLst>
              <a:ext uri="{FF2B5EF4-FFF2-40B4-BE49-F238E27FC236}">
                <a16:creationId xmlns:a16="http://schemas.microsoft.com/office/drawing/2014/main" id="{7E709BC2-F493-574F-26FE-7B44B3942F7B}"/>
              </a:ext>
            </a:extLst>
          </p:cNvPr>
          <p:cNvSpPr txBox="1">
            <a:spLocks/>
          </p:cNvSpPr>
          <p:nvPr/>
        </p:nvSpPr>
        <p:spPr>
          <a:xfrm>
            <a:off x="6660676" y="3028449"/>
            <a:ext cx="2110163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bg-BG" dirty="0"/>
              <a:t>Обработване и визуализиране на данните</a:t>
            </a:r>
            <a:endParaRPr lang="en-US" dirty="0"/>
          </a:p>
        </p:txBody>
      </p:sp>
      <p:sp>
        <p:nvSpPr>
          <p:cNvPr id="3" name="Google Shape;3162;p54">
            <a:extLst>
              <a:ext uri="{FF2B5EF4-FFF2-40B4-BE49-F238E27FC236}">
                <a16:creationId xmlns:a16="http://schemas.microsoft.com/office/drawing/2014/main" id="{EBCAB52F-1D8C-CBB1-69DD-AEE080EFB081}"/>
              </a:ext>
            </a:extLst>
          </p:cNvPr>
          <p:cNvSpPr txBox="1">
            <a:spLocks/>
          </p:cNvSpPr>
          <p:nvPr/>
        </p:nvSpPr>
        <p:spPr>
          <a:xfrm>
            <a:off x="6662413" y="2742475"/>
            <a:ext cx="2038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MySQL</a:t>
            </a:r>
          </a:p>
        </p:txBody>
      </p:sp>
      <p:sp>
        <p:nvSpPr>
          <p:cNvPr id="4" name="Google Shape;3166;p54">
            <a:extLst>
              <a:ext uri="{FF2B5EF4-FFF2-40B4-BE49-F238E27FC236}">
                <a16:creationId xmlns:a16="http://schemas.microsoft.com/office/drawing/2014/main" id="{BD42ADDE-6F3F-B624-C067-1B897E179BE6}"/>
              </a:ext>
            </a:extLst>
          </p:cNvPr>
          <p:cNvSpPr/>
          <p:nvPr/>
        </p:nvSpPr>
        <p:spPr>
          <a:xfrm>
            <a:off x="6882738" y="3873300"/>
            <a:ext cx="1602300" cy="1270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3374;p76">
            <a:extLst>
              <a:ext uri="{FF2B5EF4-FFF2-40B4-BE49-F238E27FC236}">
                <a16:creationId xmlns:a16="http://schemas.microsoft.com/office/drawing/2014/main" id="{84BF88FB-BA59-CEEA-45CA-0147549D5FAE}"/>
              </a:ext>
            </a:extLst>
          </p:cNvPr>
          <p:cNvSpPr/>
          <p:nvPr/>
        </p:nvSpPr>
        <p:spPr>
          <a:xfrm>
            <a:off x="7511520" y="2410911"/>
            <a:ext cx="340186" cy="318922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9" name="Google Shape;2329;p44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—</a:t>
            </a:r>
            <a:r>
              <a:rPr lang="bg-BG" dirty="0"/>
              <a:t> Стийв Балмър</a:t>
            </a:r>
            <a:endParaRPr dirty="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„Компютърните технологии са операционната система на всички иновации.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331" name="Google Shape;2331;p44"/>
          <p:cNvPicPr preferRelativeResize="0"/>
          <p:nvPr/>
        </p:nvPicPr>
        <p:blipFill rotWithShape="1">
          <a:blip r:embed="rId3">
            <a:alphaModFix/>
          </a:blip>
          <a:srcRect l="33634" r="4032"/>
          <a:stretch/>
        </p:blipFill>
        <p:spPr>
          <a:xfrm>
            <a:off x="4718304" y="995200"/>
            <a:ext cx="3144600" cy="3153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3209924" y="2297763"/>
            <a:ext cx="3838575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4400" dirty="0"/>
              <a:t>В действие</a:t>
            </a: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047837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52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bg2"/>
                </a:solidFill>
              </a:rPr>
              <a:t>Бързо запазване на място – до 2 минути</a:t>
            </a:r>
            <a:endParaRPr dirty="0">
              <a:solidFill>
                <a:schemeClr val="bg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75" name="Google Shape;2975;p52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Лесно</a:t>
            </a:r>
            <a:endParaRPr dirty="0"/>
          </a:p>
        </p:txBody>
      </p:sp>
      <p:sp>
        <p:nvSpPr>
          <p:cNvPr id="2976" name="Google Shape;2976;p52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Безгрешно</a:t>
            </a:r>
            <a:endParaRPr dirty="0"/>
          </a:p>
        </p:txBody>
      </p:sp>
      <p:sp>
        <p:nvSpPr>
          <p:cNvPr id="2977" name="Google Shape;2977;p52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Бързо</a:t>
            </a:r>
            <a:endParaRPr dirty="0"/>
          </a:p>
        </p:txBody>
      </p:sp>
      <p:sp>
        <p:nvSpPr>
          <p:cNvPr id="2978" name="Google Shape;2978;p52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bg-BG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Лесно навигиране през уебсайта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79" name="Google Shape;2979;p52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Точно запазване на място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81" name="Google Shape;2981;p52"/>
          <p:cNvSpPr/>
          <p:nvPr/>
        </p:nvSpPr>
        <p:spPr>
          <a:xfrm>
            <a:off x="2233110" y="1208322"/>
            <a:ext cx="343530" cy="340186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2986" name="Google Shape;2986;p52"/>
          <p:cNvGrpSpPr/>
          <p:nvPr/>
        </p:nvGrpSpPr>
        <p:grpSpPr>
          <a:xfrm>
            <a:off x="6582648" y="2835993"/>
            <a:ext cx="312955" cy="340168"/>
            <a:chOff x="2100300" y="3804850"/>
            <a:chExt cx="444475" cy="483125"/>
          </a:xfrm>
        </p:grpSpPr>
        <p:sp>
          <p:nvSpPr>
            <p:cNvPr id="2987" name="Google Shape;2987;p52"/>
            <p:cNvSpPr/>
            <p:nvPr/>
          </p:nvSpPr>
          <p:spPr>
            <a:xfrm>
              <a:off x="2100300" y="3804850"/>
              <a:ext cx="444475" cy="483125"/>
            </a:xfrm>
            <a:custGeom>
              <a:avLst/>
              <a:gdLst/>
              <a:ahLst/>
              <a:cxnLst/>
              <a:rect l="l" t="t" r="r" b="b"/>
              <a:pathLst>
                <a:path w="17779" h="19325" extrusionOk="0">
                  <a:moveTo>
                    <a:pt x="2123" y="4001"/>
                  </a:moveTo>
                  <a:cubicBezTo>
                    <a:pt x="2627" y="4001"/>
                    <a:pt x="2881" y="4611"/>
                    <a:pt x="2524" y="4967"/>
                  </a:cubicBezTo>
                  <a:cubicBezTo>
                    <a:pt x="2408" y="5083"/>
                    <a:pt x="2265" y="5134"/>
                    <a:pt x="2126" y="5134"/>
                  </a:cubicBezTo>
                  <a:cubicBezTo>
                    <a:pt x="1835" y="5134"/>
                    <a:pt x="1558" y="4909"/>
                    <a:pt x="1558" y="4569"/>
                  </a:cubicBezTo>
                  <a:cubicBezTo>
                    <a:pt x="1558" y="4255"/>
                    <a:pt x="1809" y="4001"/>
                    <a:pt x="2123" y="4001"/>
                  </a:cubicBezTo>
                  <a:close/>
                  <a:moveTo>
                    <a:pt x="15710" y="4001"/>
                  </a:moveTo>
                  <a:cubicBezTo>
                    <a:pt x="16215" y="4001"/>
                    <a:pt x="16468" y="4611"/>
                    <a:pt x="16112" y="4967"/>
                  </a:cubicBezTo>
                  <a:cubicBezTo>
                    <a:pt x="15995" y="5083"/>
                    <a:pt x="15853" y="5134"/>
                    <a:pt x="15714" y="5134"/>
                  </a:cubicBezTo>
                  <a:cubicBezTo>
                    <a:pt x="15423" y="5134"/>
                    <a:pt x="15146" y="4909"/>
                    <a:pt x="15146" y="4569"/>
                  </a:cubicBezTo>
                  <a:cubicBezTo>
                    <a:pt x="15146" y="4255"/>
                    <a:pt x="15396" y="4001"/>
                    <a:pt x="15710" y="4001"/>
                  </a:cubicBezTo>
                  <a:close/>
                  <a:moveTo>
                    <a:pt x="8917" y="1132"/>
                  </a:moveTo>
                  <a:cubicBezTo>
                    <a:pt x="9551" y="1132"/>
                    <a:pt x="10251" y="1993"/>
                    <a:pt x="10789" y="3436"/>
                  </a:cubicBezTo>
                  <a:cubicBezTo>
                    <a:pt x="10894" y="3723"/>
                    <a:pt x="10994" y="4028"/>
                    <a:pt x="11084" y="4345"/>
                  </a:cubicBezTo>
                  <a:cubicBezTo>
                    <a:pt x="10345" y="4590"/>
                    <a:pt x="9623" y="4877"/>
                    <a:pt x="8917" y="5203"/>
                  </a:cubicBezTo>
                  <a:cubicBezTo>
                    <a:pt x="8210" y="4877"/>
                    <a:pt x="7488" y="4590"/>
                    <a:pt x="6749" y="4345"/>
                  </a:cubicBezTo>
                  <a:cubicBezTo>
                    <a:pt x="6842" y="4028"/>
                    <a:pt x="6939" y="3723"/>
                    <a:pt x="7044" y="3436"/>
                  </a:cubicBezTo>
                  <a:cubicBezTo>
                    <a:pt x="7582" y="1993"/>
                    <a:pt x="8282" y="1132"/>
                    <a:pt x="8917" y="1132"/>
                  </a:cubicBezTo>
                  <a:close/>
                  <a:moveTo>
                    <a:pt x="6483" y="5453"/>
                  </a:moveTo>
                  <a:cubicBezTo>
                    <a:pt x="6845" y="5577"/>
                    <a:pt x="7217" y="5713"/>
                    <a:pt x="7591" y="5867"/>
                  </a:cubicBezTo>
                  <a:cubicBezTo>
                    <a:pt x="7371" y="5985"/>
                    <a:pt x="7153" y="6105"/>
                    <a:pt x="6936" y="6229"/>
                  </a:cubicBezTo>
                  <a:cubicBezTo>
                    <a:pt x="6715" y="6356"/>
                    <a:pt x="6501" y="6486"/>
                    <a:pt x="6287" y="6619"/>
                  </a:cubicBezTo>
                  <a:cubicBezTo>
                    <a:pt x="6341" y="6217"/>
                    <a:pt x="6407" y="5831"/>
                    <a:pt x="6483" y="5453"/>
                  </a:cubicBezTo>
                  <a:close/>
                  <a:moveTo>
                    <a:pt x="11350" y="5453"/>
                  </a:moveTo>
                  <a:cubicBezTo>
                    <a:pt x="11426" y="5831"/>
                    <a:pt x="11492" y="6217"/>
                    <a:pt x="11546" y="6619"/>
                  </a:cubicBezTo>
                  <a:cubicBezTo>
                    <a:pt x="11335" y="6486"/>
                    <a:pt x="11118" y="6356"/>
                    <a:pt x="10897" y="6229"/>
                  </a:cubicBezTo>
                  <a:cubicBezTo>
                    <a:pt x="10677" y="6102"/>
                    <a:pt x="10459" y="5982"/>
                    <a:pt x="10242" y="5867"/>
                  </a:cubicBezTo>
                  <a:cubicBezTo>
                    <a:pt x="10619" y="5716"/>
                    <a:pt x="10988" y="5574"/>
                    <a:pt x="11350" y="5453"/>
                  </a:cubicBezTo>
                  <a:close/>
                  <a:moveTo>
                    <a:pt x="3799" y="4852"/>
                  </a:moveTo>
                  <a:cubicBezTo>
                    <a:pt x="4336" y="4904"/>
                    <a:pt x="4870" y="4997"/>
                    <a:pt x="5396" y="5133"/>
                  </a:cubicBezTo>
                  <a:cubicBezTo>
                    <a:pt x="5239" y="5894"/>
                    <a:pt x="5124" y="6661"/>
                    <a:pt x="5055" y="7434"/>
                  </a:cubicBezTo>
                  <a:cubicBezTo>
                    <a:pt x="4421" y="7881"/>
                    <a:pt x="3811" y="8361"/>
                    <a:pt x="3231" y="8877"/>
                  </a:cubicBezTo>
                  <a:cubicBezTo>
                    <a:pt x="3004" y="8645"/>
                    <a:pt x="2796" y="8412"/>
                    <a:pt x="2606" y="8180"/>
                  </a:cubicBezTo>
                  <a:cubicBezTo>
                    <a:pt x="1969" y="7404"/>
                    <a:pt x="1579" y="6691"/>
                    <a:pt x="1483" y="6139"/>
                  </a:cubicBezTo>
                  <a:lnTo>
                    <a:pt x="1483" y="6139"/>
                  </a:lnTo>
                  <a:cubicBezTo>
                    <a:pt x="1695" y="6225"/>
                    <a:pt x="1912" y="6266"/>
                    <a:pt x="2125" y="6266"/>
                  </a:cubicBezTo>
                  <a:cubicBezTo>
                    <a:pt x="2922" y="6266"/>
                    <a:pt x="3656" y="5698"/>
                    <a:pt x="3799" y="4852"/>
                  </a:cubicBezTo>
                  <a:close/>
                  <a:moveTo>
                    <a:pt x="14037" y="4852"/>
                  </a:moveTo>
                  <a:cubicBezTo>
                    <a:pt x="14180" y="5698"/>
                    <a:pt x="14914" y="6266"/>
                    <a:pt x="15711" y="6266"/>
                  </a:cubicBezTo>
                  <a:cubicBezTo>
                    <a:pt x="15924" y="6266"/>
                    <a:pt x="16141" y="6225"/>
                    <a:pt x="16353" y="6139"/>
                  </a:cubicBezTo>
                  <a:lnTo>
                    <a:pt x="16353" y="6139"/>
                  </a:lnTo>
                  <a:cubicBezTo>
                    <a:pt x="16254" y="6691"/>
                    <a:pt x="15867" y="7404"/>
                    <a:pt x="15227" y="8180"/>
                  </a:cubicBezTo>
                  <a:cubicBezTo>
                    <a:pt x="15037" y="8412"/>
                    <a:pt x="14829" y="8645"/>
                    <a:pt x="14602" y="8877"/>
                  </a:cubicBezTo>
                  <a:cubicBezTo>
                    <a:pt x="14022" y="8361"/>
                    <a:pt x="13412" y="7881"/>
                    <a:pt x="12778" y="7434"/>
                  </a:cubicBezTo>
                  <a:cubicBezTo>
                    <a:pt x="12709" y="6661"/>
                    <a:pt x="12594" y="5894"/>
                    <a:pt x="12440" y="5133"/>
                  </a:cubicBezTo>
                  <a:cubicBezTo>
                    <a:pt x="12963" y="4997"/>
                    <a:pt x="13497" y="4904"/>
                    <a:pt x="14037" y="4852"/>
                  </a:cubicBezTo>
                  <a:close/>
                  <a:moveTo>
                    <a:pt x="4964" y="8908"/>
                  </a:moveTo>
                  <a:lnTo>
                    <a:pt x="4964" y="8908"/>
                  </a:lnTo>
                  <a:cubicBezTo>
                    <a:pt x="4958" y="9158"/>
                    <a:pt x="4955" y="9409"/>
                    <a:pt x="4955" y="9662"/>
                  </a:cubicBezTo>
                  <a:cubicBezTo>
                    <a:pt x="4952" y="9916"/>
                    <a:pt x="4958" y="10167"/>
                    <a:pt x="4964" y="10417"/>
                  </a:cubicBezTo>
                  <a:cubicBezTo>
                    <a:pt x="4644" y="10170"/>
                    <a:pt x="4339" y="9916"/>
                    <a:pt x="4052" y="9662"/>
                  </a:cubicBezTo>
                  <a:cubicBezTo>
                    <a:pt x="4339" y="9409"/>
                    <a:pt x="4644" y="9155"/>
                    <a:pt x="4964" y="8908"/>
                  </a:cubicBezTo>
                  <a:close/>
                  <a:moveTo>
                    <a:pt x="12869" y="8908"/>
                  </a:moveTo>
                  <a:lnTo>
                    <a:pt x="12869" y="8908"/>
                  </a:lnTo>
                  <a:cubicBezTo>
                    <a:pt x="13189" y="9155"/>
                    <a:pt x="13491" y="9409"/>
                    <a:pt x="13781" y="9662"/>
                  </a:cubicBezTo>
                  <a:cubicBezTo>
                    <a:pt x="13494" y="9916"/>
                    <a:pt x="13189" y="10170"/>
                    <a:pt x="12869" y="10417"/>
                  </a:cubicBezTo>
                  <a:cubicBezTo>
                    <a:pt x="12875" y="10167"/>
                    <a:pt x="12878" y="9916"/>
                    <a:pt x="12881" y="9662"/>
                  </a:cubicBezTo>
                  <a:cubicBezTo>
                    <a:pt x="12881" y="9409"/>
                    <a:pt x="12875" y="9158"/>
                    <a:pt x="12869" y="8908"/>
                  </a:cubicBezTo>
                  <a:close/>
                  <a:moveTo>
                    <a:pt x="8917" y="6459"/>
                  </a:moveTo>
                  <a:cubicBezTo>
                    <a:pt x="9391" y="6688"/>
                    <a:pt x="9865" y="6942"/>
                    <a:pt x="10333" y="7211"/>
                  </a:cubicBezTo>
                  <a:cubicBezTo>
                    <a:pt x="10801" y="7482"/>
                    <a:pt x="11260" y="7766"/>
                    <a:pt x="11694" y="8059"/>
                  </a:cubicBezTo>
                  <a:cubicBezTo>
                    <a:pt x="11728" y="8581"/>
                    <a:pt x="11749" y="9119"/>
                    <a:pt x="11749" y="9662"/>
                  </a:cubicBezTo>
                  <a:cubicBezTo>
                    <a:pt x="11749" y="10206"/>
                    <a:pt x="11728" y="10743"/>
                    <a:pt x="11694" y="11266"/>
                  </a:cubicBezTo>
                  <a:cubicBezTo>
                    <a:pt x="11260" y="11559"/>
                    <a:pt x="10804" y="11839"/>
                    <a:pt x="10333" y="12114"/>
                  </a:cubicBezTo>
                  <a:cubicBezTo>
                    <a:pt x="9862" y="12386"/>
                    <a:pt x="9388" y="12637"/>
                    <a:pt x="8920" y="12869"/>
                  </a:cubicBezTo>
                  <a:cubicBezTo>
                    <a:pt x="8445" y="12640"/>
                    <a:pt x="7971" y="12386"/>
                    <a:pt x="7500" y="12114"/>
                  </a:cubicBezTo>
                  <a:cubicBezTo>
                    <a:pt x="7032" y="11842"/>
                    <a:pt x="6576" y="11559"/>
                    <a:pt x="6139" y="11266"/>
                  </a:cubicBezTo>
                  <a:cubicBezTo>
                    <a:pt x="6105" y="10743"/>
                    <a:pt x="6087" y="10206"/>
                    <a:pt x="6087" y="9662"/>
                  </a:cubicBezTo>
                  <a:cubicBezTo>
                    <a:pt x="6087" y="9119"/>
                    <a:pt x="6105" y="8581"/>
                    <a:pt x="6139" y="8059"/>
                  </a:cubicBezTo>
                  <a:cubicBezTo>
                    <a:pt x="6576" y="7766"/>
                    <a:pt x="7029" y="7485"/>
                    <a:pt x="7500" y="7211"/>
                  </a:cubicBezTo>
                  <a:cubicBezTo>
                    <a:pt x="7971" y="6942"/>
                    <a:pt x="8445" y="6688"/>
                    <a:pt x="8917" y="6459"/>
                  </a:cubicBezTo>
                  <a:close/>
                  <a:moveTo>
                    <a:pt x="11546" y="12706"/>
                  </a:moveTo>
                  <a:lnTo>
                    <a:pt x="11546" y="12706"/>
                  </a:lnTo>
                  <a:cubicBezTo>
                    <a:pt x="11492" y="13108"/>
                    <a:pt x="11426" y="13497"/>
                    <a:pt x="11350" y="13872"/>
                  </a:cubicBezTo>
                  <a:cubicBezTo>
                    <a:pt x="10988" y="13751"/>
                    <a:pt x="10619" y="13612"/>
                    <a:pt x="10242" y="13461"/>
                  </a:cubicBezTo>
                  <a:cubicBezTo>
                    <a:pt x="10462" y="13343"/>
                    <a:pt x="10680" y="13219"/>
                    <a:pt x="10897" y="13096"/>
                  </a:cubicBezTo>
                  <a:cubicBezTo>
                    <a:pt x="11115" y="12969"/>
                    <a:pt x="11332" y="12839"/>
                    <a:pt x="11546" y="12706"/>
                  </a:cubicBezTo>
                  <a:close/>
                  <a:moveTo>
                    <a:pt x="6287" y="12706"/>
                  </a:moveTo>
                  <a:cubicBezTo>
                    <a:pt x="6498" y="12836"/>
                    <a:pt x="6715" y="12966"/>
                    <a:pt x="6936" y="13092"/>
                  </a:cubicBezTo>
                  <a:cubicBezTo>
                    <a:pt x="7153" y="13219"/>
                    <a:pt x="7374" y="13343"/>
                    <a:pt x="7597" y="13461"/>
                  </a:cubicBezTo>
                  <a:lnTo>
                    <a:pt x="7594" y="13461"/>
                  </a:lnTo>
                  <a:cubicBezTo>
                    <a:pt x="7217" y="13615"/>
                    <a:pt x="6848" y="13754"/>
                    <a:pt x="6483" y="13875"/>
                  </a:cubicBezTo>
                  <a:cubicBezTo>
                    <a:pt x="6407" y="13497"/>
                    <a:pt x="6341" y="13108"/>
                    <a:pt x="6287" y="12706"/>
                  </a:cubicBezTo>
                  <a:close/>
                  <a:moveTo>
                    <a:pt x="14602" y="10447"/>
                  </a:moveTo>
                  <a:cubicBezTo>
                    <a:pt x="14829" y="10680"/>
                    <a:pt x="15037" y="10912"/>
                    <a:pt x="15227" y="11145"/>
                  </a:cubicBezTo>
                  <a:cubicBezTo>
                    <a:pt x="15867" y="11921"/>
                    <a:pt x="16254" y="12634"/>
                    <a:pt x="16353" y="13186"/>
                  </a:cubicBezTo>
                  <a:cubicBezTo>
                    <a:pt x="16141" y="13099"/>
                    <a:pt x="15923" y="13059"/>
                    <a:pt x="15710" y="13059"/>
                  </a:cubicBezTo>
                  <a:cubicBezTo>
                    <a:pt x="14912" y="13059"/>
                    <a:pt x="14180" y="13627"/>
                    <a:pt x="14034" y="14472"/>
                  </a:cubicBezTo>
                  <a:cubicBezTo>
                    <a:pt x="13497" y="14421"/>
                    <a:pt x="12963" y="14327"/>
                    <a:pt x="12440" y="14192"/>
                  </a:cubicBezTo>
                  <a:cubicBezTo>
                    <a:pt x="12594" y="13431"/>
                    <a:pt x="12709" y="12664"/>
                    <a:pt x="12778" y="11891"/>
                  </a:cubicBezTo>
                  <a:cubicBezTo>
                    <a:pt x="13412" y="11444"/>
                    <a:pt x="14022" y="10964"/>
                    <a:pt x="14602" y="10447"/>
                  </a:cubicBezTo>
                  <a:close/>
                  <a:moveTo>
                    <a:pt x="3231" y="10447"/>
                  </a:moveTo>
                  <a:cubicBezTo>
                    <a:pt x="3811" y="10964"/>
                    <a:pt x="4421" y="11444"/>
                    <a:pt x="5055" y="11891"/>
                  </a:cubicBezTo>
                  <a:cubicBezTo>
                    <a:pt x="5124" y="12664"/>
                    <a:pt x="5239" y="13434"/>
                    <a:pt x="5393" y="14195"/>
                  </a:cubicBezTo>
                  <a:cubicBezTo>
                    <a:pt x="5079" y="14273"/>
                    <a:pt x="4774" y="14336"/>
                    <a:pt x="4478" y="14388"/>
                  </a:cubicBezTo>
                  <a:cubicBezTo>
                    <a:pt x="4028" y="14462"/>
                    <a:pt x="3616" y="14499"/>
                    <a:pt x="3250" y="14499"/>
                  </a:cubicBezTo>
                  <a:cubicBezTo>
                    <a:pt x="2389" y="14499"/>
                    <a:pt x="1786" y="14296"/>
                    <a:pt x="1561" y="13908"/>
                  </a:cubicBezTo>
                  <a:cubicBezTo>
                    <a:pt x="1244" y="13358"/>
                    <a:pt x="1634" y="12326"/>
                    <a:pt x="2606" y="11145"/>
                  </a:cubicBezTo>
                  <a:cubicBezTo>
                    <a:pt x="2796" y="10912"/>
                    <a:pt x="3007" y="10680"/>
                    <a:pt x="3231" y="10447"/>
                  </a:cubicBezTo>
                  <a:close/>
                  <a:moveTo>
                    <a:pt x="15707" y="14191"/>
                  </a:moveTo>
                  <a:cubicBezTo>
                    <a:pt x="15999" y="14191"/>
                    <a:pt x="16278" y="14416"/>
                    <a:pt x="16278" y="14759"/>
                  </a:cubicBezTo>
                  <a:cubicBezTo>
                    <a:pt x="16278" y="15070"/>
                    <a:pt x="16024" y="15324"/>
                    <a:pt x="15710" y="15324"/>
                  </a:cubicBezTo>
                  <a:cubicBezTo>
                    <a:pt x="15206" y="15324"/>
                    <a:pt x="14952" y="14714"/>
                    <a:pt x="15309" y="14358"/>
                  </a:cubicBezTo>
                  <a:cubicBezTo>
                    <a:pt x="15425" y="14242"/>
                    <a:pt x="15568" y="14191"/>
                    <a:pt x="15707" y="14191"/>
                  </a:cubicBezTo>
                  <a:close/>
                  <a:moveTo>
                    <a:pt x="8917" y="14122"/>
                  </a:moveTo>
                  <a:cubicBezTo>
                    <a:pt x="9623" y="14448"/>
                    <a:pt x="10348" y="14735"/>
                    <a:pt x="11084" y="14980"/>
                  </a:cubicBezTo>
                  <a:cubicBezTo>
                    <a:pt x="10994" y="15297"/>
                    <a:pt x="10894" y="15602"/>
                    <a:pt x="10789" y="15892"/>
                  </a:cubicBezTo>
                  <a:cubicBezTo>
                    <a:pt x="10251" y="17332"/>
                    <a:pt x="9551" y="18192"/>
                    <a:pt x="8917" y="18192"/>
                  </a:cubicBezTo>
                  <a:cubicBezTo>
                    <a:pt x="8282" y="18192"/>
                    <a:pt x="7582" y="17332"/>
                    <a:pt x="7044" y="15892"/>
                  </a:cubicBezTo>
                  <a:cubicBezTo>
                    <a:pt x="6939" y="15602"/>
                    <a:pt x="6839" y="15300"/>
                    <a:pt x="6749" y="14980"/>
                  </a:cubicBezTo>
                  <a:cubicBezTo>
                    <a:pt x="7488" y="14735"/>
                    <a:pt x="8213" y="14448"/>
                    <a:pt x="8917" y="14122"/>
                  </a:cubicBezTo>
                  <a:close/>
                  <a:moveTo>
                    <a:pt x="8917" y="0"/>
                  </a:moveTo>
                  <a:cubicBezTo>
                    <a:pt x="7757" y="0"/>
                    <a:pt x="6715" y="1081"/>
                    <a:pt x="5985" y="3041"/>
                  </a:cubicBezTo>
                  <a:cubicBezTo>
                    <a:pt x="5867" y="3355"/>
                    <a:pt x="5758" y="3687"/>
                    <a:pt x="5662" y="4031"/>
                  </a:cubicBezTo>
                  <a:cubicBezTo>
                    <a:pt x="4919" y="3844"/>
                    <a:pt x="4215" y="3732"/>
                    <a:pt x="3587" y="3702"/>
                  </a:cubicBezTo>
                  <a:cubicBezTo>
                    <a:pt x="3271" y="3173"/>
                    <a:pt x="2709" y="2871"/>
                    <a:pt x="2126" y="2871"/>
                  </a:cubicBezTo>
                  <a:cubicBezTo>
                    <a:pt x="1901" y="2871"/>
                    <a:pt x="1673" y="2916"/>
                    <a:pt x="1455" y="3011"/>
                  </a:cubicBezTo>
                  <a:cubicBezTo>
                    <a:pt x="670" y="3346"/>
                    <a:pt x="260" y="4212"/>
                    <a:pt x="492" y="5034"/>
                  </a:cubicBezTo>
                  <a:cubicBezTo>
                    <a:pt x="54" y="6024"/>
                    <a:pt x="489" y="7389"/>
                    <a:pt x="1733" y="8898"/>
                  </a:cubicBezTo>
                  <a:cubicBezTo>
                    <a:pt x="1942" y="9152"/>
                    <a:pt x="2171" y="9409"/>
                    <a:pt x="2416" y="9662"/>
                  </a:cubicBezTo>
                  <a:cubicBezTo>
                    <a:pt x="2171" y="9916"/>
                    <a:pt x="1942" y="10170"/>
                    <a:pt x="1733" y="10426"/>
                  </a:cubicBezTo>
                  <a:cubicBezTo>
                    <a:pt x="411" y="12033"/>
                    <a:pt x="0" y="13470"/>
                    <a:pt x="583" y="14475"/>
                  </a:cubicBezTo>
                  <a:cubicBezTo>
                    <a:pt x="1021" y="15233"/>
                    <a:pt x="1954" y="15629"/>
                    <a:pt x="3270" y="15629"/>
                  </a:cubicBezTo>
                  <a:cubicBezTo>
                    <a:pt x="3738" y="15626"/>
                    <a:pt x="4203" y="15584"/>
                    <a:pt x="4662" y="15505"/>
                  </a:cubicBezTo>
                  <a:cubicBezTo>
                    <a:pt x="4985" y="15451"/>
                    <a:pt x="5320" y="15378"/>
                    <a:pt x="5662" y="15294"/>
                  </a:cubicBezTo>
                  <a:cubicBezTo>
                    <a:pt x="5761" y="15641"/>
                    <a:pt x="5867" y="15970"/>
                    <a:pt x="5985" y="16284"/>
                  </a:cubicBezTo>
                  <a:cubicBezTo>
                    <a:pt x="6715" y="18244"/>
                    <a:pt x="7757" y="19325"/>
                    <a:pt x="8917" y="19325"/>
                  </a:cubicBezTo>
                  <a:cubicBezTo>
                    <a:pt x="10076" y="19325"/>
                    <a:pt x="11118" y="18244"/>
                    <a:pt x="11848" y="16284"/>
                  </a:cubicBezTo>
                  <a:cubicBezTo>
                    <a:pt x="11966" y="15970"/>
                    <a:pt x="12075" y="15638"/>
                    <a:pt x="12171" y="15294"/>
                  </a:cubicBezTo>
                  <a:cubicBezTo>
                    <a:pt x="12917" y="15481"/>
                    <a:pt x="13618" y="15593"/>
                    <a:pt x="14246" y="15623"/>
                  </a:cubicBezTo>
                  <a:cubicBezTo>
                    <a:pt x="14562" y="16152"/>
                    <a:pt x="15123" y="16453"/>
                    <a:pt x="15705" y="16453"/>
                  </a:cubicBezTo>
                  <a:cubicBezTo>
                    <a:pt x="15930" y="16453"/>
                    <a:pt x="16159" y="16408"/>
                    <a:pt x="16378" y="16314"/>
                  </a:cubicBezTo>
                  <a:cubicBezTo>
                    <a:pt x="17163" y="15979"/>
                    <a:pt x="17573" y="15112"/>
                    <a:pt x="17341" y="14291"/>
                  </a:cubicBezTo>
                  <a:cubicBezTo>
                    <a:pt x="17779" y="13301"/>
                    <a:pt x="17344" y="11936"/>
                    <a:pt x="16100" y="10426"/>
                  </a:cubicBezTo>
                  <a:cubicBezTo>
                    <a:pt x="15891" y="10170"/>
                    <a:pt x="15662" y="9916"/>
                    <a:pt x="15417" y="9662"/>
                  </a:cubicBezTo>
                  <a:cubicBezTo>
                    <a:pt x="15662" y="9409"/>
                    <a:pt x="15891" y="9152"/>
                    <a:pt x="16100" y="8898"/>
                  </a:cubicBezTo>
                  <a:cubicBezTo>
                    <a:pt x="17347" y="7389"/>
                    <a:pt x="17779" y="6024"/>
                    <a:pt x="17341" y="5034"/>
                  </a:cubicBezTo>
                  <a:cubicBezTo>
                    <a:pt x="17573" y="4212"/>
                    <a:pt x="17163" y="3346"/>
                    <a:pt x="16378" y="3011"/>
                  </a:cubicBezTo>
                  <a:cubicBezTo>
                    <a:pt x="16159" y="2916"/>
                    <a:pt x="15930" y="2871"/>
                    <a:pt x="15705" y="2871"/>
                  </a:cubicBezTo>
                  <a:cubicBezTo>
                    <a:pt x="15123" y="2871"/>
                    <a:pt x="14562" y="3173"/>
                    <a:pt x="14246" y="3702"/>
                  </a:cubicBezTo>
                  <a:cubicBezTo>
                    <a:pt x="13615" y="3732"/>
                    <a:pt x="12914" y="3844"/>
                    <a:pt x="12171" y="4031"/>
                  </a:cubicBezTo>
                  <a:cubicBezTo>
                    <a:pt x="12075" y="3684"/>
                    <a:pt x="11966" y="3355"/>
                    <a:pt x="11848" y="3041"/>
                  </a:cubicBezTo>
                  <a:cubicBezTo>
                    <a:pt x="11118" y="1081"/>
                    <a:pt x="10076" y="0"/>
                    <a:pt x="89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88" name="Google Shape;2988;p52"/>
            <p:cNvSpPr/>
            <p:nvPr/>
          </p:nvSpPr>
          <p:spPr>
            <a:xfrm>
              <a:off x="2280775" y="4003900"/>
              <a:ext cx="88275" cy="85025"/>
            </a:xfrm>
            <a:custGeom>
              <a:avLst/>
              <a:gdLst/>
              <a:ahLst/>
              <a:cxnLst/>
              <a:rect l="l" t="t" r="r" b="b"/>
              <a:pathLst>
                <a:path w="3531" h="3401" extrusionOk="0">
                  <a:moveTo>
                    <a:pt x="1698" y="1136"/>
                  </a:moveTo>
                  <a:cubicBezTo>
                    <a:pt x="2202" y="1136"/>
                    <a:pt x="2455" y="1743"/>
                    <a:pt x="2099" y="2102"/>
                  </a:cubicBezTo>
                  <a:cubicBezTo>
                    <a:pt x="1983" y="2217"/>
                    <a:pt x="1841" y="2268"/>
                    <a:pt x="1703" y="2268"/>
                  </a:cubicBezTo>
                  <a:cubicBezTo>
                    <a:pt x="1411" y="2268"/>
                    <a:pt x="1133" y="2042"/>
                    <a:pt x="1133" y="1700"/>
                  </a:cubicBezTo>
                  <a:cubicBezTo>
                    <a:pt x="1133" y="1386"/>
                    <a:pt x="1383" y="1136"/>
                    <a:pt x="1698" y="1136"/>
                  </a:cubicBezTo>
                  <a:close/>
                  <a:moveTo>
                    <a:pt x="1698" y="1"/>
                  </a:moveTo>
                  <a:cubicBezTo>
                    <a:pt x="1479" y="1"/>
                    <a:pt x="1258" y="43"/>
                    <a:pt x="1048" y="130"/>
                  </a:cubicBezTo>
                  <a:cubicBezTo>
                    <a:pt x="414" y="393"/>
                    <a:pt x="1" y="1012"/>
                    <a:pt x="1" y="1700"/>
                  </a:cubicBezTo>
                  <a:cubicBezTo>
                    <a:pt x="1" y="2639"/>
                    <a:pt x="758" y="3397"/>
                    <a:pt x="1698" y="3400"/>
                  </a:cubicBezTo>
                  <a:cubicBezTo>
                    <a:pt x="2386" y="3400"/>
                    <a:pt x="3005" y="2984"/>
                    <a:pt x="3268" y="2350"/>
                  </a:cubicBezTo>
                  <a:cubicBezTo>
                    <a:pt x="3530" y="1715"/>
                    <a:pt x="3385" y="985"/>
                    <a:pt x="2899" y="499"/>
                  </a:cubicBezTo>
                  <a:cubicBezTo>
                    <a:pt x="2574" y="173"/>
                    <a:pt x="2140" y="1"/>
                    <a:pt x="16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989" name="Google Shape;2989;p52"/>
          <p:cNvGrpSpPr/>
          <p:nvPr/>
        </p:nvGrpSpPr>
        <p:grpSpPr>
          <a:xfrm>
            <a:off x="6569041" y="1238880"/>
            <a:ext cx="340168" cy="309628"/>
            <a:chOff x="1487200" y="4421025"/>
            <a:chExt cx="483125" cy="439750"/>
          </a:xfrm>
        </p:grpSpPr>
        <p:sp>
          <p:nvSpPr>
            <p:cNvPr id="2990" name="Google Shape;2990;p52"/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91" name="Google Shape;2991;p52"/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92" name="Google Shape;2992;p52"/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93" name="Google Shape;2993;p52"/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994" name="Google Shape;2994;p52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Признание</a:t>
            </a:r>
            <a:endParaRPr dirty="0"/>
          </a:p>
        </p:txBody>
      </p:sp>
      <p:sp>
        <p:nvSpPr>
          <p:cNvPr id="2995" name="Google Shape;2995;p52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Секция само за изпълнителите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96" name="Google Shape;2996;p52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Галерия</a:t>
            </a:r>
            <a:endParaRPr dirty="0"/>
          </a:p>
        </p:txBody>
      </p:sp>
      <p:sp>
        <p:nvSpPr>
          <p:cNvPr id="2997" name="Google Shape;2997;p52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Галерия със снимки от заведението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998" name="Google Shape;2998;p52"/>
          <p:cNvGrpSpPr/>
          <p:nvPr/>
        </p:nvGrpSpPr>
        <p:grpSpPr>
          <a:xfrm>
            <a:off x="4401917" y="2877182"/>
            <a:ext cx="340168" cy="298978"/>
            <a:chOff x="892750" y="267400"/>
            <a:chExt cx="483125" cy="424625"/>
          </a:xfrm>
        </p:grpSpPr>
        <p:sp>
          <p:nvSpPr>
            <p:cNvPr id="2999" name="Google Shape;2999;p52"/>
            <p:cNvSpPr/>
            <p:nvPr/>
          </p:nvSpPr>
          <p:spPr>
            <a:xfrm>
              <a:off x="892750" y="26740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2832" y="1133"/>
                  </a:moveTo>
                  <a:cubicBezTo>
                    <a:pt x="3143" y="1133"/>
                    <a:pt x="3397" y="1383"/>
                    <a:pt x="3397" y="1697"/>
                  </a:cubicBezTo>
                  <a:lnTo>
                    <a:pt x="3397" y="2265"/>
                  </a:lnTo>
                  <a:lnTo>
                    <a:pt x="2265" y="2265"/>
                  </a:lnTo>
                  <a:lnTo>
                    <a:pt x="2265" y="1697"/>
                  </a:lnTo>
                  <a:cubicBezTo>
                    <a:pt x="2265" y="1383"/>
                    <a:pt x="2518" y="1133"/>
                    <a:pt x="2832" y="1133"/>
                  </a:cubicBezTo>
                  <a:close/>
                  <a:moveTo>
                    <a:pt x="11927" y="1133"/>
                  </a:moveTo>
                  <a:cubicBezTo>
                    <a:pt x="12241" y="1133"/>
                    <a:pt x="12494" y="1383"/>
                    <a:pt x="12494" y="1697"/>
                  </a:cubicBezTo>
                  <a:lnTo>
                    <a:pt x="12494" y="2265"/>
                  </a:lnTo>
                  <a:lnTo>
                    <a:pt x="6833" y="2265"/>
                  </a:lnTo>
                  <a:lnTo>
                    <a:pt x="6833" y="1697"/>
                  </a:lnTo>
                  <a:cubicBezTo>
                    <a:pt x="6833" y="1383"/>
                    <a:pt x="7084" y="1133"/>
                    <a:pt x="7398" y="1133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48"/>
                    <a:pt x="18192" y="3962"/>
                  </a:cubicBezTo>
                  <a:lnTo>
                    <a:pt x="18192" y="4530"/>
                  </a:lnTo>
                  <a:lnTo>
                    <a:pt x="17628" y="4530"/>
                  </a:lnTo>
                  <a:cubicBezTo>
                    <a:pt x="16688" y="4530"/>
                    <a:pt x="15928" y="5288"/>
                    <a:pt x="15928" y="6227"/>
                  </a:cubicBezTo>
                  <a:lnTo>
                    <a:pt x="15928" y="9059"/>
                  </a:lnTo>
                  <a:lnTo>
                    <a:pt x="13584" y="9059"/>
                  </a:lnTo>
                  <a:cubicBezTo>
                    <a:pt x="13304" y="7108"/>
                    <a:pt x="11631" y="5662"/>
                    <a:pt x="9662" y="5662"/>
                  </a:cubicBezTo>
                  <a:cubicBezTo>
                    <a:pt x="7694" y="5662"/>
                    <a:pt x="6021" y="7108"/>
                    <a:pt x="5740" y="9059"/>
                  </a:cubicBezTo>
                  <a:lnTo>
                    <a:pt x="3397" y="9059"/>
                  </a:lnTo>
                  <a:lnTo>
                    <a:pt x="3397" y="6227"/>
                  </a:lnTo>
                  <a:cubicBezTo>
                    <a:pt x="3397" y="5288"/>
                    <a:pt x="2636" y="4530"/>
                    <a:pt x="1700" y="4530"/>
                  </a:cubicBezTo>
                  <a:lnTo>
                    <a:pt x="1132" y="4530"/>
                  </a:lnTo>
                  <a:lnTo>
                    <a:pt x="1132" y="3962"/>
                  </a:lnTo>
                  <a:cubicBezTo>
                    <a:pt x="1132" y="3648"/>
                    <a:pt x="1386" y="3397"/>
                    <a:pt x="1700" y="3397"/>
                  </a:cubicBezTo>
                  <a:close/>
                  <a:moveTo>
                    <a:pt x="9663" y="6793"/>
                  </a:moveTo>
                  <a:cubicBezTo>
                    <a:pt x="10399" y="6793"/>
                    <a:pt x="11123" y="7080"/>
                    <a:pt x="11664" y="7622"/>
                  </a:cubicBezTo>
                  <a:cubicBezTo>
                    <a:pt x="12473" y="8431"/>
                    <a:pt x="12715" y="9648"/>
                    <a:pt x="12277" y="10708"/>
                  </a:cubicBezTo>
                  <a:cubicBezTo>
                    <a:pt x="11839" y="11764"/>
                    <a:pt x="10807" y="12456"/>
                    <a:pt x="9662" y="12456"/>
                  </a:cubicBezTo>
                  <a:cubicBezTo>
                    <a:pt x="8098" y="12453"/>
                    <a:pt x="6833" y="11188"/>
                    <a:pt x="6833" y="9624"/>
                  </a:cubicBezTo>
                  <a:cubicBezTo>
                    <a:pt x="6833" y="8479"/>
                    <a:pt x="7521" y="7447"/>
                    <a:pt x="8578" y="7009"/>
                  </a:cubicBezTo>
                  <a:cubicBezTo>
                    <a:pt x="8929" y="6864"/>
                    <a:pt x="9298" y="6793"/>
                    <a:pt x="9663" y="6793"/>
                  </a:cubicBezTo>
                  <a:close/>
                  <a:moveTo>
                    <a:pt x="1700" y="5662"/>
                  </a:moveTo>
                  <a:cubicBezTo>
                    <a:pt x="2011" y="5662"/>
                    <a:pt x="2265" y="5913"/>
                    <a:pt x="2265" y="6227"/>
                  </a:cubicBezTo>
                  <a:lnTo>
                    <a:pt x="2265" y="13020"/>
                  </a:lnTo>
                  <a:cubicBezTo>
                    <a:pt x="2265" y="13334"/>
                    <a:pt x="2011" y="13588"/>
                    <a:pt x="1700" y="13588"/>
                  </a:cubicBezTo>
                  <a:lnTo>
                    <a:pt x="1132" y="13588"/>
                  </a:lnTo>
                  <a:lnTo>
                    <a:pt x="1132" y="5662"/>
                  </a:lnTo>
                  <a:close/>
                  <a:moveTo>
                    <a:pt x="18192" y="5662"/>
                  </a:moveTo>
                  <a:lnTo>
                    <a:pt x="18192" y="13588"/>
                  </a:lnTo>
                  <a:lnTo>
                    <a:pt x="17628" y="13588"/>
                  </a:lnTo>
                  <a:cubicBezTo>
                    <a:pt x="17314" y="13588"/>
                    <a:pt x="17060" y="13334"/>
                    <a:pt x="17060" y="13020"/>
                  </a:cubicBezTo>
                  <a:lnTo>
                    <a:pt x="17060" y="6227"/>
                  </a:lnTo>
                  <a:cubicBezTo>
                    <a:pt x="17060" y="5913"/>
                    <a:pt x="17314" y="5662"/>
                    <a:pt x="17628" y="5662"/>
                  </a:cubicBezTo>
                  <a:close/>
                  <a:moveTo>
                    <a:pt x="15928" y="10191"/>
                  </a:moveTo>
                  <a:lnTo>
                    <a:pt x="15928" y="13020"/>
                  </a:lnTo>
                  <a:cubicBezTo>
                    <a:pt x="15928" y="13959"/>
                    <a:pt x="16688" y="14717"/>
                    <a:pt x="17628" y="14720"/>
                  </a:cubicBezTo>
                  <a:lnTo>
                    <a:pt x="18192" y="14720"/>
                  </a:lnTo>
                  <a:lnTo>
                    <a:pt x="18192" y="15285"/>
                  </a:lnTo>
                  <a:cubicBezTo>
                    <a:pt x="18192" y="15599"/>
                    <a:pt x="17939" y="15853"/>
                    <a:pt x="17628" y="15853"/>
                  </a:cubicBezTo>
                  <a:lnTo>
                    <a:pt x="1700" y="15853"/>
                  </a:lnTo>
                  <a:cubicBezTo>
                    <a:pt x="1386" y="15853"/>
                    <a:pt x="1132" y="15599"/>
                    <a:pt x="1132" y="15285"/>
                  </a:cubicBezTo>
                  <a:lnTo>
                    <a:pt x="1132" y="14720"/>
                  </a:lnTo>
                  <a:lnTo>
                    <a:pt x="1700" y="14720"/>
                  </a:lnTo>
                  <a:cubicBezTo>
                    <a:pt x="2636" y="14717"/>
                    <a:pt x="3397" y="13959"/>
                    <a:pt x="3397" y="13020"/>
                  </a:cubicBezTo>
                  <a:lnTo>
                    <a:pt x="3397" y="10191"/>
                  </a:lnTo>
                  <a:lnTo>
                    <a:pt x="5740" y="10191"/>
                  </a:lnTo>
                  <a:cubicBezTo>
                    <a:pt x="6021" y="12139"/>
                    <a:pt x="7694" y="13585"/>
                    <a:pt x="9662" y="13585"/>
                  </a:cubicBezTo>
                  <a:cubicBezTo>
                    <a:pt x="11631" y="13585"/>
                    <a:pt x="13304" y="12139"/>
                    <a:pt x="13584" y="10191"/>
                  </a:cubicBezTo>
                  <a:close/>
                  <a:moveTo>
                    <a:pt x="2832" y="1"/>
                  </a:moveTo>
                  <a:cubicBezTo>
                    <a:pt x="1893" y="1"/>
                    <a:pt x="1132" y="758"/>
                    <a:pt x="1132" y="1697"/>
                  </a:cubicBezTo>
                  <a:lnTo>
                    <a:pt x="1132" y="2362"/>
                  </a:lnTo>
                  <a:cubicBezTo>
                    <a:pt x="453" y="2600"/>
                    <a:pt x="0" y="3243"/>
                    <a:pt x="0" y="3962"/>
                  </a:cubicBezTo>
                  <a:lnTo>
                    <a:pt x="0" y="15285"/>
                  </a:lnTo>
                  <a:cubicBezTo>
                    <a:pt x="0" y="16224"/>
                    <a:pt x="761" y="16982"/>
                    <a:pt x="1700" y="16985"/>
                  </a:cubicBezTo>
                  <a:lnTo>
                    <a:pt x="17628" y="16985"/>
                  </a:lnTo>
                  <a:cubicBezTo>
                    <a:pt x="18564" y="16982"/>
                    <a:pt x="19324" y="16224"/>
                    <a:pt x="19324" y="15285"/>
                  </a:cubicBezTo>
                  <a:lnTo>
                    <a:pt x="19324" y="3962"/>
                  </a:lnTo>
                  <a:cubicBezTo>
                    <a:pt x="19324" y="3023"/>
                    <a:pt x="18564" y="2265"/>
                    <a:pt x="17628" y="2265"/>
                  </a:cubicBezTo>
                  <a:lnTo>
                    <a:pt x="13627" y="2265"/>
                  </a:lnTo>
                  <a:lnTo>
                    <a:pt x="13627" y="1697"/>
                  </a:lnTo>
                  <a:cubicBezTo>
                    <a:pt x="13624" y="758"/>
                    <a:pt x="12866" y="1"/>
                    <a:pt x="11927" y="1"/>
                  </a:cubicBezTo>
                  <a:lnTo>
                    <a:pt x="7398" y="1"/>
                  </a:lnTo>
                  <a:cubicBezTo>
                    <a:pt x="6459" y="1"/>
                    <a:pt x="5701" y="758"/>
                    <a:pt x="5701" y="1697"/>
                  </a:cubicBezTo>
                  <a:lnTo>
                    <a:pt x="5701" y="2265"/>
                  </a:lnTo>
                  <a:lnTo>
                    <a:pt x="4529" y="2265"/>
                  </a:lnTo>
                  <a:lnTo>
                    <a:pt x="4529" y="1697"/>
                  </a:lnTo>
                  <a:cubicBezTo>
                    <a:pt x="4529" y="758"/>
                    <a:pt x="3768" y="1"/>
                    <a:pt x="28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0" name="Google Shape;3000;p52"/>
            <p:cNvSpPr/>
            <p:nvPr/>
          </p:nvSpPr>
          <p:spPr>
            <a:xfrm>
              <a:off x="1091875" y="4655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2"/>
                    <a:pt x="1048" y="129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6"/>
                    <a:pt x="1697" y="3399"/>
                  </a:cubicBezTo>
                  <a:cubicBezTo>
                    <a:pt x="2386" y="3399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1" name="Google Shape;3001;p52"/>
            <p:cNvSpPr/>
            <p:nvPr/>
          </p:nvSpPr>
          <p:spPr>
            <a:xfrm>
              <a:off x="1005975" y="380625"/>
              <a:ext cx="28325" cy="28350"/>
            </a:xfrm>
            <a:custGeom>
              <a:avLst/>
              <a:gdLst/>
              <a:ahLst/>
              <a:cxnLst/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2" y="879"/>
                    <a:pt x="1132" y="565"/>
                  </a:cubicBezTo>
                  <a:cubicBezTo>
                    <a:pt x="1132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002" name="Google Shape;3002;p52"/>
          <p:cNvSpPr/>
          <p:nvPr/>
        </p:nvSpPr>
        <p:spPr>
          <a:xfrm>
            <a:off x="2254479" y="2837436"/>
            <a:ext cx="300792" cy="338725"/>
          </a:xfrm>
          <a:custGeom>
            <a:avLst/>
            <a:gdLst/>
            <a:ahLst/>
            <a:cxnLst/>
            <a:rect l="l" t="t" r="r" b="b"/>
            <a:pathLst>
              <a:path w="17088" h="19243" extrusionOk="0">
                <a:moveTo>
                  <a:pt x="15955" y="1281"/>
                </a:moveTo>
                <a:lnTo>
                  <a:pt x="15955" y="3452"/>
                </a:lnTo>
                <a:lnTo>
                  <a:pt x="5586" y="5877"/>
                </a:lnTo>
                <a:lnTo>
                  <a:pt x="5586" y="3703"/>
                </a:lnTo>
                <a:lnTo>
                  <a:pt x="15955" y="1281"/>
                </a:lnTo>
                <a:close/>
                <a:moveTo>
                  <a:pt x="14425" y="12363"/>
                </a:moveTo>
                <a:cubicBezTo>
                  <a:pt x="14622" y="12363"/>
                  <a:pt x="14821" y="12401"/>
                  <a:pt x="15010" y="12480"/>
                </a:cubicBezTo>
                <a:cubicBezTo>
                  <a:pt x="15584" y="12716"/>
                  <a:pt x="15955" y="13274"/>
                  <a:pt x="15955" y="13893"/>
                </a:cubicBezTo>
                <a:cubicBezTo>
                  <a:pt x="15955" y="14739"/>
                  <a:pt x="15270" y="15421"/>
                  <a:pt x="14424" y="15421"/>
                </a:cubicBezTo>
                <a:cubicBezTo>
                  <a:pt x="13805" y="15421"/>
                  <a:pt x="13250" y="15050"/>
                  <a:pt x="13011" y="14479"/>
                </a:cubicBezTo>
                <a:cubicBezTo>
                  <a:pt x="12776" y="13905"/>
                  <a:pt x="12905" y="13247"/>
                  <a:pt x="13343" y="12809"/>
                </a:cubicBezTo>
                <a:cubicBezTo>
                  <a:pt x="13636" y="12519"/>
                  <a:pt x="14027" y="12363"/>
                  <a:pt x="14425" y="12363"/>
                </a:cubicBezTo>
                <a:close/>
                <a:moveTo>
                  <a:pt x="2925" y="15050"/>
                </a:moveTo>
                <a:cubicBezTo>
                  <a:pt x="3122" y="15050"/>
                  <a:pt x="3322" y="15088"/>
                  <a:pt x="3512" y="15168"/>
                </a:cubicBezTo>
                <a:cubicBezTo>
                  <a:pt x="4083" y="15403"/>
                  <a:pt x="4454" y="15962"/>
                  <a:pt x="4454" y="16581"/>
                </a:cubicBezTo>
                <a:cubicBezTo>
                  <a:pt x="4454" y="17423"/>
                  <a:pt x="3769" y="18108"/>
                  <a:pt x="2926" y="18108"/>
                </a:cubicBezTo>
                <a:cubicBezTo>
                  <a:pt x="2307" y="18108"/>
                  <a:pt x="1749" y="17737"/>
                  <a:pt x="1513" y="17166"/>
                </a:cubicBezTo>
                <a:cubicBezTo>
                  <a:pt x="1275" y="16593"/>
                  <a:pt x="1407" y="15934"/>
                  <a:pt x="1845" y="15497"/>
                </a:cubicBezTo>
                <a:cubicBezTo>
                  <a:pt x="2136" y="15206"/>
                  <a:pt x="2527" y="15050"/>
                  <a:pt x="2925" y="15050"/>
                </a:cubicBezTo>
                <a:close/>
                <a:moveTo>
                  <a:pt x="16525" y="0"/>
                </a:moveTo>
                <a:cubicBezTo>
                  <a:pt x="16481" y="0"/>
                  <a:pt x="16437" y="5"/>
                  <a:pt x="16393" y="16"/>
                </a:cubicBezTo>
                <a:lnTo>
                  <a:pt x="4892" y="2703"/>
                </a:lnTo>
                <a:cubicBezTo>
                  <a:pt x="4635" y="2761"/>
                  <a:pt x="4454" y="2990"/>
                  <a:pt x="4454" y="3253"/>
                </a:cubicBezTo>
                <a:lnTo>
                  <a:pt x="4454" y="14404"/>
                </a:lnTo>
                <a:cubicBezTo>
                  <a:pt x="3994" y="14081"/>
                  <a:pt x="3459" y="13921"/>
                  <a:pt x="2926" y="13921"/>
                </a:cubicBezTo>
                <a:cubicBezTo>
                  <a:pt x="2299" y="13921"/>
                  <a:pt x="1673" y="14143"/>
                  <a:pt x="1175" y="14579"/>
                </a:cubicBezTo>
                <a:cubicBezTo>
                  <a:pt x="251" y="15388"/>
                  <a:pt x="0" y="16720"/>
                  <a:pt x="568" y="17810"/>
                </a:cubicBezTo>
                <a:cubicBezTo>
                  <a:pt x="1032" y="18704"/>
                  <a:pt x="1950" y="19242"/>
                  <a:pt x="2925" y="19242"/>
                </a:cubicBezTo>
                <a:cubicBezTo>
                  <a:pt x="3136" y="19242"/>
                  <a:pt x="3349" y="19217"/>
                  <a:pt x="3560" y="19165"/>
                </a:cubicBezTo>
                <a:cubicBezTo>
                  <a:pt x="4750" y="18872"/>
                  <a:pt x="5589" y="17807"/>
                  <a:pt x="5586" y="16581"/>
                </a:cubicBezTo>
                <a:lnTo>
                  <a:pt x="5586" y="7039"/>
                </a:lnTo>
                <a:lnTo>
                  <a:pt x="15955" y="4618"/>
                </a:lnTo>
                <a:lnTo>
                  <a:pt x="15955" y="11716"/>
                </a:lnTo>
                <a:cubicBezTo>
                  <a:pt x="15508" y="11399"/>
                  <a:pt x="14974" y="11230"/>
                  <a:pt x="14424" y="11230"/>
                </a:cubicBezTo>
                <a:cubicBezTo>
                  <a:pt x="13349" y="11230"/>
                  <a:pt x="12377" y="11879"/>
                  <a:pt x="11966" y="12873"/>
                </a:cubicBezTo>
                <a:cubicBezTo>
                  <a:pt x="11553" y="13869"/>
                  <a:pt x="11782" y="15014"/>
                  <a:pt x="12543" y="15774"/>
                </a:cubicBezTo>
                <a:cubicBezTo>
                  <a:pt x="13052" y="16283"/>
                  <a:pt x="13733" y="16555"/>
                  <a:pt x="14426" y="16555"/>
                </a:cubicBezTo>
                <a:cubicBezTo>
                  <a:pt x="14769" y="16555"/>
                  <a:pt x="15115" y="16488"/>
                  <a:pt x="15445" y="16351"/>
                </a:cubicBezTo>
                <a:cubicBezTo>
                  <a:pt x="16438" y="15941"/>
                  <a:pt x="17087" y="14968"/>
                  <a:pt x="17087" y="13893"/>
                </a:cubicBezTo>
                <a:lnTo>
                  <a:pt x="17087" y="565"/>
                </a:lnTo>
                <a:cubicBezTo>
                  <a:pt x="17087" y="246"/>
                  <a:pt x="16826" y="0"/>
                  <a:pt x="1652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3003" name="Google Shape;3003;p52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Резервация</a:t>
            </a:r>
            <a:endParaRPr dirty="0"/>
          </a:p>
        </p:txBody>
      </p:sp>
      <p:sp>
        <p:nvSpPr>
          <p:cNvPr id="3004" name="Google Shape;3004;p52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Иновативно запазване на място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5" name="Google Shape;13620;p77">
            <a:extLst>
              <a:ext uri="{FF2B5EF4-FFF2-40B4-BE49-F238E27FC236}">
                <a16:creationId xmlns:a16="http://schemas.microsoft.com/office/drawing/2014/main" id="{469DAAC1-2C5A-6A59-A8F7-4DC758E06C1F}"/>
              </a:ext>
            </a:extLst>
          </p:cNvPr>
          <p:cNvSpPr/>
          <p:nvPr/>
        </p:nvSpPr>
        <p:spPr>
          <a:xfrm>
            <a:off x="4407632" y="1174709"/>
            <a:ext cx="268977" cy="373766"/>
          </a:xfrm>
          <a:custGeom>
            <a:avLst/>
            <a:gdLst/>
            <a:ahLst/>
            <a:cxnLst/>
            <a:rect l="l" t="t" r="r" b="b"/>
            <a:pathLst>
              <a:path w="9138" h="12698" extrusionOk="0">
                <a:moveTo>
                  <a:pt x="7467" y="851"/>
                </a:moveTo>
                <a:lnTo>
                  <a:pt x="7467" y="1765"/>
                </a:lnTo>
                <a:cubicBezTo>
                  <a:pt x="7467" y="2363"/>
                  <a:pt x="7373" y="2931"/>
                  <a:pt x="7152" y="3466"/>
                </a:cubicBezTo>
                <a:cubicBezTo>
                  <a:pt x="6849" y="3390"/>
                  <a:pt x="6530" y="3352"/>
                  <a:pt x="6209" y="3352"/>
                </a:cubicBezTo>
                <a:cubicBezTo>
                  <a:pt x="5595" y="3352"/>
                  <a:pt x="4969" y="3492"/>
                  <a:pt x="4411" y="3781"/>
                </a:cubicBezTo>
                <a:cubicBezTo>
                  <a:pt x="3936" y="4019"/>
                  <a:pt x="3406" y="4131"/>
                  <a:pt x="2877" y="4131"/>
                </a:cubicBezTo>
                <a:cubicBezTo>
                  <a:pt x="2705" y="4131"/>
                  <a:pt x="2533" y="4119"/>
                  <a:pt x="2364" y="4096"/>
                </a:cubicBezTo>
                <a:cubicBezTo>
                  <a:pt x="1891" y="3403"/>
                  <a:pt x="1702" y="2584"/>
                  <a:pt x="1702" y="1765"/>
                </a:cubicBezTo>
                <a:lnTo>
                  <a:pt x="1702" y="851"/>
                </a:lnTo>
                <a:close/>
                <a:moveTo>
                  <a:pt x="6278" y="4137"/>
                </a:moveTo>
                <a:cubicBezTo>
                  <a:pt x="6425" y="4137"/>
                  <a:pt x="6570" y="4145"/>
                  <a:pt x="6711" y="4159"/>
                </a:cubicBezTo>
                <a:cubicBezTo>
                  <a:pt x="6428" y="4506"/>
                  <a:pt x="6081" y="4789"/>
                  <a:pt x="5672" y="4978"/>
                </a:cubicBezTo>
                <a:cubicBezTo>
                  <a:pt x="5168" y="5230"/>
                  <a:pt x="4916" y="5829"/>
                  <a:pt x="4947" y="6365"/>
                </a:cubicBezTo>
                <a:lnTo>
                  <a:pt x="4569" y="7152"/>
                </a:lnTo>
                <a:lnTo>
                  <a:pt x="4159" y="6365"/>
                </a:lnTo>
                <a:cubicBezTo>
                  <a:pt x="4222" y="5829"/>
                  <a:pt x="3970" y="5230"/>
                  <a:pt x="3466" y="4978"/>
                </a:cubicBezTo>
                <a:cubicBezTo>
                  <a:pt x="3372" y="4978"/>
                  <a:pt x="3340" y="4947"/>
                  <a:pt x="3277" y="4915"/>
                </a:cubicBezTo>
                <a:cubicBezTo>
                  <a:pt x="3781" y="4884"/>
                  <a:pt x="4285" y="4726"/>
                  <a:pt x="4758" y="4474"/>
                </a:cubicBezTo>
                <a:cubicBezTo>
                  <a:pt x="5246" y="4230"/>
                  <a:pt x="5773" y="4137"/>
                  <a:pt x="6278" y="4137"/>
                </a:cubicBezTo>
                <a:close/>
                <a:moveTo>
                  <a:pt x="5388" y="7436"/>
                </a:moveTo>
                <a:cubicBezTo>
                  <a:pt x="5483" y="7499"/>
                  <a:pt x="5577" y="7593"/>
                  <a:pt x="5703" y="7656"/>
                </a:cubicBezTo>
                <a:cubicBezTo>
                  <a:pt x="6932" y="8255"/>
                  <a:pt x="7499" y="9610"/>
                  <a:pt x="7499" y="10933"/>
                </a:cubicBezTo>
                <a:lnTo>
                  <a:pt x="7499" y="11437"/>
                </a:lnTo>
                <a:lnTo>
                  <a:pt x="7467" y="11437"/>
                </a:lnTo>
                <a:lnTo>
                  <a:pt x="4853" y="9484"/>
                </a:lnTo>
                <a:cubicBezTo>
                  <a:pt x="4774" y="9421"/>
                  <a:pt x="4679" y="9389"/>
                  <a:pt x="4585" y="9389"/>
                </a:cubicBezTo>
                <a:cubicBezTo>
                  <a:pt x="4490" y="9389"/>
                  <a:pt x="4396" y="9421"/>
                  <a:pt x="4317" y="9484"/>
                </a:cubicBezTo>
                <a:lnTo>
                  <a:pt x="1702" y="11437"/>
                </a:lnTo>
                <a:lnTo>
                  <a:pt x="1702" y="10933"/>
                </a:lnTo>
                <a:cubicBezTo>
                  <a:pt x="1702" y="9547"/>
                  <a:pt x="2269" y="8255"/>
                  <a:pt x="3466" y="7656"/>
                </a:cubicBezTo>
                <a:cubicBezTo>
                  <a:pt x="3592" y="7625"/>
                  <a:pt x="3655" y="7530"/>
                  <a:pt x="3781" y="7436"/>
                </a:cubicBezTo>
                <a:lnTo>
                  <a:pt x="4222" y="8286"/>
                </a:lnTo>
                <a:cubicBezTo>
                  <a:pt x="4301" y="8444"/>
                  <a:pt x="4443" y="8523"/>
                  <a:pt x="4585" y="8523"/>
                </a:cubicBezTo>
                <a:cubicBezTo>
                  <a:pt x="4726" y="8523"/>
                  <a:pt x="4868" y="8444"/>
                  <a:pt x="4947" y="8286"/>
                </a:cubicBezTo>
                <a:lnTo>
                  <a:pt x="5388" y="7436"/>
                </a:lnTo>
                <a:close/>
                <a:moveTo>
                  <a:pt x="4600" y="10303"/>
                </a:moveTo>
                <a:lnTo>
                  <a:pt x="6711" y="11846"/>
                </a:lnTo>
                <a:lnTo>
                  <a:pt x="2521" y="11846"/>
                </a:lnTo>
                <a:lnTo>
                  <a:pt x="4600" y="10303"/>
                </a:lnTo>
                <a:close/>
                <a:moveTo>
                  <a:pt x="442" y="1"/>
                </a:moveTo>
                <a:cubicBezTo>
                  <a:pt x="190" y="1"/>
                  <a:pt x="1" y="190"/>
                  <a:pt x="1" y="410"/>
                </a:cubicBezTo>
                <a:cubicBezTo>
                  <a:pt x="1" y="662"/>
                  <a:pt x="190" y="851"/>
                  <a:pt x="442" y="851"/>
                </a:cubicBezTo>
                <a:lnTo>
                  <a:pt x="851" y="851"/>
                </a:lnTo>
                <a:lnTo>
                  <a:pt x="851" y="1765"/>
                </a:lnTo>
                <a:cubicBezTo>
                  <a:pt x="851" y="3466"/>
                  <a:pt x="1607" y="5041"/>
                  <a:pt x="3120" y="5766"/>
                </a:cubicBezTo>
                <a:cubicBezTo>
                  <a:pt x="3309" y="5860"/>
                  <a:pt x="3340" y="6144"/>
                  <a:pt x="3340" y="6365"/>
                </a:cubicBezTo>
                <a:cubicBezTo>
                  <a:pt x="3340" y="6396"/>
                  <a:pt x="3309" y="6491"/>
                  <a:pt x="3340" y="6522"/>
                </a:cubicBezTo>
                <a:cubicBezTo>
                  <a:pt x="3309" y="6680"/>
                  <a:pt x="3214" y="6869"/>
                  <a:pt x="3120" y="6932"/>
                </a:cubicBezTo>
                <a:cubicBezTo>
                  <a:pt x="1607" y="7656"/>
                  <a:pt x="851" y="9232"/>
                  <a:pt x="851" y="10933"/>
                </a:cubicBezTo>
                <a:lnTo>
                  <a:pt x="851" y="11846"/>
                </a:lnTo>
                <a:lnTo>
                  <a:pt x="442" y="11846"/>
                </a:lnTo>
                <a:cubicBezTo>
                  <a:pt x="190" y="11846"/>
                  <a:pt x="1" y="12035"/>
                  <a:pt x="1" y="12287"/>
                </a:cubicBezTo>
                <a:cubicBezTo>
                  <a:pt x="1" y="12508"/>
                  <a:pt x="190" y="12697"/>
                  <a:pt x="442" y="12697"/>
                </a:cubicBezTo>
                <a:lnTo>
                  <a:pt x="8696" y="12697"/>
                </a:lnTo>
                <a:cubicBezTo>
                  <a:pt x="8948" y="12697"/>
                  <a:pt x="9137" y="12508"/>
                  <a:pt x="9137" y="12287"/>
                </a:cubicBezTo>
                <a:cubicBezTo>
                  <a:pt x="9137" y="12035"/>
                  <a:pt x="8948" y="11846"/>
                  <a:pt x="8696" y="11846"/>
                </a:cubicBezTo>
                <a:lnTo>
                  <a:pt x="8255" y="11846"/>
                </a:lnTo>
                <a:lnTo>
                  <a:pt x="8255" y="10933"/>
                </a:lnTo>
                <a:cubicBezTo>
                  <a:pt x="8255" y="9232"/>
                  <a:pt x="7530" y="7656"/>
                  <a:pt x="6018" y="6932"/>
                </a:cubicBezTo>
                <a:cubicBezTo>
                  <a:pt x="5892" y="6837"/>
                  <a:pt x="5829" y="6680"/>
                  <a:pt x="5798" y="6522"/>
                </a:cubicBezTo>
                <a:lnTo>
                  <a:pt x="5798" y="6365"/>
                </a:lnTo>
                <a:cubicBezTo>
                  <a:pt x="5798" y="6144"/>
                  <a:pt x="5861" y="5860"/>
                  <a:pt x="6018" y="5766"/>
                </a:cubicBezTo>
                <a:cubicBezTo>
                  <a:pt x="7530" y="5041"/>
                  <a:pt x="8255" y="3435"/>
                  <a:pt x="8255" y="1765"/>
                </a:cubicBezTo>
                <a:lnTo>
                  <a:pt x="8255" y="851"/>
                </a:lnTo>
                <a:lnTo>
                  <a:pt x="8696" y="851"/>
                </a:lnTo>
                <a:cubicBezTo>
                  <a:pt x="8948" y="851"/>
                  <a:pt x="9137" y="662"/>
                  <a:pt x="9137" y="410"/>
                </a:cubicBezTo>
                <a:cubicBezTo>
                  <a:pt x="9137" y="190"/>
                  <a:pt x="8948" y="1"/>
                  <a:pt x="869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57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/>
              <a:t>Базата данни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14" name="Google Shape;3214;p57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ER </a:t>
            </a:r>
            <a:r>
              <a:rPr lang="bg-BG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диаграма на базата данни и полетата в таблиците.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D23341-E905-9A38-6E44-BCC36A66F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1" y="1322992"/>
            <a:ext cx="3200400" cy="2962296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51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Предимствата</a:t>
            </a:r>
            <a:endParaRPr dirty="0"/>
          </a:p>
        </p:txBody>
      </p:sp>
      <p:grpSp>
        <p:nvGrpSpPr>
          <p:cNvPr id="2739" name="Google Shape;2739;p51"/>
          <p:cNvGrpSpPr/>
          <p:nvPr/>
        </p:nvGrpSpPr>
        <p:grpSpPr>
          <a:xfrm>
            <a:off x="1980375" y="1074788"/>
            <a:ext cx="5183250" cy="3541786"/>
            <a:chOff x="277900" y="420125"/>
            <a:chExt cx="6852525" cy="4682425"/>
          </a:xfrm>
        </p:grpSpPr>
        <p:sp>
          <p:nvSpPr>
            <p:cNvPr id="2740" name="Google Shape;2740;p51"/>
            <p:cNvSpPr/>
            <p:nvPr/>
          </p:nvSpPr>
          <p:spPr>
            <a:xfrm>
              <a:off x="277900" y="420125"/>
              <a:ext cx="6852525" cy="4609425"/>
            </a:xfrm>
            <a:custGeom>
              <a:avLst/>
              <a:gdLst/>
              <a:ahLst/>
              <a:cxnLst/>
              <a:rect l="l" t="t" r="r" b="b"/>
              <a:pathLst>
                <a:path w="274101" h="184377" extrusionOk="0">
                  <a:moveTo>
                    <a:pt x="136337" y="1"/>
                  </a:moveTo>
                  <a:cubicBezTo>
                    <a:pt x="108563" y="1"/>
                    <a:pt x="91709" y="26310"/>
                    <a:pt x="78045" y="41336"/>
                  </a:cubicBezTo>
                  <a:cubicBezTo>
                    <a:pt x="62518" y="58454"/>
                    <a:pt x="45178" y="46845"/>
                    <a:pt x="22479" y="65183"/>
                  </a:cubicBezTo>
                  <a:cubicBezTo>
                    <a:pt x="0" y="83335"/>
                    <a:pt x="19077" y="165447"/>
                    <a:pt x="35677" y="184376"/>
                  </a:cubicBezTo>
                  <a:lnTo>
                    <a:pt x="253434" y="184376"/>
                  </a:lnTo>
                  <a:cubicBezTo>
                    <a:pt x="255208" y="177574"/>
                    <a:pt x="261124" y="154837"/>
                    <a:pt x="265116" y="131804"/>
                  </a:cubicBezTo>
                  <a:cubicBezTo>
                    <a:pt x="269923" y="104298"/>
                    <a:pt x="274100" y="66403"/>
                    <a:pt x="254987" y="50505"/>
                  </a:cubicBezTo>
                  <a:cubicBezTo>
                    <a:pt x="249034" y="45561"/>
                    <a:pt x="242499" y="43992"/>
                    <a:pt x="235926" y="43992"/>
                  </a:cubicBezTo>
                  <a:cubicBezTo>
                    <a:pt x="230211" y="43992"/>
                    <a:pt x="224467" y="45178"/>
                    <a:pt x="219051" y="46365"/>
                  </a:cubicBezTo>
                  <a:cubicBezTo>
                    <a:pt x="213642" y="47537"/>
                    <a:pt x="208543" y="48726"/>
                    <a:pt x="204134" y="48726"/>
                  </a:cubicBezTo>
                  <a:cubicBezTo>
                    <a:pt x="201733" y="48726"/>
                    <a:pt x="199538" y="48373"/>
                    <a:pt x="197608" y="47474"/>
                  </a:cubicBezTo>
                  <a:cubicBezTo>
                    <a:pt x="184447" y="41336"/>
                    <a:pt x="183855" y="10799"/>
                    <a:pt x="148585" y="1630"/>
                  </a:cubicBezTo>
                  <a:cubicBezTo>
                    <a:pt x="144277" y="510"/>
                    <a:pt x="140202" y="1"/>
                    <a:pt x="136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1"/>
            <p:cNvSpPr/>
            <p:nvPr/>
          </p:nvSpPr>
          <p:spPr>
            <a:xfrm>
              <a:off x="582900" y="420200"/>
              <a:ext cx="6424600" cy="4609350"/>
            </a:xfrm>
            <a:custGeom>
              <a:avLst/>
              <a:gdLst/>
              <a:ahLst/>
              <a:cxnLst/>
              <a:rect l="l" t="t" r="r" b="b"/>
              <a:pathLst>
                <a:path w="256984" h="184374" extrusionOk="0">
                  <a:moveTo>
                    <a:pt x="124148" y="0"/>
                  </a:moveTo>
                  <a:cubicBezTo>
                    <a:pt x="96383" y="0"/>
                    <a:pt x="79487" y="26323"/>
                    <a:pt x="65845" y="41333"/>
                  </a:cubicBezTo>
                  <a:cubicBezTo>
                    <a:pt x="50318" y="58451"/>
                    <a:pt x="32978" y="46842"/>
                    <a:pt x="10279" y="65180"/>
                  </a:cubicBezTo>
                  <a:cubicBezTo>
                    <a:pt x="2921" y="71095"/>
                    <a:pt x="38" y="83887"/>
                    <a:pt x="38" y="99082"/>
                  </a:cubicBezTo>
                  <a:cubicBezTo>
                    <a:pt x="1" y="130285"/>
                    <a:pt x="12312" y="171618"/>
                    <a:pt x="23477" y="184373"/>
                  </a:cubicBezTo>
                  <a:lnTo>
                    <a:pt x="241234" y="184373"/>
                  </a:lnTo>
                  <a:cubicBezTo>
                    <a:pt x="243008" y="177571"/>
                    <a:pt x="248924" y="154834"/>
                    <a:pt x="252916" y="131801"/>
                  </a:cubicBezTo>
                  <a:cubicBezTo>
                    <a:pt x="254987" y="119896"/>
                    <a:pt x="256946" y="106032"/>
                    <a:pt x="256983" y="92834"/>
                  </a:cubicBezTo>
                  <a:cubicBezTo>
                    <a:pt x="256983" y="75605"/>
                    <a:pt x="253619" y="59523"/>
                    <a:pt x="242787" y="50502"/>
                  </a:cubicBezTo>
                  <a:cubicBezTo>
                    <a:pt x="236834" y="45548"/>
                    <a:pt x="230290" y="43995"/>
                    <a:pt x="223710" y="43995"/>
                  </a:cubicBezTo>
                  <a:cubicBezTo>
                    <a:pt x="218016" y="43995"/>
                    <a:pt x="212286" y="45178"/>
                    <a:pt x="206851" y="46362"/>
                  </a:cubicBezTo>
                  <a:cubicBezTo>
                    <a:pt x="201453" y="47545"/>
                    <a:pt x="196388" y="48728"/>
                    <a:pt x="191989" y="48728"/>
                  </a:cubicBezTo>
                  <a:cubicBezTo>
                    <a:pt x="189549" y="48728"/>
                    <a:pt x="187331" y="48358"/>
                    <a:pt x="185408" y="47471"/>
                  </a:cubicBezTo>
                  <a:cubicBezTo>
                    <a:pt x="172247" y="41333"/>
                    <a:pt x="171655" y="10796"/>
                    <a:pt x="136385" y="1627"/>
                  </a:cubicBezTo>
                  <a:cubicBezTo>
                    <a:pt x="132097" y="481"/>
                    <a:pt x="127993" y="0"/>
                    <a:pt x="1241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1"/>
            <p:cNvSpPr/>
            <p:nvPr/>
          </p:nvSpPr>
          <p:spPr>
            <a:xfrm>
              <a:off x="702125" y="5036900"/>
              <a:ext cx="6191675" cy="65650"/>
            </a:xfrm>
            <a:custGeom>
              <a:avLst/>
              <a:gdLst/>
              <a:ahLst/>
              <a:cxnLst/>
              <a:rect l="l" t="t" r="r" b="b"/>
              <a:pathLst>
                <a:path w="247667" h="2626" extrusionOk="0">
                  <a:moveTo>
                    <a:pt x="1" y="1"/>
                  </a:moveTo>
                  <a:lnTo>
                    <a:pt x="1" y="2626"/>
                  </a:lnTo>
                  <a:lnTo>
                    <a:pt x="247667" y="2626"/>
                  </a:lnTo>
                  <a:lnTo>
                    <a:pt x="247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1"/>
            <p:cNvSpPr/>
            <p:nvPr/>
          </p:nvSpPr>
          <p:spPr>
            <a:xfrm>
              <a:off x="665175" y="3566050"/>
              <a:ext cx="125725" cy="97450"/>
            </a:xfrm>
            <a:custGeom>
              <a:avLst/>
              <a:gdLst/>
              <a:ahLst/>
              <a:cxnLst/>
              <a:rect l="l" t="t" r="r" b="b"/>
              <a:pathLst>
                <a:path w="5029" h="3898" extrusionOk="0">
                  <a:moveTo>
                    <a:pt x="1558" y="0"/>
                  </a:moveTo>
                  <a:cubicBezTo>
                    <a:pt x="1494" y="0"/>
                    <a:pt x="1431" y="5"/>
                    <a:pt x="1368" y="15"/>
                  </a:cubicBezTo>
                  <a:cubicBezTo>
                    <a:pt x="481" y="125"/>
                    <a:pt x="0" y="976"/>
                    <a:pt x="185" y="1789"/>
                  </a:cubicBezTo>
                  <a:cubicBezTo>
                    <a:pt x="407" y="2639"/>
                    <a:pt x="1257" y="3231"/>
                    <a:pt x="1996" y="3564"/>
                  </a:cubicBezTo>
                  <a:cubicBezTo>
                    <a:pt x="2705" y="3872"/>
                    <a:pt x="4312" y="3897"/>
                    <a:pt x="4828" y="3897"/>
                  </a:cubicBezTo>
                  <a:cubicBezTo>
                    <a:pt x="4932" y="3897"/>
                    <a:pt x="4991" y="3896"/>
                    <a:pt x="4991" y="3896"/>
                  </a:cubicBezTo>
                  <a:cubicBezTo>
                    <a:pt x="5028" y="3896"/>
                    <a:pt x="4547" y="2529"/>
                    <a:pt x="4510" y="2418"/>
                  </a:cubicBezTo>
                  <a:cubicBezTo>
                    <a:pt x="4055" y="1507"/>
                    <a:pt x="2705" y="0"/>
                    <a:pt x="1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1"/>
            <p:cNvSpPr/>
            <p:nvPr/>
          </p:nvSpPr>
          <p:spPr>
            <a:xfrm>
              <a:off x="667950" y="3411900"/>
              <a:ext cx="777325" cy="1632425"/>
            </a:xfrm>
            <a:custGeom>
              <a:avLst/>
              <a:gdLst/>
              <a:ahLst/>
              <a:cxnLst/>
              <a:rect l="l" t="t" r="r" b="b"/>
              <a:pathLst>
                <a:path w="31093" h="65297" extrusionOk="0">
                  <a:moveTo>
                    <a:pt x="14640" y="31764"/>
                  </a:moveTo>
                  <a:cubicBezTo>
                    <a:pt x="15232" y="32430"/>
                    <a:pt x="16822" y="33206"/>
                    <a:pt x="17043" y="33317"/>
                  </a:cubicBezTo>
                  <a:cubicBezTo>
                    <a:pt x="16822" y="33835"/>
                    <a:pt x="16600" y="34352"/>
                    <a:pt x="16378" y="34833"/>
                  </a:cubicBezTo>
                  <a:cubicBezTo>
                    <a:pt x="15676" y="36533"/>
                    <a:pt x="15010" y="37901"/>
                    <a:pt x="14529" y="38826"/>
                  </a:cubicBezTo>
                  <a:cubicBezTo>
                    <a:pt x="14419" y="39011"/>
                    <a:pt x="14345" y="39195"/>
                    <a:pt x="14234" y="39343"/>
                  </a:cubicBezTo>
                  <a:lnTo>
                    <a:pt x="14160" y="39343"/>
                  </a:lnTo>
                  <a:cubicBezTo>
                    <a:pt x="14160" y="39158"/>
                    <a:pt x="14123" y="38974"/>
                    <a:pt x="14086" y="38752"/>
                  </a:cubicBezTo>
                  <a:cubicBezTo>
                    <a:pt x="13938" y="37680"/>
                    <a:pt x="13716" y="36164"/>
                    <a:pt x="13346" y="34352"/>
                  </a:cubicBezTo>
                  <a:cubicBezTo>
                    <a:pt x="13235" y="33761"/>
                    <a:pt x="13125" y="33169"/>
                    <a:pt x="12977" y="32541"/>
                  </a:cubicBezTo>
                  <a:cubicBezTo>
                    <a:pt x="13125" y="32467"/>
                    <a:pt x="13901" y="32171"/>
                    <a:pt x="14640" y="31764"/>
                  </a:cubicBezTo>
                  <a:close/>
                  <a:moveTo>
                    <a:pt x="6531" y="0"/>
                  </a:moveTo>
                  <a:cubicBezTo>
                    <a:pt x="6326" y="0"/>
                    <a:pt x="6117" y="49"/>
                    <a:pt x="5915" y="154"/>
                  </a:cubicBezTo>
                  <a:cubicBezTo>
                    <a:pt x="4843" y="709"/>
                    <a:pt x="4547" y="2853"/>
                    <a:pt x="4732" y="3925"/>
                  </a:cubicBezTo>
                  <a:cubicBezTo>
                    <a:pt x="4769" y="4036"/>
                    <a:pt x="5176" y="5441"/>
                    <a:pt x="5176" y="5441"/>
                  </a:cubicBezTo>
                  <a:lnTo>
                    <a:pt x="5213" y="5404"/>
                  </a:lnTo>
                  <a:lnTo>
                    <a:pt x="5213" y="5404"/>
                  </a:lnTo>
                  <a:cubicBezTo>
                    <a:pt x="5139" y="5737"/>
                    <a:pt x="5102" y="6107"/>
                    <a:pt x="5065" y="6513"/>
                  </a:cubicBezTo>
                  <a:cubicBezTo>
                    <a:pt x="4991" y="7253"/>
                    <a:pt x="4917" y="8103"/>
                    <a:pt x="4880" y="9027"/>
                  </a:cubicBezTo>
                  <a:cubicBezTo>
                    <a:pt x="4880" y="9952"/>
                    <a:pt x="4880" y="10950"/>
                    <a:pt x="4954" y="11985"/>
                  </a:cubicBezTo>
                  <a:cubicBezTo>
                    <a:pt x="5065" y="13057"/>
                    <a:pt x="5213" y="14166"/>
                    <a:pt x="5509" y="15275"/>
                  </a:cubicBezTo>
                  <a:lnTo>
                    <a:pt x="5509" y="15312"/>
                  </a:lnTo>
                  <a:cubicBezTo>
                    <a:pt x="5324" y="15017"/>
                    <a:pt x="4769" y="14203"/>
                    <a:pt x="4732" y="14129"/>
                  </a:cubicBezTo>
                  <a:cubicBezTo>
                    <a:pt x="4142" y="13446"/>
                    <a:pt x="2744" y="12502"/>
                    <a:pt x="1654" y="12502"/>
                  </a:cubicBezTo>
                  <a:cubicBezTo>
                    <a:pt x="1446" y="12502"/>
                    <a:pt x="1250" y="12536"/>
                    <a:pt x="1072" y="12613"/>
                  </a:cubicBezTo>
                  <a:cubicBezTo>
                    <a:pt x="259" y="12946"/>
                    <a:pt x="0" y="13907"/>
                    <a:pt x="407" y="14647"/>
                  </a:cubicBezTo>
                  <a:cubicBezTo>
                    <a:pt x="850" y="15423"/>
                    <a:pt x="1812" y="15793"/>
                    <a:pt x="2625" y="15904"/>
                  </a:cubicBezTo>
                  <a:cubicBezTo>
                    <a:pt x="2705" y="15914"/>
                    <a:pt x="2794" y="15918"/>
                    <a:pt x="2889" y="15918"/>
                  </a:cubicBezTo>
                  <a:cubicBezTo>
                    <a:pt x="3840" y="15918"/>
                    <a:pt x="5414" y="15457"/>
                    <a:pt x="5583" y="15423"/>
                  </a:cubicBezTo>
                  <a:cubicBezTo>
                    <a:pt x="5878" y="16495"/>
                    <a:pt x="6248" y="17568"/>
                    <a:pt x="6729" y="18603"/>
                  </a:cubicBezTo>
                  <a:cubicBezTo>
                    <a:pt x="6987" y="19231"/>
                    <a:pt x="7246" y="19823"/>
                    <a:pt x="7542" y="20414"/>
                  </a:cubicBezTo>
                  <a:cubicBezTo>
                    <a:pt x="7357" y="20155"/>
                    <a:pt x="7209" y="19934"/>
                    <a:pt x="7209" y="19897"/>
                  </a:cubicBezTo>
                  <a:cubicBezTo>
                    <a:pt x="6584" y="19208"/>
                    <a:pt x="5164" y="18282"/>
                    <a:pt x="4070" y="18282"/>
                  </a:cubicBezTo>
                  <a:cubicBezTo>
                    <a:pt x="3871" y="18282"/>
                    <a:pt x="3683" y="18313"/>
                    <a:pt x="3512" y="18381"/>
                  </a:cubicBezTo>
                  <a:cubicBezTo>
                    <a:pt x="2736" y="18751"/>
                    <a:pt x="2477" y="19712"/>
                    <a:pt x="2884" y="20451"/>
                  </a:cubicBezTo>
                  <a:cubicBezTo>
                    <a:pt x="3290" y="21191"/>
                    <a:pt x="4289" y="21560"/>
                    <a:pt x="5102" y="21671"/>
                  </a:cubicBezTo>
                  <a:cubicBezTo>
                    <a:pt x="5187" y="21683"/>
                    <a:pt x="5282" y="21689"/>
                    <a:pt x="5385" y="21689"/>
                  </a:cubicBezTo>
                  <a:cubicBezTo>
                    <a:pt x="6221" y="21689"/>
                    <a:pt x="7554" y="21326"/>
                    <a:pt x="7949" y="21228"/>
                  </a:cubicBezTo>
                  <a:cubicBezTo>
                    <a:pt x="8060" y="21449"/>
                    <a:pt x="8171" y="21671"/>
                    <a:pt x="8281" y="21930"/>
                  </a:cubicBezTo>
                  <a:cubicBezTo>
                    <a:pt x="8836" y="23002"/>
                    <a:pt x="9391" y="24111"/>
                    <a:pt x="9908" y="25183"/>
                  </a:cubicBezTo>
                  <a:cubicBezTo>
                    <a:pt x="10093" y="25553"/>
                    <a:pt x="10241" y="25960"/>
                    <a:pt x="10426" y="26330"/>
                  </a:cubicBezTo>
                  <a:cubicBezTo>
                    <a:pt x="10241" y="26108"/>
                    <a:pt x="10130" y="25923"/>
                    <a:pt x="10093" y="25886"/>
                  </a:cubicBezTo>
                  <a:cubicBezTo>
                    <a:pt x="9499" y="25198"/>
                    <a:pt x="8084" y="24271"/>
                    <a:pt x="6990" y="24271"/>
                  </a:cubicBezTo>
                  <a:cubicBezTo>
                    <a:pt x="6792" y="24271"/>
                    <a:pt x="6604" y="24302"/>
                    <a:pt x="6433" y="24370"/>
                  </a:cubicBezTo>
                  <a:cubicBezTo>
                    <a:pt x="5620" y="24740"/>
                    <a:pt x="5398" y="25701"/>
                    <a:pt x="5804" y="26404"/>
                  </a:cubicBezTo>
                  <a:cubicBezTo>
                    <a:pt x="6211" y="27180"/>
                    <a:pt x="7209" y="27550"/>
                    <a:pt x="7986" y="27661"/>
                  </a:cubicBezTo>
                  <a:cubicBezTo>
                    <a:pt x="8077" y="27674"/>
                    <a:pt x="8179" y="27680"/>
                    <a:pt x="8289" y="27680"/>
                  </a:cubicBezTo>
                  <a:cubicBezTo>
                    <a:pt x="9106" y="27680"/>
                    <a:pt x="10339" y="27352"/>
                    <a:pt x="10795" y="27254"/>
                  </a:cubicBezTo>
                  <a:cubicBezTo>
                    <a:pt x="10943" y="27624"/>
                    <a:pt x="11091" y="28030"/>
                    <a:pt x="11239" y="28437"/>
                  </a:cubicBezTo>
                  <a:cubicBezTo>
                    <a:pt x="11313" y="28696"/>
                    <a:pt x="11424" y="28955"/>
                    <a:pt x="11498" y="29213"/>
                  </a:cubicBezTo>
                  <a:cubicBezTo>
                    <a:pt x="11572" y="29509"/>
                    <a:pt x="11646" y="29768"/>
                    <a:pt x="11720" y="30027"/>
                  </a:cubicBezTo>
                  <a:cubicBezTo>
                    <a:pt x="11831" y="30544"/>
                    <a:pt x="11978" y="31062"/>
                    <a:pt x="12089" y="31579"/>
                  </a:cubicBezTo>
                  <a:cubicBezTo>
                    <a:pt x="12163" y="31949"/>
                    <a:pt x="12237" y="32282"/>
                    <a:pt x="12274" y="32615"/>
                  </a:cubicBezTo>
                  <a:cubicBezTo>
                    <a:pt x="12126" y="32245"/>
                    <a:pt x="11757" y="31505"/>
                    <a:pt x="11720" y="31432"/>
                  </a:cubicBezTo>
                  <a:cubicBezTo>
                    <a:pt x="11183" y="30593"/>
                    <a:pt x="9793" y="29358"/>
                    <a:pt x="8657" y="29358"/>
                  </a:cubicBezTo>
                  <a:cubicBezTo>
                    <a:pt x="8541" y="29358"/>
                    <a:pt x="8428" y="29371"/>
                    <a:pt x="8318" y="29398"/>
                  </a:cubicBezTo>
                  <a:cubicBezTo>
                    <a:pt x="7468" y="29583"/>
                    <a:pt x="7098" y="30507"/>
                    <a:pt x="7394" y="31284"/>
                  </a:cubicBezTo>
                  <a:cubicBezTo>
                    <a:pt x="7690" y="32097"/>
                    <a:pt x="8614" y="32615"/>
                    <a:pt x="9354" y="32836"/>
                  </a:cubicBezTo>
                  <a:cubicBezTo>
                    <a:pt x="9658" y="32929"/>
                    <a:pt x="10095" y="32960"/>
                    <a:pt x="10542" y="32960"/>
                  </a:cubicBezTo>
                  <a:cubicBezTo>
                    <a:pt x="11345" y="32960"/>
                    <a:pt x="12182" y="32860"/>
                    <a:pt x="12348" y="32836"/>
                  </a:cubicBezTo>
                  <a:cubicBezTo>
                    <a:pt x="12459" y="33391"/>
                    <a:pt x="12570" y="33946"/>
                    <a:pt x="12644" y="34463"/>
                  </a:cubicBezTo>
                  <a:cubicBezTo>
                    <a:pt x="12977" y="36275"/>
                    <a:pt x="13162" y="37791"/>
                    <a:pt x="13272" y="38826"/>
                  </a:cubicBezTo>
                  <a:cubicBezTo>
                    <a:pt x="13309" y="39011"/>
                    <a:pt x="13309" y="39195"/>
                    <a:pt x="13346" y="39343"/>
                  </a:cubicBezTo>
                  <a:lnTo>
                    <a:pt x="9686" y="39343"/>
                  </a:lnTo>
                  <a:lnTo>
                    <a:pt x="11017" y="65297"/>
                  </a:lnTo>
                  <a:lnTo>
                    <a:pt x="17228" y="65297"/>
                  </a:lnTo>
                  <a:lnTo>
                    <a:pt x="18559" y="39343"/>
                  </a:lnTo>
                  <a:lnTo>
                    <a:pt x="15158" y="39343"/>
                  </a:lnTo>
                  <a:lnTo>
                    <a:pt x="15232" y="39195"/>
                  </a:lnTo>
                  <a:cubicBezTo>
                    <a:pt x="15712" y="38234"/>
                    <a:pt x="16341" y="36829"/>
                    <a:pt x="17043" y="35129"/>
                  </a:cubicBezTo>
                  <a:cubicBezTo>
                    <a:pt x="17265" y="34574"/>
                    <a:pt x="17487" y="34019"/>
                    <a:pt x="17746" y="33391"/>
                  </a:cubicBezTo>
                  <a:cubicBezTo>
                    <a:pt x="17924" y="33450"/>
                    <a:pt x="19154" y="33701"/>
                    <a:pt x="20090" y="33701"/>
                  </a:cubicBezTo>
                  <a:cubicBezTo>
                    <a:pt x="20318" y="33701"/>
                    <a:pt x="20529" y="33686"/>
                    <a:pt x="20704" y="33650"/>
                  </a:cubicBezTo>
                  <a:cubicBezTo>
                    <a:pt x="21480" y="33465"/>
                    <a:pt x="22441" y="33021"/>
                    <a:pt x="22774" y="32245"/>
                  </a:cubicBezTo>
                  <a:cubicBezTo>
                    <a:pt x="23144" y="31469"/>
                    <a:pt x="22811" y="30544"/>
                    <a:pt x="21997" y="30248"/>
                  </a:cubicBezTo>
                  <a:cubicBezTo>
                    <a:pt x="21860" y="30204"/>
                    <a:pt x="21713" y="30184"/>
                    <a:pt x="21561" y="30184"/>
                  </a:cubicBezTo>
                  <a:cubicBezTo>
                    <a:pt x="20442" y="30184"/>
                    <a:pt x="19001" y="31279"/>
                    <a:pt x="18448" y="32060"/>
                  </a:cubicBezTo>
                  <a:cubicBezTo>
                    <a:pt x="18411" y="32097"/>
                    <a:pt x="18079" y="32689"/>
                    <a:pt x="17857" y="33095"/>
                  </a:cubicBezTo>
                  <a:cubicBezTo>
                    <a:pt x="17931" y="32836"/>
                    <a:pt x="18042" y="32615"/>
                    <a:pt x="18116" y="32356"/>
                  </a:cubicBezTo>
                  <a:cubicBezTo>
                    <a:pt x="18300" y="31838"/>
                    <a:pt x="18485" y="31358"/>
                    <a:pt x="18670" y="30803"/>
                  </a:cubicBezTo>
                  <a:cubicBezTo>
                    <a:pt x="18744" y="30544"/>
                    <a:pt x="18818" y="30285"/>
                    <a:pt x="18892" y="29990"/>
                  </a:cubicBezTo>
                  <a:cubicBezTo>
                    <a:pt x="18966" y="29731"/>
                    <a:pt x="19040" y="29435"/>
                    <a:pt x="19114" y="29176"/>
                  </a:cubicBezTo>
                  <a:cubicBezTo>
                    <a:pt x="19262" y="28511"/>
                    <a:pt x="19410" y="27845"/>
                    <a:pt x="19520" y="27143"/>
                  </a:cubicBezTo>
                  <a:cubicBezTo>
                    <a:pt x="19949" y="27321"/>
                    <a:pt x="21412" y="27810"/>
                    <a:pt x="22244" y="27810"/>
                  </a:cubicBezTo>
                  <a:cubicBezTo>
                    <a:pt x="22274" y="27810"/>
                    <a:pt x="22302" y="27810"/>
                    <a:pt x="22330" y="27808"/>
                  </a:cubicBezTo>
                  <a:cubicBezTo>
                    <a:pt x="23107" y="27734"/>
                    <a:pt x="24142" y="27439"/>
                    <a:pt x="24585" y="26736"/>
                  </a:cubicBezTo>
                  <a:cubicBezTo>
                    <a:pt x="25066" y="26034"/>
                    <a:pt x="24881" y="25073"/>
                    <a:pt x="24105" y="24666"/>
                  </a:cubicBezTo>
                  <a:cubicBezTo>
                    <a:pt x="23888" y="24554"/>
                    <a:pt x="23637" y="24505"/>
                    <a:pt x="23368" y="24505"/>
                  </a:cubicBezTo>
                  <a:cubicBezTo>
                    <a:pt x="22303" y="24505"/>
                    <a:pt x="20953" y="25266"/>
                    <a:pt x="20334" y="25886"/>
                  </a:cubicBezTo>
                  <a:cubicBezTo>
                    <a:pt x="20297" y="25923"/>
                    <a:pt x="19816" y="26551"/>
                    <a:pt x="19557" y="26884"/>
                  </a:cubicBezTo>
                  <a:cubicBezTo>
                    <a:pt x="19594" y="26477"/>
                    <a:pt x="19668" y="26071"/>
                    <a:pt x="19742" y="25664"/>
                  </a:cubicBezTo>
                  <a:cubicBezTo>
                    <a:pt x="19890" y="24444"/>
                    <a:pt x="20001" y="23224"/>
                    <a:pt x="20112" y="22004"/>
                  </a:cubicBezTo>
                  <a:cubicBezTo>
                    <a:pt x="20149" y="21634"/>
                    <a:pt x="20186" y="21265"/>
                    <a:pt x="20223" y="20895"/>
                  </a:cubicBezTo>
                  <a:cubicBezTo>
                    <a:pt x="20367" y="20967"/>
                    <a:pt x="22121" y="21599"/>
                    <a:pt x="23067" y="21599"/>
                  </a:cubicBezTo>
                  <a:cubicBezTo>
                    <a:pt x="23093" y="21599"/>
                    <a:pt x="23119" y="21598"/>
                    <a:pt x="23144" y="21597"/>
                  </a:cubicBezTo>
                  <a:cubicBezTo>
                    <a:pt x="23920" y="21523"/>
                    <a:pt x="24955" y="21228"/>
                    <a:pt x="25399" y="20525"/>
                  </a:cubicBezTo>
                  <a:cubicBezTo>
                    <a:pt x="25879" y="19823"/>
                    <a:pt x="25695" y="18825"/>
                    <a:pt x="24918" y="18418"/>
                  </a:cubicBezTo>
                  <a:cubicBezTo>
                    <a:pt x="24707" y="18309"/>
                    <a:pt x="24463" y="18261"/>
                    <a:pt x="24201" y="18261"/>
                  </a:cubicBezTo>
                  <a:cubicBezTo>
                    <a:pt x="23133" y="18261"/>
                    <a:pt x="21771" y="19051"/>
                    <a:pt x="21147" y="19675"/>
                  </a:cubicBezTo>
                  <a:cubicBezTo>
                    <a:pt x="21110" y="19712"/>
                    <a:pt x="20408" y="20599"/>
                    <a:pt x="20223" y="20821"/>
                  </a:cubicBezTo>
                  <a:cubicBezTo>
                    <a:pt x="20334" y="20008"/>
                    <a:pt x="20408" y="19194"/>
                    <a:pt x="20556" y="18418"/>
                  </a:cubicBezTo>
                  <a:cubicBezTo>
                    <a:pt x="20704" y="17309"/>
                    <a:pt x="20925" y="16237"/>
                    <a:pt x="21221" y="15201"/>
                  </a:cubicBezTo>
                  <a:cubicBezTo>
                    <a:pt x="21293" y="15237"/>
                    <a:pt x="23120" y="15905"/>
                    <a:pt x="24069" y="15905"/>
                  </a:cubicBezTo>
                  <a:cubicBezTo>
                    <a:pt x="24094" y="15905"/>
                    <a:pt x="24118" y="15905"/>
                    <a:pt x="24142" y="15904"/>
                  </a:cubicBezTo>
                  <a:cubicBezTo>
                    <a:pt x="24955" y="15830"/>
                    <a:pt x="25990" y="15534"/>
                    <a:pt x="26434" y="14832"/>
                  </a:cubicBezTo>
                  <a:cubicBezTo>
                    <a:pt x="26915" y="14129"/>
                    <a:pt x="26730" y="13131"/>
                    <a:pt x="25953" y="12761"/>
                  </a:cubicBezTo>
                  <a:cubicBezTo>
                    <a:pt x="25732" y="12639"/>
                    <a:pt x="25474" y="12586"/>
                    <a:pt x="25198" y="12586"/>
                  </a:cubicBezTo>
                  <a:cubicBezTo>
                    <a:pt x="24136" y="12586"/>
                    <a:pt x="22798" y="13365"/>
                    <a:pt x="22182" y="13981"/>
                  </a:cubicBezTo>
                  <a:cubicBezTo>
                    <a:pt x="22145" y="14018"/>
                    <a:pt x="21369" y="14980"/>
                    <a:pt x="21258" y="15164"/>
                  </a:cubicBezTo>
                  <a:cubicBezTo>
                    <a:pt x="21258" y="15090"/>
                    <a:pt x="21295" y="15017"/>
                    <a:pt x="21295" y="14980"/>
                  </a:cubicBezTo>
                  <a:cubicBezTo>
                    <a:pt x="21628" y="13870"/>
                    <a:pt x="22071" y="12872"/>
                    <a:pt x="22552" y="11948"/>
                  </a:cubicBezTo>
                  <a:cubicBezTo>
                    <a:pt x="22848" y="11393"/>
                    <a:pt x="23144" y="10913"/>
                    <a:pt x="23439" y="10432"/>
                  </a:cubicBezTo>
                  <a:cubicBezTo>
                    <a:pt x="23772" y="10617"/>
                    <a:pt x="25362" y="11356"/>
                    <a:pt x="26212" y="11393"/>
                  </a:cubicBezTo>
                  <a:cubicBezTo>
                    <a:pt x="26274" y="11396"/>
                    <a:pt x="26337" y="11398"/>
                    <a:pt x="26402" y="11398"/>
                  </a:cubicBezTo>
                  <a:cubicBezTo>
                    <a:pt x="27150" y="11398"/>
                    <a:pt x="28068" y="11193"/>
                    <a:pt x="28578" y="10580"/>
                  </a:cubicBezTo>
                  <a:cubicBezTo>
                    <a:pt x="29096" y="9952"/>
                    <a:pt x="29059" y="8953"/>
                    <a:pt x="28319" y="8473"/>
                  </a:cubicBezTo>
                  <a:cubicBezTo>
                    <a:pt x="28057" y="8298"/>
                    <a:pt x="27723" y="8225"/>
                    <a:pt x="27357" y="8225"/>
                  </a:cubicBezTo>
                  <a:cubicBezTo>
                    <a:pt x="26333" y="8225"/>
                    <a:pt x="25064" y="8796"/>
                    <a:pt x="24438" y="9286"/>
                  </a:cubicBezTo>
                  <a:cubicBezTo>
                    <a:pt x="24401" y="9323"/>
                    <a:pt x="23957" y="9730"/>
                    <a:pt x="23661" y="10062"/>
                  </a:cubicBezTo>
                  <a:cubicBezTo>
                    <a:pt x="23809" y="9841"/>
                    <a:pt x="23957" y="9619"/>
                    <a:pt x="24068" y="9397"/>
                  </a:cubicBezTo>
                  <a:cubicBezTo>
                    <a:pt x="24585" y="8658"/>
                    <a:pt x="25103" y="7992"/>
                    <a:pt x="25547" y="7401"/>
                  </a:cubicBezTo>
                  <a:cubicBezTo>
                    <a:pt x="25805" y="7068"/>
                    <a:pt x="26064" y="6772"/>
                    <a:pt x="26286" y="6513"/>
                  </a:cubicBezTo>
                  <a:cubicBezTo>
                    <a:pt x="26730" y="6476"/>
                    <a:pt x="28430" y="6439"/>
                    <a:pt x="29170" y="6070"/>
                  </a:cubicBezTo>
                  <a:cubicBezTo>
                    <a:pt x="29909" y="5737"/>
                    <a:pt x="30760" y="5108"/>
                    <a:pt x="30907" y="4258"/>
                  </a:cubicBezTo>
                  <a:cubicBezTo>
                    <a:pt x="31092" y="3445"/>
                    <a:pt x="30575" y="2594"/>
                    <a:pt x="29724" y="2483"/>
                  </a:cubicBezTo>
                  <a:cubicBezTo>
                    <a:pt x="29685" y="2480"/>
                    <a:pt x="29646" y="2478"/>
                    <a:pt x="29607" y="2478"/>
                  </a:cubicBezTo>
                  <a:cubicBezTo>
                    <a:pt x="28415" y="2478"/>
                    <a:pt x="27085" y="4067"/>
                    <a:pt x="26656" y="4997"/>
                  </a:cubicBezTo>
                  <a:cubicBezTo>
                    <a:pt x="26619" y="5108"/>
                    <a:pt x="26175" y="6513"/>
                    <a:pt x="26175" y="6513"/>
                  </a:cubicBezTo>
                  <a:lnTo>
                    <a:pt x="26212" y="6513"/>
                  </a:lnTo>
                  <a:cubicBezTo>
                    <a:pt x="25990" y="6772"/>
                    <a:pt x="25732" y="7031"/>
                    <a:pt x="25473" y="7364"/>
                  </a:cubicBezTo>
                  <a:cubicBezTo>
                    <a:pt x="25029" y="7918"/>
                    <a:pt x="24511" y="8584"/>
                    <a:pt x="23957" y="9323"/>
                  </a:cubicBezTo>
                  <a:cubicBezTo>
                    <a:pt x="23439" y="10099"/>
                    <a:pt x="22885" y="10913"/>
                    <a:pt x="22404" y="11837"/>
                  </a:cubicBezTo>
                  <a:cubicBezTo>
                    <a:pt x="21887" y="12798"/>
                    <a:pt x="21406" y="13797"/>
                    <a:pt x="21036" y="14906"/>
                  </a:cubicBezTo>
                  <a:lnTo>
                    <a:pt x="21036" y="14943"/>
                  </a:lnTo>
                  <a:cubicBezTo>
                    <a:pt x="21036" y="14573"/>
                    <a:pt x="21036" y="13575"/>
                    <a:pt x="20999" y="13501"/>
                  </a:cubicBezTo>
                  <a:cubicBezTo>
                    <a:pt x="20888" y="12429"/>
                    <a:pt x="19964" y="10432"/>
                    <a:pt x="18781" y="10210"/>
                  </a:cubicBezTo>
                  <a:cubicBezTo>
                    <a:pt x="18701" y="10196"/>
                    <a:pt x="18622" y="10190"/>
                    <a:pt x="18544" y="10190"/>
                  </a:cubicBezTo>
                  <a:cubicBezTo>
                    <a:pt x="17797" y="10190"/>
                    <a:pt x="17184" y="10808"/>
                    <a:pt x="17117" y="11578"/>
                  </a:cubicBezTo>
                  <a:cubicBezTo>
                    <a:pt x="17043" y="12429"/>
                    <a:pt x="17672" y="13279"/>
                    <a:pt x="18263" y="13797"/>
                  </a:cubicBezTo>
                  <a:cubicBezTo>
                    <a:pt x="18966" y="14425"/>
                    <a:pt x="20851" y="15017"/>
                    <a:pt x="20999" y="15054"/>
                  </a:cubicBezTo>
                  <a:cubicBezTo>
                    <a:pt x="20667" y="16089"/>
                    <a:pt x="20408" y="17198"/>
                    <a:pt x="20186" y="18344"/>
                  </a:cubicBezTo>
                  <a:cubicBezTo>
                    <a:pt x="20075" y="19009"/>
                    <a:pt x="20001" y="19638"/>
                    <a:pt x="19890" y="20303"/>
                  </a:cubicBezTo>
                  <a:cubicBezTo>
                    <a:pt x="19890" y="20008"/>
                    <a:pt x="19890" y="19712"/>
                    <a:pt x="19890" y="19675"/>
                  </a:cubicBezTo>
                  <a:cubicBezTo>
                    <a:pt x="19742" y="18603"/>
                    <a:pt x="18855" y="16606"/>
                    <a:pt x="17672" y="16421"/>
                  </a:cubicBezTo>
                  <a:cubicBezTo>
                    <a:pt x="17571" y="16400"/>
                    <a:pt x="17472" y="16390"/>
                    <a:pt x="17377" y="16390"/>
                  </a:cubicBezTo>
                  <a:cubicBezTo>
                    <a:pt x="16633" y="16390"/>
                    <a:pt x="16074" y="16999"/>
                    <a:pt x="16008" y="17752"/>
                  </a:cubicBezTo>
                  <a:cubicBezTo>
                    <a:pt x="15934" y="18603"/>
                    <a:pt x="16563" y="19453"/>
                    <a:pt x="17154" y="20008"/>
                  </a:cubicBezTo>
                  <a:cubicBezTo>
                    <a:pt x="17746" y="20525"/>
                    <a:pt x="19373" y="21080"/>
                    <a:pt x="19779" y="21191"/>
                  </a:cubicBezTo>
                  <a:cubicBezTo>
                    <a:pt x="19742" y="21449"/>
                    <a:pt x="19705" y="21708"/>
                    <a:pt x="19705" y="21967"/>
                  </a:cubicBezTo>
                  <a:cubicBezTo>
                    <a:pt x="19557" y="23187"/>
                    <a:pt x="19410" y="24407"/>
                    <a:pt x="19225" y="25590"/>
                  </a:cubicBezTo>
                  <a:cubicBezTo>
                    <a:pt x="19188" y="25997"/>
                    <a:pt x="19077" y="26404"/>
                    <a:pt x="19003" y="26810"/>
                  </a:cubicBezTo>
                  <a:cubicBezTo>
                    <a:pt x="19003" y="26551"/>
                    <a:pt x="19003" y="26330"/>
                    <a:pt x="19003" y="26293"/>
                  </a:cubicBezTo>
                  <a:cubicBezTo>
                    <a:pt x="18855" y="25220"/>
                    <a:pt x="17968" y="23224"/>
                    <a:pt x="16785" y="23002"/>
                  </a:cubicBezTo>
                  <a:cubicBezTo>
                    <a:pt x="16704" y="22988"/>
                    <a:pt x="16625" y="22982"/>
                    <a:pt x="16547" y="22982"/>
                  </a:cubicBezTo>
                  <a:cubicBezTo>
                    <a:pt x="15800" y="22982"/>
                    <a:pt x="15188" y="23597"/>
                    <a:pt x="15121" y="24333"/>
                  </a:cubicBezTo>
                  <a:cubicBezTo>
                    <a:pt x="15047" y="25183"/>
                    <a:pt x="15676" y="26034"/>
                    <a:pt x="16267" y="26588"/>
                  </a:cubicBezTo>
                  <a:cubicBezTo>
                    <a:pt x="16859" y="27106"/>
                    <a:pt x="18337" y="27624"/>
                    <a:pt x="18818" y="27771"/>
                  </a:cubicBezTo>
                  <a:cubicBezTo>
                    <a:pt x="18744" y="28178"/>
                    <a:pt x="18670" y="28622"/>
                    <a:pt x="18559" y="29028"/>
                  </a:cubicBezTo>
                  <a:cubicBezTo>
                    <a:pt x="18485" y="29287"/>
                    <a:pt x="18411" y="29546"/>
                    <a:pt x="18337" y="29842"/>
                  </a:cubicBezTo>
                  <a:cubicBezTo>
                    <a:pt x="18226" y="30101"/>
                    <a:pt x="18153" y="30359"/>
                    <a:pt x="18079" y="30618"/>
                  </a:cubicBezTo>
                  <a:cubicBezTo>
                    <a:pt x="17894" y="31136"/>
                    <a:pt x="17709" y="31653"/>
                    <a:pt x="17524" y="32134"/>
                  </a:cubicBezTo>
                  <a:cubicBezTo>
                    <a:pt x="17376" y="32467"/>
                    <a:pt x="17265" y="32762"/>
                    <a:pt x="17117" y="33095"/>
                  </a:cubicBezTo>
                  <a:cubicBezTo>
                    <a:pt x="17191" y="32689"/>
                    <a:pt x="17302" y="31875"/>
                    <a:pt x="17302" y="31801"/>
                  </a:cubicBezTo>
                  <a:cubicBezTo>
                    <a:pt x="17302" y="31062"/>
                    <a:pt x="17080" y="29916"/>
                    <a:pt x="16563" y="29102"/>
                  </a:cubicBezTo>
                  <a:cubicBezTo>
                    <a:pt x="16563" y="28991"/>
                    <a:pt x="16563" y="28881"/>
                    <a:pt x="16526" y="28770"/>
                  </a:cubicBezTo>
                  <a:cubicBezTo>
                    <a:pt x="16430" y="28068"/>
                    <a:pt x="15840" y="27505"/>
                    <a:pt x="15134" y="27505"/>
                  </a:cubicBezTo>
                  <a:cubicBezTo>
                    <a:pt x="15021" y="27505"/>
                    <a:pt x="14905" y="27519"/>
                    <a:pt x="14788" y="27550"/>
                  </a:cubicBezTo>
                  <a:cubicBezTo>
                    <a:pt x="13605" y="27882"/>
                    <a:pt x="12866" y="29916"/>
                    <a:pt x="12829" y="30988"/>
                  </a:cubicBezTo>
                  <a:cubicBezTo>
                    <a:pt x="12829" y="31062"/>
                    <a:pt x="12866" y="31764"/>
                    <a:pt x="12903" y="32208"/>
                  </a:cubicBezTo>
                  <a:cubicBezTo>
                    <a:pt x="12829" y="31949"/>
                    <a:pt x="12792" y="31690"/>
                    <a:pt x="12718" y="31432"/>
                  </a:cubicBezTo>
                  <a:cubicBezTo>
                    <a:pt x="12607" y="30914"/>
                    <a:pt x="12459" y="30396"/>
                    <a:pt x="12311" y="29842"/>
                  </a:cubicBezTo>
                  <a:cubicBezTo>
                    <a:pt x="12237" y="29583"/>
                    <a:pt x="12126" y="29324"/>
                    <a:pt x="12052" y="29065"/>
                  </a:cubicBezTo>
                  <a:cubicBezTo>
                    <a:pt x="11978" y="28770"/>
                    <a:pt x="11868" y="28511"/>
                    <a:pt x="11794" y="28252"/>
                  </a:cubicBezTo>
                  <a:cubicBezTo>
                    <a:pt x="11535" y="27587"/>
                    <a:pt x="11276" y="26958"/>
                    <a:pt x="11017" y="26330"/>
                  </a:cubicBezTo>
                  <a:cubicBezTo>
                    <a:pt x="11461" y="26219"/>
                    <a:pt x="13051" y="25812"/>
                    <a:pt x="13716" y="25331"/>
                  </a:cubicBezTo>
                  <a:cubicBezTo>
                    <a:pt x="14345" y="24851"/>
                    <a:pt x="15010" y="24037"/>
                    <a:pt x="15010" y="23187"/>
                  </a:cubicBezTo>
                  <a:cubicBezTo>
                    <a:pt x="15010" y="22378"/>
                    <a:pt x="14408" y="21703"/>
                    <a:pt x="13585" y="21703"/>
                  </a:cubicBezTo>
                  <a:cubicBezTo>
                    <a:pt x="13543" y="21703"/>
                    <a:pt x="13500" y="21705"/>
                    <a:pt x="13457" y="21708"/>
                  </a:cubicBezTo>
                  <a:cubicBezTo>
                    <a:pt x="12274" y="21856"/>
                    <a:pt x="11202" y="23779"/>
                    <a:pt x="11017" y="24814"/>
                  </a:cubicBezTo>
                  <a:cubicBezTo>
                    <a:pt x="10980" y="24888"/>
                    <a:pt x="10906" y="25664"/>
                    <a:pt x="10869" y="26108"/>
                  </a:cubicBezTo>
                  <a:cubicBezTo>
                    <a:pt x="10721" y="25701"/>
                    <a:pt x="10537" y="25331"/>
                    <a:pt x="10352" y="24962"/>
                  </a:cubicBezTo>
                  <a:cubicBezTo>
                    <a:pt x="9834" y="23890"/>
                    <a:pt x="9243" y="22817"/>
                    <a:pt x="8651" y="21708"/>
                  </a:cubicBezTo>
                  <a:cubicBezTo>
                    <a:pt x="8503" y="21376"/>
                    <a:pt x="8318" y="21043"/>
                    <a:pt x="8134" y="20710"/>
                  </a:cubicBezTo>
                  <a:cubicBezTo>
                    <a:pt x="8318" y="20673"/>
                    <a:pt x="10241" y="20229"/>
                    <a:pt x="10943" y="19675"/>
                  </a:cubicBezTo>
                  <a:cubicBezTo>
                    <a:pt x="11572" y="19194"/>
                    <a:pt x="12274" y="18381"/>
                    <a:pt x="12274" y="17531"/>
                  </a:cubicBezTo>
                  <a:cubicBezTo>
                    <a:pt x="12274" y="16772"/>
                    <a:pt x="11663" y="16078"/>
                    <a:pt x="10891" y="16078"/>
                  </a:cubicBezTo>
                  <a:cubicBezTo>
                    <a:pt x="10835" y="16078"/>
                    <a:pt x="10779" y="16081"/>
                    <a:pt x="10721" y="16089"/>
                  </a:cubicBezTo>
                  <a:cubicBezTo>
                    <a:pt x="9501" y="16200"/>
                    <a:pt x="8466" y="18122"/>
                    <a:pt x="8244" y="19194"/>
                  </a:cubicBezTo>
                  <a:cubicBezTo>
                    <a:pt x="8244" y="19268"/>
                    <a:pt x="8134" y="20377"/>
                    <a:pt x="8134" y="20673"/>
                  </a:cubicBezTo>
                  <a:cubicBezTo>
                    <a:pt x="7727" y="19934"/>
                    <a:pt x="7357" y="19194"/>
                    <a:pt x="7024" y="18455"/>
                  </a:cubicBezTo>
                  <a:cubicBezTo>
                    <a:pt x="6581" y="17457"/>
                    <a:pt x="6174" y="16421"/>
                    <a:pt x="5841" y="15423"/>
                  </a:cubicBezTo>
                  <a:cubicBezTo>
                    <a:pt x="5915" y="15386"/>
                    <a:pt x="7912" y="14943"/>
                    <a:pt x="8651" y="14388"/>
                  </a:cubicBezTo>
                  <a:cubicBezTo>
                    <a:pt x="9317" y="13870"/>
                    <a:pt x="9982" y="13094"/>
                    <a:pt x="9982" y="12244"/>
                  </a:cubicBezTo>
                  <a:cubicBezTo>
                    <a:pt x="9982" y="11451"/>
                    <a:pt x="9403" y="10754"/>
                    <a:pt x="8605" y="10754"/>
                  </a:cubicBezTo>
                  <a:cubicBezTo>
                    <a:pt x="8548" y="10754"/>
                    <a:pt x="8489" y="10757"/>
                    <a:pt x="8429" y="10765"/>
                  </a:cubicBezTo>
                  <a:cubicBezTo>
                    <a:pt x="7209" y="10876"/>
                    <a:pt x="6174" y="12798"/>
                    <a:pt x="5952" y="13870"/>
                  </a:cubicBezTo>
                  <a:cubicBezTo>
                    <a:pt x="5952" y="13944"/>
                    <a:pt x="5841" y="15164"/>
                    <a:pt x="5841" y="15386"/>
                  </a:cubicBezTo>
                  <a:cubicBezTo>
                    <a:pt x="5804" y="15312"/>
                    <a:pt x="5804" y="15238"/>
                    <a:pt x="5767" y="15201"/>
                  </a:cubicBezTo>
                  <a:cubicBezTo>
                    <a:pt x="5435" y="14092"/>
                    <a:pt x="5287" y="13020"/>
                    <a:pt x="5176" y="11985"/>
                  </a:cubicBezTo>
                  <a:cubicBezTo>
                    <a:pt x="5102" y="11356"/>
                    <a:pt x="5065" y="10802"/>
                    <a:pt x="5028" y="10210"/>
                  </a:cubicBezTo>
                  <a:cubicBezTo>
                    <a:pt x="5435" y="10173"/>
                    <a:pt x="7172" y="9952"/>
                    <a:pt x="7875" y="9508"/>
                  </a:cubicBezTo>
                  <a:cubicBezTo>
                    <a:pt x="8577" y="9101"/>
                    <a:pt x="9354" y="8362"/>
                    <a:pt x="9427" y="7511"/>
                  </a:cubicBezTo>
                  <a:cubicBezTo>
                    <a:pt x="9501" y="6698"/>
                    <a:pt x="8910" y="5885"/>
                    <a:pt x="8060" y="5885"/>
                  </a:cubicBezTo>
                  <a:cubicBezTo>
                    <a:pt x="6840" y="5885"/>
                    <a:pt x="5583" y="7696"/>
                    <a:pt x="5250" y="8695"/>
                  </a:cubicBezTo>
                  <a:cubicBezTo>
                    <a:pt x="5250" y="8768"/>
                    <a:pt x="5102" y="9360"/>
                    <a:pt x="5028" y="9804"/>
                  </a:cubicBezTo>
                  <a:cubicBezTo>
                    <a:pt x="5028" y="9545"/>
                    <a:pt x="5028" y="9286"/>
                    <a:pt x="5028" y="9027"/>
                  </a:cubicBezTo>
                  <a:cubicBezTo>
                    <a:pt x="5028" y="8103"/>
                    <a:pt x="5102" y="7253"/>
                    <a:pt x="5139" y="6513"/>
                  </a:cubicBezTo>
                  <a:cubicBezTo>
                    <a:pt x="5176" y="6107"/>
                    <a:pt x="5213" y="5737"/>
                    <a:pt x="5250" y="5367"/>
                  </a:cubicBezTo>
                  <a:cubicBezTo>
                    <a:pt x="5620" y="5145"/>
                    <a:pt x="7024" y="4147"/>
                    <a:pt x="7431" y="3445"/>
                  </a:cubicBezTo>
                  <a:cubicBezTo>
                    <a:pt x="7875" y="2742"/>
                    <a:pt x="8207" y="1744"/>
                    <a:pt x="7912" y="968"/>
                  </a:cubicBezTo>
                  <a:cubicBezTo>
                    <a:pt x="7665" y="393"/>
                    <a:pt x="7115" y="0"/>
                    <a:pt x="6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1"/>
            <p:cNvSpPr/>
            <p:nvPr/>
          </p:nvSpPr>
          <p:spPr>
            <a:xfrm>
              <a:off x="1174425" y="3532200"/>
              <a:ext cx="91525" cy="134975"/>
            </a:xfrm>
            <a:custGeom>
              <a:avLst/>
              <a:gdLst/>
              <a:ahLst/>
              <a:cxnLst/>
              <a:rect l="l" t="t" r="r" b="b"/>
              <a:pathLst>
                <a:path w="3661" h="5399" extrusionOk="0">
                  <a:moveTo>
                    <a:pt x="1633" y="1"/>
                  </a:moveTo>
                  <a:cubicBezTo>
                    <a:pt x="1052" y="1"/>
                    <a:pt x="518" y="417"/>
                    <a:pt x="297" y="999"/>
                  </a:cubicBezTo>
                  <a:cubicBezTo>
                    <a:pt x="1" y="1812"/>
                    <a:pt x="371" y="2773"/>
                    <a:pt x="814" y="3476"/>
                  </a:cubicBezTo>
                  <a:cubicBezTo>
                    <a:pt x="1332" y="4252"/>
                    <a:pt x="3106" y="5398"/>
                    <a:pt x="3106" y="5398"/>
                  </a:cubicBezTo>
                  <a:cubicBezTo>
                    <a:pt x="3143" y="5398"/>
                    <a:pt x="3513" y="3993"/>
                    <a:pt x="3513" y="3883"/>
                  </a:cubicBezTo>
                  <a:cubicBezTo>
                    <a:pt x="3661" y="2810"/>
                    <a:pt x="3328" y="666"/>
                    <a:pt x="2219" y="149"/>
                  </a:cubicBezTo>
                  <a:cubicBezTo>
                    <a:pt x="2025" y="47"/>
                    <a:pt x="1826" y="1"/>
                    <a:pt x="1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1"/>
            <p:cNvSpPr/>
            <p:nvPr/>
          </p:nvSpPr>
          <p:spPr>
            <a:xfrm>
              <a:off x="418200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2551" y="0"/>
                  </a:moveTo>
                  <a:lnTo>
                    <a:pt x="0" y="555"/>
                  </a:lnTo>
                  <a:lnTo>
                    <a:pt x="4769" y="34346"/>
                  </a:lnTo>
                  <a:cubicBezTo>
                    <a:pt x="4802" y="34635"/>
                    <a:pt x="5057" y="34841"/>
                    <a:pt x="5342" y="34841"/>
                  </a:cubicBezTo>
                  <a:cubicBezTo>
                    <a:pt x="5385" y="34841"/>
                    <a:pt x="5428" y="34836"/>
                    <a:pt x="5472" y="34827"/>
                  </a:cubicBezTo>
                  <a:cubicBezTo>
                    <a:pt x="5731" y="34790"/>
                    <a:pt x="5915" y="34531"/>
                    <a:pt x="5878" y="34235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1"/>
            <p:cNvSpPr/>
            <p:nvPr/>
          </p:nvSpPr>
          <p:spPr>
            <a:xfrm>
              <a:off x="4173675" y="4199525"/>
              <a:ext cx="163625" cy="886400"/>
            </a:xfrm>
            <a:custGeom>
              <a:avLst/>
              <a:gdLst/>
              <a:ahLst/>
              <a:cxnLst/>
              <a:rect l="l" t="t" r="r" b="b"/>
              <a:pathLst>
                <a:path w="6545" h="35456" extrusionOk="0">
                  <a:moveTo>
                    <a:pt x="2588" y="703"/>
                  </a:moveTo>
                  <a:lnTo>
                    <a:pt x="5916" y="34568"/>
                  </a:lnTo>
                  <a:cubicBezTo>
                    <a:pt x="5916" y="34716"/>
                    <a:pt x="5842" y="34790"/>
                    <a:pt x="5731" y="34827"/>
                  </a:cubicBezTo>
                  <a:lnTo>
                    <a:pt x="5657" y="34827"/>
                  </a:lnTo>
                  <a:cubicBezTo>
                    <a:pt x="5546" y="34827"/>
                    <a:pt x="5398" y="34753"/>
                    <a:pt x="5398" y="34605"/>
                  </a:cubicBezTo>
                  <a:lnTo>
                    <a:pt x="673" y="1125"/>
                  </a:lnTo>
                  <a:lnTo>
                    <a:pt x="673" y="1125"/>
                  </a:lnTo>
                  <a:lnTo>
                    <a:pt x="2588" y="703"/>
                  </a:lnTo>
                  <a:close/>
                  <a:moveTo>
                    <a:pt x="2810" y="0"/>
                  </a:moveTo>
                  <a:lnTo>
                    <a:pt x="259" y="555"/>
                  </a:lnTo>
                  <a:cubicBezTo>
                    <a:pt x="111" y="592"/>
                    <a:pt x="0" y="740"/>
                    <a:pt x="37" y="925"/>
                  </a:cubicBezTo>
                  <a:lnTo>
                    <a:pt x="4770" y="34716"/>
                  </a:lnTo>
                  <a:cubicBezTo>
                    <a:pt x="4844" y="35160"/>
                    <a:pt x="5213" y="35455"/>
                    <a:pt x="5657" y="35455"/>
                  </a:cubicBezTo>
                  <a:cubicBezTo>
                    <a:pt x="5731" y="35455"/>
                    <a:pt x="5805" y="35455"/>
                    <a:pt x="5842" y="35418"/>
                  </a:cubicBezTo>
                  <a:cubicBezTo>
                    <a:pt x="6248" y="35344"/>
                    <a:pt x="6544" y="34975"/>
                    <a:pt x="6544" y="34568"/>
                  </a:cubicBezTo>
                  <a:lnTo>
                    <a:pt x="6544" y="34494"/>
                  </a:lnTo>
                  <a:lnTo>
                    <a:pt x="3180" y="296"/>
                  </a:lnTo>
                  <a:cubicBezTo>
                    <a:pt x="3180" y="185"/>
                    <a:pt x="3143" y="111"/>
                    <a:pt x="3069" y="74"/>
                  </a:cubicBezTo>
                  <a:cubicBezTo>
                    <a:pt x="2995" y="0"/>
                    <a:pt x="2884" y="0"/>
                    <a:pt x="2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1"/>
            <p:cNvSpPr/>
            <p:nvPr/>
          </p:nvSpPr>
          <p:spPr>
            <a:xfrm>
              <a:off x="335570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3365" y="0"/>
                  </a:moveTo>
                  <a:lnTo>
                    <a:pt x="37" y="34235"/>
                  </a:lnTo>
                  <a:cubicBezTo>
                    <a:pt x="0" y="34531"/>
                    <a:pt x="185" y="34790"/>
                    <a:pt x="481" y="34827"/>
                  </a:cubicBezTo>
                  <a:cubicBezTo>
                    <a:pt x="520" y="34836"/>
                    <a:pt x="559" y="34841"/>
                    <a:pt x="598" y="34841"/>
                  </a:cubicBezTo>
                  <a:cubicBezTo>
                    <a:pt x="859" y="34841"/>
                    <a:pt x="1114" y="34635"/>
                    <a:pt x="1147" y="34346"/>
                  </a:cubicBezTo>
                  <a:lnTo>
                    <a:pt x="5916" y="555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1"/>
            <p:cNvSpPr/>
            <p:nvPr/>
          </p:nvSpPr>
          <p:spPr>
            <a:xfrm>
              <a:off x="3348300" y="4199525"/>
              <a:ext cx="163625" cy="886400"/>
            </a:xfrm>
            <a:custGeom>
              <a:avLst/>
              <a:gdLst/>
              <a:ahLst/>
              <a:cxnLst/>
              <a:rect l="l" t="t" r="r" b="b"/>
              <a:pathLst>
                <a:path w="6545" h="35456" extrusionOk="0">
                  <a:moveTo>
                    <a:pt x="3957" y="703"/>
                  </a:moveTo>
                  <a:lnTo>
                    <a:pt x="5872" y="1125"/>
                  </a:lnTo>
                  <a:lnTo>
                    <a:pt x="5872" y="1125"/>
                  </a:lnTo>
                  <a:lnTo>
                    <a:pt x="1147" y="34605"/>
                  </a:lnTo>
                  <a:cubicBezTo>
                    <a:pt x="1147" y="34753"/>
                    <a:pt x="1036" y="34827"/>
                    <a:pt x="888" y="34827"/>
                  </a:cubicBezTo>
                  <a:lnTo>
                    <a:pt x="851" y="34827"/>
                  </a:lnTo>
                  <a:cubicBezTo>
                    <a:pt x="703" y="34790"/>
                    <a:pt x="629" y="34716"/>
                    <a:pt x="629" y="34568"/>
                  </a:cubicBezTo>
                  <a:lnTo>
                    <a:pt x="3957" y="703"/>
                  </a:lnTo>
                  <a:close/>
                  <a:moveTo>
                    <a:pt x="3735" y="0"/>
                  </a:moveTo>
                  <a:cubicBezTo>
                    <a:pt x="3661" y="0"/>
                    <a:pt x="3550" y="0"/>
                    <a:pt x="3513" y="74"/>
                  </a:cubicBezTo>
                  <a:cubicBezTo>
                    <a:pt x="3439" y="111"/>
                    <a:pt x="3365" y="185"/>
                    <a:pt x="3365" y="296"/>
                  </a:cubicBezTo>
                  <a:lnTo>
                    <a:pt x="38" y="34494"/>
                  </a:lnTo>
                  <a:lnTo>
                    <a:pt x="1" y="34568"/>
                  </a:lnTo>
                  <a:cubicBezTo>
                    <a:pt x="1" y="34975"/>
                    <a:pt x="296" y="35344"/>
                    <a:pt x="703" y="35418"/>
                  </a:cubicBezTo>
                  <a:cubicBezTo>
                    <a:pt x="777" y="35455"/>
                    <a:pt x="814" y="35455"/>
                    <a:pt x="888" y="35455"/>
                  </a:cubicBezTo>
                  <a:cubicBezTo>
                    <a:pt x="1332" y="35455"/>
                    <a:pt x="1701" y="35160"/>
                    <a:pt x="1775" y="34716"/>
                  </a:cubicBezTo>
                  <a:lnTo>
                    <a:pt x="6508" y="925"/>
                  </a:lnTo>
                  <a:cubicBezTo>
                    <a:pt x="6544" y="740"/>
                    <a:pt x="6434" y="592"/>
                    <a:pt x="6286" y="555"/>
                  </a:cubicBezTo>
                  <a:lnTo>
                    <a:pt x="3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1"/>
            <p:cNvSpPr/>
            <p:nvPr/>
          </p:nvSpPr>
          <p:spPr>
            <a:xfrm>
              <a:off x="3415775" y="3231825"/>
              <a:ext cx="889175" cy="1075875"/>
            </a:xfrm>
            <a:custGeom>
              <a:avLst/>
              <a:gdLst/>
              <a:ahLst/>
              <a:cxnLst/>
              <a:rect l="l" t="t" r="r" b="b"/>
              <a:pathLst>
                <a:path w="35567" h="43035" extrusionOk="0">
                  <a:moveTo>
                    <a:pt x="4178" y="0"/>
                  </a:moveTo>
                  <a:cubicBezTo>
                    <a:pt x="1849" y="0"/>
                    <a:pt x="1" y="1923"/>
                    <a:pt x="111" y="4215"/>
                  </a:cubicBezTo>
                  <a:lnTo>
                    <a:pt x="1738" y="43034"/>
                  </a:lnTo>
                  <a:lnTo>
                    <a:pt x="32387" y="43034"/>
                  </a:lnTo>
                  <a:lnTo>
                    <a:pt x="35381" y="4363"/>
                  </a:lnTo>
                  <a:cubicBezTo>
                    <a:pt x="35566" y="1997"/>
                    <a:pt x="33718" y="0"/>
                    <a:pt x="31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1"/>
            <p:cNvSpPr/>
            <p:nvPr/>
          </p:nvSpPr>
          <p:spPr>
            <a:xfrm>
              <a:off x="3410225" y="3223500"/>
              <a:ext cx="898425" cy="1091575"/>
            </a:xfrm>
            <a:custGeom>
              <a:avLst/>
              <a:gdLst/>
              <a:ahLst/>
              <a:cxnLst/>
              <a:rect l="l" t="t" r="r" b="b"/>
              <a:pathLst>
                <a:path w="35937" h="43663" extrusionOk="0">
                  <a:moveTo>
                    <a:pt x="31574" y="629"/>
                  </a:moveTo>
                  <a:cubicBezTo>
                    <a:pt x="32609" y="629"/>
                    <a:pt x="33533" y="1073"/>
                    <a:pt x="34235" y="1738"/>
                  </a:cubicBezTo>
                  <a:cubicBezTo>
                    <a:pt x="34901" y="2440"/>
                    <a:pt x="35308" y="3365"/>
                    <a:pt x="35308" y="4400"/>
                  </a:cubicBezTo>
                  <a:cubicBezTo>
                    <a:pt x="35308" y="4474"/>
                    <a:pt x="35308" y="4585"/>
                    <a:pt x="35308" y="4696"/>
                  </a:cubicBezTo>
                  <a:lnTo>
                    <a:pt x="32313" y="43034"/>
                  </a:lnTo>
                  <a:lnTo>
                    <a:pt x="2244" y="43034"/>
                  </a:lnTo>
                  <a:lnTo>
                    <a:pt x="629" y="4548"/>
                  </a:lnTo>
                  <a:cubicBezTo>
                    <a:pt x="629" y="4511"/>
                    <a:pt x="629" y="4437"/>
                    <a:pt x="629" y="4400"/>
                  </a:cubicBezTo>
                  <a:cubicBezTo>
                    <a:pt x="629" y="3365"/>
                    <a:pt x="1036" y="2404"/>
                    <a:pt x="1738" y="1738"/>
                  </a:cubicBezTo>
                  <a:cubicBezTo>
                    <a:pt x="2404" y="1073"/>
                    <a:pt x="3328" y="629"/>
                    <a:pt x="4400" y="629"/>
                  </a:cubicBezTo>
                  <a:close/>
                  <a:moveTo>
                    <a:pt x="4400" y="0"/>
                  </a:moveTo>
                  <a:cubicBezTo>
                    <a:pt x="1960" y="0"/>
                    <a:pt x="1" y="1997"/>
                    <a:pt x="1" y="4400"/>
                  </a:cubicBezTo>
                  <a:cubicBezTo>
                    <a:pt x="1" y="4437"/>
                    <a:pt x="1" y="4511"/>
                    <a:pt x="1" y="4585"/>
                  </a:cubicBezTo>
                  <a:lnTo>
                    <a:pt x="1627" y="43367"/>
                  </a:lnTo>
                  <a:cubicBezTo>
                    <a:pt x="1664" y="43552"/>
                    <a:pt x="1775" y="43663"/>
                    <a:pt x="1960" y="43663"/>
                  </a:cubicBezTo>
                  <a:lnTo>
                    <a:pt x="32609" y="43663"/>
                  </a:lnTo>
                  <a:cubicBezTo>
                    <a:pt x="32757" y="43663"/>
                    <a:pt x="32905" y="43552"/>
                    <a:pt x="32905" y="43367"/>
                  </a:cubicBezTo>
                  <a:lnTo>
                    <a:pt x="35936" y="4733"/>
                  </a:lnTo>
                  <a:cubicBezTo>
                    <a:pt x="35936" y="4622"/>
                    <a:pt x="35936" y="4511"/>
                    <a:pt x="35936" y="4400"/>
                  </a:cubicBezTo>
                  <a:cubicBezTo>
                    <a:pt x="35936" y="1997"/>
                    <a:pt x="34014" y="0"/>
                    <a:pt x="31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1"/>
            <p:cNvSpPr/>
            <p:nvPr/>
          </p:nvSpPr>
          <p:spPr>
            <a:xfrm>
              <a:off x="3388050" y="4095075"/>
              <a:ext cx="902100" cy="212625"/>
            </a:xfrm>
            <a:custGeom>
              <a:avLst/>
              <a:gdLst/>
              <a:ahLst/>
              <a:cxnLst/>
              <a:rect l="l" t="t" r="r" b="b"/>
              <a:pathLst>
                <a:path w="36084" h="8505" extrusionOk="0">
                  <a:moveTo>
                    <a:pt x="0" y="1"/>
                  </a:moveTo>
                  <a:lnTo>
                    <a:pt x="0" y="8504"/>
                  </a:lnTo>
                  <a:lnTo>
                    <a:pt x="36084" y="8504"/>
                  </a:lnTo>
                  <a:lnTo>
                    <a:pt x="360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1"/>
            <p:cNvSpPr/>
            <p:nvPr/>
          </p:nvSpPr>
          <p:spPr>
            <a:xfrm>
              <a:off x="3380650" y="4086775"/>
              <a:ext cx="916900" cy="228300"/>
            </a:xfrm>
            <a:custGeom>
              <a:avLst/>
              <a:gdLst/>
              <a:ahLst/>
              <a:cxnLst/>
              <a:rect l="l" t="t" r="r" b="b"/>
              <a:pathLst>
                <a:path w="36676" h="9132" extrusionOk="0">
                  <a:moveTo>
                    <a:pt x="36047" y="629"/>
                  </a:moveTo>
                  <a:lnTo>
                    <a:pt x="36047" y="8503"/>
                  </a:lnTo>
                  <a:lnTo>
                    <a:pt x="592" y="8503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9" y="37"/>
                    <a:pt x="75" y="111"/>
                  </a:cubicBezTo>
                  <a:cubicBezTo>
                    <a:pt x="1" y="148"/>
                    <a:pt x="1" y="259"/>
                    <a:pt x="1" y="333"/>
                  </a:cubicBezTo>
                  <a:lnTo>
                    <a:pt x="1" y="8836"/>
                  </a:lnTo>
                  <a:cubicBezTo>
                    <a:pt x="1" y="8910"/>
                    <a:pt x="1" y="8984"/>
                    <a:pt x="75" y="9058"/>
                  </a:cubicBezTo>
                  <a:cubicBezTo>
                    <a:pt x="149" y="9095"/>
                    <a:pt x="222" y="9132"/>
                    <a:pt x="296" y="9132"/>
                  </a:cubicBezTo>
                  <a:lnTo>
                    <a:pt x="36380" y="9132"/>
                  </a:lnTo>
                  <a:cubicBezTo>
                    <a:pt x="36454" y="9132"/>
                    <a:pt x="36528" y="9095"/>
                    <a:pt x="36602" y="9058"/>
                  </a:cubicBezTo>
                  <a:cubicBezTo>
                    <a:pt x="36639" y="8984"/>
                    <a:pt x="36675" y="8910"/>
                    <a:pt x="36675" y="8836"/>
                  </a:cubicBezTo>
                  <a:lnTo>
                    <a:pt x="36675" y="333"/>
                  </a:lnTo>
                  <a:cubicBezTo>
                    <a:pt x="36675" y="259"/>
                    <a:pt x="36639" y="148"/>
                    <a:pt x="36602" y="111"/>
                  </a:cubicBezTo>
                  <a:cubicBezTo>
                    <a:pt x="36528" y="37"/>
                    <a:pt x="36454" y="0"/>
                    <a:pt x="36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1"/>
            <p:cNvSpPr/>
            <p:nvPr/>
          </p:nvSpPr>
          <p:spPr>
            <a:xfrm>
              <a:off x="3342750" y="3850150"/>
              <a:ext cx="116500" cy="457550"/>
            </a:xfrm>
            <a:custGeom>
              <a:avLst/>
              <a:gdLst/>
              <a:ahLst/>
              <a:cxnLst/>
              <a:rect l="l" t="t" r="r" b="b"/>
              <a:pathLst>
                <a:path w="4660" h="18302" extrusionOk="0">
                  <a:moveTo>
                    <a:pt x="2330" y="1"/>
                  </a:moveTo>
                  <a:cubicBezTo>
                    <a:pt x="1036" y="1"/>
                    <a:pt x="1" y="1036"/>
                    <a:pt x="1" y="2330"/>
                  </a:cubicBezTo>
                  <a:lnTo>
                    <a:pt x="1923" y="18301"/>
                  </a:lnTo>
                  <a:lnTo>
                    <a:pt x="4659" y="18301"/>
                  </a:lnTo>
                  <a:lnTo>
                    <a:pt x="4659" y="2330"/>
                  </a:lnTo>
                  <a:cubicBezTo>
                    <a:pt x="4659" y="1036"/>
                    <a:pt x="3624" y="1"/>
                    <a:pt x="2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1"/>
            <p:cNvSpPr/>
            <p:nvPr/>
          </p:nvSpPr>
          <p:spPr>
            <a:xfrm>
              <a:off x="3335375" y="3842750"/>
              <a:ext cx="131250" cy="472325"/>
            </a:xfrm>
            <a:custGeom>
              <a:avLst/>
              <a:gdLst/>
              <a:ahLst/>
              <a:cxnLst/>
              <a:rect l="l" t="t" r="r" b="b"/>
              <a:pathLst>
                <a:path w="5250" h="18893" extrusionOk="0">
                  <a:moveTo>
                    <a:pt x="2625" y="592"/>
                  </a:moveTo>
                  <a:cubicBezTo>
                    <a:pt x="3734" y="592"/>
                    <a:pt x="4621" y="1517"/>
                    <a:pt x="4621" y="2626"/>
                  </a:cubicBezTo>
                  <a:lnTo>
                    <a:pt x="4621" y="18264"/>
                  </a:lnTo>
                  <a:lnTo>
                    <a:pt x="2477" y="18264"/>
                  </a:lnTo>
                  <a:lnTo>
                    <a:pt x="593" y="2598"/>
                  </a:lnTo>
                  <a:lnTo>
                    <a:pt x="593" y="2598"/>
                  </a:lnTo>
                  <a:cubicBezTo>
                    <a:pt x="643" y="1501"/>
                    <a:pt x="1525" y="592"/>
                    <a:pt x="2625" y="592"/>
                  </a:cubicBezTo>
                  <a:close/>
                  <a:moveTo>
                    <a:pt x="2625" y="1"/>
                  </a:moveTo>
                  <a:cubicBezTo>
                    <a:pt x="1183" y="1"/>
                    <a:pt x="0" y="1147"/>
                    <a:pt x="0" y="2626"/>
                  </a:cubicBezTo>
                  <a:lnTo>
                    <a:pt x="0" y="2663"/>
                  </a:lnTo>
                  <a:lnTo>
                    <a:pt x="1923" y="18634"/>
                  </a:lnTo>
                  <a:cubicBezTo>
                    <a:pt x="1923" y="18782"/>
                    <a:pt x="2070" y="18893"/>
                    <a:pt x="2218" y="18893"/>
                  </a:cubicBezTo>
                  <a:lnTo>
                    <a:pt x="4954" y="18893"/>
                  </a:lnTo>
                  <a:cubicBezTo>
                    <a:pt x="5028" y="18893"/>
                    <a:pt x="5102" y="18856"/>
                    <a:pt x="5176" y="18819"/>
                  </a:cubicBezTo>
                  <a:cubicBezTo>
                    <a:pt x="5213" y="18745"/>
                    <a:pt x="5250" y="18671"/>
                    <a:pt x="5250" y="18597"/>
                  </a:cubicBezTo>
                  <a:lnTo>
                    <a:pt x="5250" y="2626"/>
                  </a:lnTo>
                  <a:cubicBezTo>
                    <a:pt x="5250" y="1147"/>
                    <a:pt x="4067" y="1"/>
                    <a:pt x="2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1"/>
            <p:cNvSpPr/>
            <p:nvPr/>
          </p:nvSpPr>
          <p:spPr>
            <a:xfrm>
              <a:off x="4225425" y="3850150"/>
              <a:ext cx="116500" cy="457550"/>
            </a:xfrm>
            <a:custGeom>
              <a:avLst/>
              <a:gdLst/>
              <a:ahLst/>
              <a:cxnLst/>
              <a:rect l="l" t="t" r="r" b="b"/>
              <a:pathLst>
                <a:path w="4660" h="18302" extrusionOk="0">
                  <a:moveTo>
                    <a:pt x="2330" y="1"/>
                  </a:moveTo>
                  <a:cubicBezTo>
                    <a:pt x="1036" y="1"/>
                    <a:pt x="1" y="1036"/>
                    <a:pt x="1" y="2330"/>
                  </a:cubicBezTo>
                  <a:lnTo>
                    <a:pt x="1" y="18301"/>
                  </a:lnTo>
                  <a:lnTo>
                    <a:pt x="2737" y="18301"/>
                  </a:lnTo>
                  <a:lnTo>
                    <a:pt x="4659" y="2330"/>
                  </a:lnTo>
                  <a:cubicBezTo>
                    <a:pt x="4659" y="1036"/>
                    <a:pt x="3587" y="1"/>
                    <a:pt x="2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1"/>
            <p:cNvSpPr/>
            <p:nvPr/>
          </p:nvSpPr>
          <p:spPr>
            <a:xfrm>
              <a:off x="4218050" y="3842750"/>
              <a:ext cx="131250" cy="472325"/>
            </a:xfrm>
            <a:custGeom>
              <a:avLst/>
              <a:gdLst/>
              <a:ahLst/>
              <a:cxnLst/>
              <a:rect l="l" t="t" r="r" b="b"/>
              <a:pathLst>
                <a:path w="5250" h="18893" extrusionOk="0">
                  <a:moveTo>
                    <a:pt x="2625" y="592"/>
                  </a:moveTo>
                  <a:cubicBezTo>
                    <a:pt x="3723" y="592"/>
                    <a:pt x="4603" y="1497"/>
                    <a:pt x="4621" y="2591"/>
                  </a:cubicBezTo>
                  <a:lnTo>
                    <a:pt x="4621" y="2591"/>
                  </a:lnTo>
                  <a:lnTo>
                    <a:pt x="2736" y="18264"/>
                  </a:lnTo>
                  <a:lnTo>
                    <a:pt x="592" y="18264"/>
                  </a:lnTo>
                  <a:lnTo>
                    <a:pt x="592" y="2626"/>
                  </a:lnTo>
                  <a:cubicBezTo>
                    <a:pt x="592" y="1517"/>
                    <a:pt x="1516" y="592"/>
                    <a:pt x="2625" y="592"/>
                  </a:cubicBezTo>
                  <a:close/>
                  <a:moveTo>
                    <a:pt x="2625" y="1"/>
                  </a:moveTo>
                  <a:cubicBezTo>
                    <a:pt x="1183" y="1"/>
                    <a:pt x="0" y="1147"/>
                    <a:pt x="0" y="2626"/>
                  </a:cubicBezTo>
                  <a:lnTo>
                    <a:pt x="0" y="18597"/>
                  </a:lnTo>
                  <a:cubicBezTo>
                    <a:pt x="0" y="18671"/>
                    <a:pt x="37" y="18745"/>
                    <a:pt x="74" y="18819"/>
                  </a:cubicBezTo>
                  <a:cubicBezTo>
                    <a:pt x="148" y="18856"/>
                    <a:pt x="222" y="18893"/>
                    <a:pt x="296" y="18893"/>
                  </a:cubicBezTo>
                  <a:lnTo>
                    <a:pt x="3032" y="18893"/>
                  </a:lnTo>
                  <a:cubicBezTo>
                    <a:pt x="3179" y="18893"/>
                    <a:pt x="3327" y="18782"/>
                    <a:pt x="3327" y="18634"/>
                  </a:cubicBezTo>
                  <a:lnTo>
                    <a:pt x="5250" y="2663"/>
                  </a:lnTo>
                  <a:lnTo>
                    <a:pt x="5250" y="2626"/>
                  </a:lnTo>
                  <a:cubicBezTo>
                    <a:pt x="5250" y="1147"/>
                    <a:pt x="4067" y="1"/>
                    <a:pt x="2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1"/>
            <p:cNvSpPr/>
            <p:nvPr/>
          </p:nvSpPr>
          <p:spPr>
            <a:xfrm>
              <a:off x="3548875" y="3556225"/>
              <a:ext cx="574000" cy="329075"/>
            </a:xfrm>
            <a:custGeom>
              <a:avLst/>
              <a:gdLst/>
              <a:ahLst/>
              <a:cxnLst/>
              <a:rect l="l" t="t" r="r" b="b"/>
              <a:pathLst>
                <a:path w="22960" h="13163" extrusionOk="0">
                  <a:moveTo>
                    <a:pt x="0" y="1"/>
                  </a:moveTo>
                  <a:lnTo>
                    <a:pt x="1294" y="13162"/>
                  </a:lnTo>
                  <a:lnTo>
                    <a:pt x="21665" y="13162"/>
                  </a:lnTo>
                  <a:lnTo>
                    <a:pt x="229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1"/>
            <p:cNvSpPr/>
            <p:nvPr/>
          </p:nvSpPr>
          <p:spPr>
            <a:xfrm>
              <a:off x="3541475" y="3548850"/>
              <a:ext cx="588775" cy="343850"/>
            </a:xfrm>
            <a:custGeom>
              <a:avLst/>
              <a:gdLst/>
              <a:ahLst/>
              <a:cxnLst/>
              <a:rect l="l" t="t" r="r" b="b"/>
              <a:pathLst>
                <a:path w="23551" h="13754" extrusionOk="0">
                  <a:moveTo>
                    <a:pt x="22885" y="592"/>
                  </a:moveTo>
                  <a:lnTo>
                    <a:pt x="21665" y="13125"/>
                  </a:lnTo>
                  <a:lnTo>
                    <a:pt x="1886" y="13125"/>
                  </a:lnTo>
                  <a:lnTo>
                    <a:pt x="626" y="592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1" y="148"/>
                    <a:pt x="1" y="259"/>
                    <a:pt x="1" y="333"/>
                  </a:cubicBezTo>
                  <a:lnTo>
                    <a:pt x="1295" y="13457"/>
                  </a:lnTo>
                  <a:cubicBezTo>
                    <a:pt x="1295" y="13642"/>
                    <a:pt x="1442" y="13753"/>
                    <a:pt x="1590" y="13753"/>
                  </a:cubicBezTo>
                  <a:lnTo>
                    <a:pt x="21961" y="13753"/>
                  </a:lnTo>
                  <a:cubicBezTo>
                    <a:pt x="22109" y="13753"/>
                    <a:pt x="22257" y="13642"/>
                    <a:pt x="22257" y="13457"/>
                  </a:cubicBezTo>
                  <a:lnTo>
                    <a:pt x="23551" y="333"/>
                  </a:lnTo>
                  <a:cubicBezTo>
                    <a:pt x="23551" y="259"/>
                    <a:pt x="23514" y="148"/>
                    <a:pt x="23477" y="74"/>
                  </a:cubicBezTo>
                  <a:cubicBezTo>
                    <a:pt x="23403" y="37"/>
                    <a:pt x="23329" y="0"/>
                    <a:pt x="23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1"/>
            <p:cNvSpPr/>
            <p:nvPr/>
          </p:nvSpPr>
          <p:spPr>
            <a:xfrm>
              <a:off x="3337225" y="3015525"/>
              <a:ext cx="1061075" cy="603575"/>
            </a:xfrm>
            <a:custGeom>
              <a:avLst/>
              <a:gdLst/>
              <a:ahLst/>
              <a:cxnLst/>
              <a:rect l="l" t="t" r="r" b="b"/>
              <a:pathLst>
                <a:path w="42443" h="24143" extrusionOk="0">
                  <a:moveTo>
                    <a:pt x="22552" y="1"/>
                  </a:moveTo>
                  <a:lnTo>
                    <a:pt x="16748" y="112"/>
                  </a:lnTo>
                  <a:lnTo>
                    <a:pt x="5878" y="6212"/>
                  </a:lnTo>
                  <a:lnTo>
                    <a:pt x="0" y="24143"/>
                  </a:lnTo>
                  <a:lnTo>
                    <a:pt x="42442" y="24143"/>
                  </a:lnTo>
                  <a:cubicBezTo>
                    <a:pt x="42442" y="24143"/>
                    <a:pt x="35640" y="6693"/>
                    <a:pt x="34309" y="5805"/>
                  </a:cubicBezTo>
                  <a:cubicBezTo>
                    <a:pt x="32978" y="4881"/>
                    <a:pt x="22552" y="1"/>
                    <a:pt x="225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1"/>
            <p:cNvSpPr/>
            <p:nvPr/>
          </p:nvSpPr>
          <p:spPr>
            <a:xfrm>
              <a:off x="3328900" y="3008150"/>
              <a:ext cx="1076800" cy="619275"/>
            </a:xfrm>
            <a:custGeom>
              <a:avLst/>
              <a:gdLst/>
              <a:ahLst/>
              <a:cxnLst/>
              <a:rect l="l" t="t" r="r" b="b"/>
              <a:pathLst>
                <a:path w="43072" h="24771" extrusionOk="0">
                  <a:moveTo>
                    <a:pt x="22743" y="594"/>
                  </a:moveTo>
                  <a:cubicBezTo>
                    <a:pt x="22812" y="625"/>
                    <a:pt x="23458" y="914"/>
                    <a:pt x="24401" y="1368"/>
                  </a:cubicBezTo>
                  <a:cubicBezTo>
                    <a:pt x="25880" y="2071"/>
                    <a:pt x="28172" y="3143"/>
                    <a:pt x="30205" y="4141"/>
                  </a:cubicBezTo>
                  <a:cubicBezTo>
                    <a:pt x="31203" y="4622"/>
                    <a:pt x="32165" y="5102"/>
                    <a:pt x="32941" y="5472"/>
                  </a:cubicBezTo>
                  <a:cubicBezTo>
                    <a:pt x="33681" y="5879"/>
                    <a:pt x="34235" y="6174"/>
                    <a:pt x="34457" y="6322"/>
                  </a:cubicBezTo>
                  <a:cubicBezTo>
                    <a:pt x="34494" y="6359"/>
                    <a:pt x="34605" y="6433"/>
                    <a:pt x="34716" y="6618"/>
                  </a:cubicBezTo>
                  <a:cubicBezTo>
                    <a:pt x="35122" y="7246"/>
                    <a:pt x="35862" y="8688"/>
                    <a:pt x="36675" y="10500"/>
                  </a:cubicBezTo>
                  <a:cubicBezTo>
                    <a:pt x="37895" y="13236"/>
                    <a:pt x="39337" y="16748"/>
                    <a:pt x="40483" y="19558"/>
                  </a:cubicBezTo>
                  <a:cubicBezTo>
                    <a:pt x="41075" y="21000"/>
                    <a:pt x="41555" y="22257"/>
                    <a:pt x="41925" y="23144"/>
                  </a:cubicBezTo>
                  <a:cubicBezTo>
                    <a:pt x="42082" y="23563"/>
                    <a:pt x="42215" y="23900"/>
                    <a:pt x="42311" y="24142"/>
                  </a:cubicBezTo>
                  <a:lnTo>
                    <a:pt x="777" y="24142"/>
                  </a:lnTo>
                  <a:lnTo>
                    <a:pt x="6470" y="6692"/>
                  </a:lnTo>
                  <a:lnTo>
                    <a:pt x="17166" y="701"/>
                  </a:lnTo>
                  <a:lnTo>
                    <a:pt x="17166" y="701"/>
                  </a:lnTo>
                  <a:lnTo>
                    <a:pt x="22743" y="594"/>
                  </a:lnTo>
                  <a:close/>
                  <a:moveTo>
                    <a:pt x="22848" y="0"/>
                  </a:moveTo>
                  <a:lnTo>
                    <a:pt x="17081" y="74"/>
                  </a:lnTo>
                  <a:lnTo>
                    <a:pt x="16933" y="148"/>
                  </a:lnTo>
                  <a:lnTo>
                    <a:pt x="6063" y="6211"/>
                  </a:lnTo>
                  <a:cubicBezTo>
                    <a:pt x="5990" y="6248"/>
                    <a:pt x="5953" y="6322"/>
                    <a:pt x="5916" y="6396"/>
                  </a:cubicBezTo>
                  <a:lnTo>
                    <a:pt x="37" y="24364"/>
                  </a:lnTo>
                  <a:cubicBezTo>
                    <a:pt x="0" y="24438"/>
                    <a:pt x="37" y="24549"/>
                    <a:pt x="74" y="24623"/>
                  </a:cubicBezTo>
                  <a:cubicBezTo>
                    <a:pt x="148" y="24734"/>
                    <a:pt x="222" y="24771"/>
                    <a:pt x="333" y="24771"/>
                  </a:cubicBezTo>
                  <a:lnTo>
                    <a:pt x="42775" y="24771"/>
                  </a:lnTo>
                  <a:cubicBezTo>
                    <a:pt x="42849" y="24771"/>
                    <a:pt x="42960" y="24697"/>
                    <a:pt x="43034" y="24623"/>
                  </a:cubicBezTo>
                  <a:cubicBezTo>
                    <a:pt x="43071" y="24549"/>
                    <a:pt x="43071" y="24438"/>
                    <a:pt x="43034" y="24327"/>
                  </a:cubicBezTo>
                  <a:cubicBezTo>
                    <a:pt x="43034" y="24327"/>
                    <a:pt x="41333" y="19964"/>
                    <a:pt x="39485" y="15491"/>
                  </a:cubicBezTo>
                  <a:cubicBezTo>
                    <a:pt x="38561" y="13236"/>
                    <a:pt x="37562" y="10981"/>
                    <a:pt x="36749" y="9206"/>
                  </a:cubicBezTo>
                  <a:cubicBezTo>
                    <a:pt x="36342" y="8319"/>
                    <a:pt x="35973" y="7579"/>
                    <a:pt x="35640" y="6988"/>
                  </a:cubicBezTo>
                  <a:cubicBezTo>
                    <a:pt x="35492" y="6692"/>
                    <a:pt x="35344" y="6470"/>
                    <a:pt x="35196" y="6285"/>
                  </a:cubicBezTo>
                  <a:cubicBezTo>
                    <a:pt x="35085" y="6063"/>
                    <a:pt x="34974" y="5953"/>
                    <a:pt x="34827" y="5842"/>
                  </a:cubicBezTo>
                  <a:cubicBezTo>
                    <a:pt x="34642" y="5694"/>
                    <a:pt x="34309" y="5509"/>
                    <a:pt x="33902" y="5287"/>
                  </a:cubicBezTo>
                  <a:cubicBezTo>
                    <a:pt x="31019" y="3734"/>
                    <a:pt x="22996" y="37"/>
                    <a:pt x="22996" y="37"/>
                  </a:cubicBezTo>
                  <a:lnTo>
                    <a:pt x="228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1"/>
            <p:cNvSpPr/>
            <p:nvPr/>
          </p:nvSpPr>
          <p:spPr>
            <a:xfrm>
              <a:off x="3938900" y="2856775"/>
              <a:ext cx="52725" cy="82300"/>
            </a:xfrm>
            <a:custGeom>
              <a:avLst/>
              <a:gdLst/>
              <a:ahLst/>
              <a:cxnLst/>
              <a:rect l="l" t="t" r="r" b="b"/>
              <a:pathLst>
                <a:path w="2109" h="3292" extrusionOk="0">
                  <a:moveTo>
                    <a:pt x="1480" y="0"/>
                  </a:moveTo>
                  <a:cubicBezTo>
                    <a:pt x="1085" y="0"/>
                    <a:pt x="592" y="362"/>
                    <a:pt x="592" y="362"/>
                  </a:cubicBezTo>
                  <a:lnTo>
                    <a:pt x="518" y="768"/>
                  </a:lnTo>
                  <a:lnTo>
                    <a:pt x="1" y="2913"/>
                  </a:lnTo>
                  <a:cubicBezTo>
                    <a:pt x="1" y="2913"/>
                    <a:pt x="332" y="3291"/>
                    <a:pt x="824" y="3291"/>
                  </a:cubicBezTo>
                  <a:cubicBezTo>
                    <a:pt x="947" y="3291"/>
                    <a:pt x="1080" y="3268"/>
                    <a:pt x="1221" y="3208"/>
                  </a:cubicBezTo>
                  <a:cubicBezTo>
                    <a:pt x="1923" y="2913"/>
                    <a:pt x="2108" y="1175"/>
                    <a:pt x="1923" y="362"/>
                  </a:cubicBezTo>
                  <a:cubicBezTo>
                    <a:pt x="1849" y="91"/>
                    <a:pt x="1677" y="0"/>
                    <a:pt x="1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1"/>
            <p:cNvSpPr/>
            <p:nvPr/>
          </p:nvSpPr>
          <p:spPr>
            <a:xfrm>
              <a:off x="3930600" y="2849175"/>
              <a:ext cx="65650" cy="98000"/>
            </a:xfrm>
            <a:custGeom>
              <a:avLst/>
              <a:gdLst/>
              <a:ahLst/>
              <a:cxnLst/>
              <a:rect l="l" t="t" r="r" b="b"/>
              <a:pathLst>
                <a:path w="2626" h="3920" extrusionOk="0">
                  <a:moveTo>
                    <a:pt x="1886" y="629"/>
                  </a:moveTo>
                  <a:cubicBezTo>
                    <a:pt x="1923" y="629"/>
                    <a:pt x="1923" y="666"/>
                    <a:pt x="1960" y="740"/>
                  </a:cubicBezTo>
                  <a:cubicBezTo>
                    <a:pt x="1997" y="888"/>
                    <a:pt x="2034" y="1146"/>
                    <a:pt x="2034" y="1405"/>
                  </a:cubicBezTo>
                  <a:cubicBezTo>
                    <a:pt x="2034" y="1775"/>
                    <a:pt x="1960" y="2219"/>
                    <a:pt x="1849" y="2588"/>
                  </a:cubicBezTo>
                  <a:cubicBezTo>
                    <a:pt x="1738" y="2958"/>
                    <a:pt x="1553" y="3180"/>
                    <a:pt x="1405" y="3217"/>
                  </a:cubicBezTo>
                  <a:cubicBezTo>
                    <a:pt x="1331" y="3291"/>
                    <a:pt x="1220" y="3291"/>
                    <a:pt x="1146" y="3291"/>
                  </a:cubicBezTo>
                  <a:cubicBezTo>
                    <a:pt x="961" y="3291"/>
                    <a:pt x="850" y="3217"/>
                    <a:pt x="740" y="3143"/>
                  </a:cubicBezTo>
                  <a:lnTo>
                    <a:pt x="676" y="3095"/>
                  </a:lnTo>
                  <a:lnTo>
                    <a:pt x="676" y="3095"/>
                  </a:lnTo>
                  <a:lnTo>
                    <a:pt x="1146" y="1146"/>
                  </a:lnTo>
                  <a:lnTo>
                    <a:pt x="1194" y="886"/>
                  </a:lnTo>
                  <a:lnTo>
                    <a:pt x="1194" y="886"/>
                  </a:lnTo>
                  <a:cubicBezTo>
                    <a:pt x="1248" y="846"/>
                    <a:pt x="1335" y="793"/>
                    <a:pt x="1442" y="740"/>
                  </a:cubicBezTo>
                  <a:cubicBezTo>
                    <a:pt x="1553" y="666"/>
                    <a:pt x="1738" y="629"/>
                    <a:pt x="1812" y="629"/>
                  </a:cubicBezTo>
                  <a:close/>
                  <a:moveTo>
                    <a:pt x="1812" y="0"/>
                  </a:moveTo>
                  <a:cubicBezTo>
                    <a:pt x="1516" y="0"/>
                    <a:pt x="1294" y="111"/>
                    <a:pt x="1072" y="222"/>
                  </a:cubicBezTo>
                  <a:cubicBezTo>
                    <a:pt x="887" y="333"/>
                    <a:pt x="777" y="407"/>
                    <a:pt x="740" y="407"/>
                  </a:cubicBezTo>
                  <a:cubicBezTo>
                    <a:pt x="703" y="481"/>
                    <a:pt x="666" y="518"/>
                    <a:pt x="629" y="592"/>
                  </a:cubicBezTo>
                  <a:lnTo>
                    <a:pt x="518" y="998"/>
                  </a:lnTo>
                  <a:lnTo>
                    <a:pt x="37" y="3143"/>
                  </a:lnTo>
                  <a:cubicBezTo>
                    <a:pt x="0" y="3217"/>
                    <a:pt x="37" y="3328"/>
                    <a:pt x="74" y="3402"/>
                  </a:cubicBezTo>
                  <a:cubicBezTo>
                    <a:pt x="111" y="3402"/>
                    <a:pt x="185" y="3549"/>
                    <a:pt x="370" y="3660"/>
                  </a:cubicBezTo>
                  <a:cubicBezTo>
                    <a:pt x="555" y="3771"/>
                    <a:pt x="814" y="3919"/>
                    <a:pt x="1146" y="3919"/>
                  </a:cubicBezTo>
                  <a:cubicBezTo>
                    <a:pt x="1294" y="3919"/>
                    <a:pt x="1479" y="3882"/>
                    <a:pt x="1664" y="3808"/>
                  </a:cubicBezTo>
                  <a:cubicBezTo>
                    <a:pt x="2071" y="3623"/>
                    <a:pt x="2292" y="3217"/>
                    <a:pt x="2440" y="2773"/>
                  </a:cubicBezTo>
                  <a:cubicBezTo>
                    <a:pt x="2588" y="2329"/>
                    <a:pt x="2625" y="1849"/>
                    <a:pt x="2625" y="1405"/>
                  </a:cubicBezTo>
                  <a:cubicBezTo>
                    <a:pt x="2625" y="1109"/>
                    <a:pt x="2625" y="814"/>
                    <a:pt x="2551" y="592"/>
                  </a:cubicBezTo>
                  <a:cubicBezTo>
                    <a:pt x="2514" y="407"/>
                    <a:pt x="2403" y="259"/>
                    <a:pt x="2255" y="148"/>
                  </a:cubicBezTo>
                  <a:cubicBezTo>
                    <a:pt x="2144" y="37"/>
                    <a:pt x="1960" y="0"/>
                    <a:pt x="1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1"/>
            <p:cNvSpPr/>
            <p:nvPr/>
          </p:nvSpPr>
          <p:spPr>
            <a:xfrm>
              <a:off x="3667175" y="2856775"/>
              <a:ext cx="53625" cy="82300"/>
            </a:xfrm>
            <a:custGeom>
              <a:avLst/>
              <a:gdLst/>
              <a:ahLst/>
              <a:cxnLst/>
              <a:rect l="l" t="t" r="r" b="b"/>
              <a:pathLst>
                <a:path w="2145" h="3292" extrusionOk="0">
                  <a:moveTo>
                    <a:pt x="640" y="0"/>
                  </a:moveTo>
                  <a:cubicBezTo>
                    <a:pt x="448" y="0"/>
                    <a:pt x="284" y="91"/>
                    <a:pt x="222" y="362"/>
                  </a:cubicBezTo>
                  <a:cubicBezTo>
                    <a:pt x="1" y="1175"/>
                    <a:pt x="222" y="2913"/>
                    <a:pt x="925" y="3208"/>
                  </a:cubicBezTo>
                  <a:cubicBezTo>
                    <a:pt x="1065" y="3268"/>
                    <a:pt x="1198" y="3291"/>
                    <a:pt x="1321" y="3291"/>
                  </a:cubicBezTo>
                  <a:cubicBezTo>
                    <a:pt x="1814" y="3291"/>
                    <a:pt x="2145" y="2913"/>
                    <a:pt x="2145" y="2913"/>
                  </a:cubicBezTo>
                  <a:lnTo>
                    <a:pt x="1627" y="768"/>
                  </a:lnTo>
                  <a:lnTo>
                    <a:pt x="1516" y="362"/>
                  </a:lnTo>
                  <a:cubicBezTo>
                    <a:pt x="1516" y="362"/>
                    <a:pt x="1023" y="0"/>
                    <a:pt x="6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1"/>
            <p:cNvSpPr/>
            <p:nvPr/>
          </p:nvSpPr>
          <p:spPr>
            <a:xfrm>
              <a:off x="3662550" y="2849175"/>
              <a:ext cx="65650" cy="98000"/>
            </a:xfrm>
            <a:custGeom>
              <a:avLst/>
              <a:gdLst/>
              <a:ahLst/>
              <a:cxnLst/>
              <a:rect l="l" t="t" r="r" b="b"/>
              <a:pathLst>
                <a:path w="2626" h="3920" extrusionOk="0">
                  <a:moveTo>
                    <a:pt x="814" y="629"/>
                  </a:moveTo>
                  <a:cubicBezTo>
                    <a:pt x="925" y="629"/>
                    <a:pt x="1110" y="666"/>
                    <a:pt x="1258" y="777"/>
                  </a:cubicBezTo>
                  <a:cubicBezTo>
                    <a:pt x="1332" y="814"/>
                    <a:pt x="1406" y="851"/>
                    <a:pt x="1443" y="888"/>
                  </a:cubicBezTo>
                  <a:lnTo>
                    <a:pt x="1446" y="890"/>
                  </a:lnTo>
                  <a:lnTo>
                    <a:pt x="1516" y="1146"/>
                  </a:lnTo>
                  <a:lnTo>
                    <a:pt x="1987" y="3094"/>
                  </a:lnTo>
                  <a:lnTo>
                    <a:pt x="1987" y="3094"/>
                  </a:lnTo>
                  <a:cubicBezTo>
                    <a:pt x="1959" y="3113"/>
                    <a:pt x="1925" y="3130"/>
                    <a:pt x="1886" y="3143"/>
                  </a:cubicBezTo>
                  <a:cubicBezTo>
                    <a:pt x="1775" y="3217"/>
                    <a:pt x="1664" y="3291"/>
                    <a:pt x="1516" y="3291"/>
                  </a:cubicBezTo>
                  <a:cubicBezTo>
                    <a:pt x="1406" y="3291"/>
                    <a:pt x="1332" y="3291"/>
                    <a:pt x="1221" y="3217"/>
                  </a:cubicBezTo>
                  <a:cubicBezTo>
                    <a:pt x="1110" y="3180"/>
                    <a:pt x="925" y="2958"/>
                    <a:pt x="814" y="2588"/>
                  </a:cubicBezTo>
                  <a:cubicBezTo>
                    <a:pt x="666" y="2219"/>
                    <a:pt x="629" y="1775"/>
                    <a:pt x="629" y="1405"/>
                  </a:cubicBezTo>
                  <a:cubicBezTo>
                    <a:pt x="629" y="1146"/>
                    <a:pt x="629" y="925"/>
                    <a:pt x="703" y="740"/>
                  </a:cubicBezTo>
                  <a:cubicBezTo>
                    <a:pt x="703" y="666"/>
                    <a:pt x="740" y="629"/>
                    <a:pt x="740" y="629"/>
                  </a:cubicBezTo>
                  <a:close/>
                  <a:moveTo>
                    <a:pt x="814" y="0"/>
                  </a:moveTo>
                  <a:cubicBezTo>
                    <a:pt x="666" y="0"/>
                    <a:pt x="518" y="37"/>
                    <a:pt x="370" y="148"/>
                  </a:cubicBezTo>
                  <a:cubicBezTo>
                    <a:pt x="223" y="259"/>
                    <a:pt x="149" y="407"/>
                    <a:pt x="75" y="592"/>
                  </a:cubicBezTo>
                  <a:cubicBezTo>
                    <a:pt x="38" y="814"/>
                    <a:pt x="1" y="1109"/>
                    <a:pt x="1" y="1405"/>
                  </a:cubicBezTo>
                  <a:cubicBezTo>
                    <a:pt x="1" y="1849"/>
                    <a:pt x="75" y="2329"/>
                    <a:pt x="223" y="2773"/>
                  </a:cubicBezTo>
                  <a:cubicBezTo>
                    <a:pt x="370" y="3217"/>
                    <a:pt x="555" y="3623"/>
                    <a:pt x="962" y="3808"/>
                  </a:cubicBezTo>
                  <a:cubicBezTo>
                    <a:pt x="1147" y="3882"/>
                    <a:pt x="1332" y="3919"/>
                    <a:pt x="1516" y="3919"/>
                  </a:cubicBezTo>
                  <a:cubicBezTo>
                    <a:pt x="1812" y="3919"/>
                    <a:pt x="2108" y="3771"/>
                    <a:pt x="2256" y="3660"/>
                  </a:cubicBezTo>
                  <a:cubicBezTo>
                    <a:pt x="2441" y="3549"/>
                    <a:pt x="2552" y="3402"/>
                    <a:pt x="2552" y="3402"/>
                  </a:cubicBezTo>
                  <a:cubicBezTo>
                    <a:pt x="2626" y="3328"/>
                    <a:pt x="2626" y="3217"/>
                    <a:pt x="2626" y="3143"/>
                  </a:cubicBezTo>
                  <a:lnTo>
                    <a:pt x="2108" y="998"/>
                  </a:lnTo>
                  <a:lnTo>
                    <a:pt x="1997" y="592"/>
                  </a:lnTo>
                  <a:cubicBezTo>
                    <a:pt x="1997" y="518"/>
                    <a:pt x="1960" y="481"/>
                    <a:pt x="1886" y="407"/>
                  </a:cubicBezTo>
                  <a:cubicBezTo>
                    <a:pt x="1886" y="407"/>
                    <a:pt x="1738" y="333"/>
                    <a:pt x="1553" y="222"/>
                  </a:cubicBezTo>
                  <a:cubicBezTo>
                    <a:pt x="1369" y="111"/>
                    <a:pt x="1110" y="0"/>
                    <a:pt x="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1"/>
            <p:cNvSpPr/>
            <p:nvPr/>
          </p:nvSpPr>
          <p:spPr>
            <a:xfrm>
              <a:off x="3694900" y="2954900"/>
              <a:ext cx="289325" cy="233500"/>
            </a:xfrm>
            <a:custGeom>
              <a:avLst/>
              <a:gdLst/>
              <a:ahLst/>
              <a:cxnLst/>
              <a:rect l="l" t="t" r="r" b="b"/>
              <a:pathLst>
                <a:path w="11573" h="9340" extrusionOk="0">
                  <a:moveTo>
                    <a:pt x="5371" y="0"/>
                  </a:moveTo>
                  <a:cubicBezTo>
                    <a:pt x="4082" y="0"/>
                    <a:pt x="2795" y="308"/>
                    <a:pt x="2034" y="1021"/>
                  </a:cubicBezTo>
                  <a:cubicBezTo>
                    <a:pt x="2034" y="1021"/>
                    <a:pt x="1110" y="1724"/>
                    <a:pt x="925" y="2426"/>
                  </a:cubicBezTo>
                  <a:cubicBezTo>
                    <a:pt x="703" y="3128"/>
                    <a:pt x="1" y="8933"/>
                    <a:pt x="1" y="8933"/>
                  </a:cubicBezTo>
                  <a:cubicBezTo>
                    <a:pt x="1" y="8933"/>
                    <a:pt x="3883" y="6382"/>
                    <a:pt x="4992" y="6197"/>
                  </a:cubicBezTo>
                  <a:cubicBezTo>
                    <a:pt x="5027" y="6190"/>
                    <a:pt x="5067" y="6187"/>
                    <a:pt x="5111" y="6187"/>
                  </a:cubicBezTo>
                  <a:cubicBezTo>
                    <a:pt x="6444" y="6187"/>
                    <a:pt x="11572" y="9340"/>
                    <a:pt x="11572" y="9340"/>
                  </a:cubicBezTo>
                  <a:cubicBezTo>
                    <a:pt x="11572" y="9340"/>
                    <a:pt x="10278" y="2722"/>
                    <a:pt x="9243" y="1317"/>
                  </a:cubicBezTo>
                  <a:cubicBezTo>
                    <a:pt x="8682" y="507"/>
                    <a:pt x="7025" y="0"/>
                    <a:pt x="5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1"/>
            <p:cNvSpPr/>
            <p:nvPr/>
          </p:nvSpPr>
          <p:spPr>
            <a:xfrm>
              <a:off x="3687500" y="2947150"/>
              <a:ext cx="305050" cy="249100"/>
            </a:xfrm>
            <a:custGeom>
              <a:avLst/>
              <a:gdLst/>
              <a:ahLst/>
              <a:cxnLst/>
              <a:rect l="l" t="t" r="r" b="b"/>
              <a:pathLst>
                <a:path w="12202" h="9964" extrusionOk="0">
                  <a:moveTo>
                    <a:pt x="2146" y="1074"/>
                  </a:moveTo>
                  <a:lnTo>
                    <a:pt x="2146" y="1074"/>
                  </a:lnTo>
                  <a:cubicBezTo>
                    <a:pt x="2146" y="1074"/>
                    <a:pt x="2146" y="1074"/>
                    <a:pt x="2146" y="1074"/>
                  </a:cubicBezTo>
                  <a:lnTo>
                    <a:pt x="2146" y="1074"/>
                  </a:lnTo>
                  <a:lnTo>
                    <a:pt x="2146" y="1074"/>
                  </a:lnTo>
                  <a:close/>
                  <a:moveTo>
                    <a:pt x="5620" y="629"/>
                  </a:moveTo>
                  <a:cubicBezTo>
                    <a:pt x="6434" y="629"/>
                    <a:pt x="7247" y="740"/>
                    <a:pt x="7913" y="961"/>
                  </a:cubicBezTo>
                  <a:cubicBezTo>
                    <a:pt x="8578" y="1183"/>
                    <a:pt x="9059" y="1479"/>
                    <a:pt x="9281" y="1812"/>
                  </a:cubicBezTo>
                  <a:cubicBezTo>
                    <a:pt x="9502" y="2107"/>
                    <a:pt x="9798" y="2773"/>
                    <a:pt x="10057" y="3586"/>
                  </a:cubicBezTo>
                  <a:cubicBezTo>
                    <a:pt x="10427" y="4769"/>
                    <a:pt x="10833" y="6322"/>
                    <a:pt x="11092" y="7542"/>
                  </a:cubicBezTo>
                  <a:cubicBezTo>
                    <a:pt x="11233" y="8141"/>
                    <a:pt x="11340" y="8639"/>
                    <a:pt x="11446" y="9037"/>
                  </a:cubicBezTo>
                  <a:lnTo>
                    <a:pt x="11446" y="9037"/>
                  </a:lnTo>
                  <a:cubicBezTo>
                    <a:pt x="10926" y="8727"/>
                    <a:pt x="10129" y="8258"/>
                    <a:pt x="9281" y="7801"/>
                  </a:cubicBezTo>
                  <a:cubicBezTo>
                    <a:pt x="8541" y="7394"/>
                    <a:pt x="7765" y="6988"/>
                    <a:pt x="7099" y="6692"/>
                  </a:cubicBezTo>
                  <a:cubicBezTo>
                    <a:pt x="6730" y="6544"/>
                    <a:pt x="6434" y="6433"/>
                    <a:pt x="6138" y="6322"/>
                  </a:cubicBezTo>
                  <a:cubicBezTo>
                    <a:pt x="5842" y="6248"/>
                    <a:pt x="5620" y="6174"/>
                    <a:pt x="5399" y="6174"/>
                  </a:cubicBezTo>
                  <a:lnTo>
                    <a:pt x="5214" y="6174"/>
                  </a:lnTo>
                  <a:cubicBezTo>
                    <a:pt x="4881" y="6248"/>
                    <a:pt x="4437" y="6470"/>
                    <a:pt x="3883" y="6729"/>
                  </a:cubicBezTo>
                  <a:cubicBezTo>
                    <a:pt x="2781" y="7293"/>
                    <a:pt x="1413" y="8158"/>
                    <a:pt x="676" y="8637"/>
                  </a:cubicBezTo>
                  <a:lnTo>
                    <a:pt x="676" y="8637"/>
                  </a:lnTo>
                  <a:cubicBezTo>
                    <a:pt x="751" y="8071"/>
                    <a:pt x="869" y="7197"/>
                    <a:pt x="999" y="6285"/>
                  </a:cubicBezTo>
                  <a:cubicBezTo>
                    <a:pt x="1110" y="5509"/>
                    <a:pt x="1184" y="4732"/>
                    <a:pt x="1295" y="4104"/>
                  </a:cubicBezTo>
                  <a:cubicBezTo>
                    <a:pt x="1332" y="3771"/>
                    <a:pt x="1369" y="3512"/>
                    <a:pt x="1406" y="3291"/>
                  </a:cubicBezTo>
                  <a:cubicBezTo>
                    <a:pt x="1480" y="3069"/>
                    <a:pt x="1480" y="2884"/>
                    <a:pt x="1517" y="2810"/>
                  </a:cubicBezTo>
                  <a:cubicBezTo>
                    <a:pt x="1591" y="2551"/>
                    <a:pt x="1849" y="2218"/>
                    <a:pt x="2071" y="1960"/>
                  </a:cubicBezTo>
                  <a:cubicBezTo>
                    <a:pt x="2182" y="1849"/>
                    <a:pt x="2293" y="1738"/>
                    <a:pt x="2404" y="1664"/>
                  </a:cubicBezTo>
                  <a:lnTo>
                    <a:pt x="2478" y="1590"/>
                  </a:lnTo>
                  <a:lnTo>
                    <a:pt x="2515" y="1553"/>
                  </a:lnTo>
                  <a:lnTo>
                    <a:pt x="2552" y="1553"/>
                  </a:lnTo>
                  <a:cubicBezTo>
                    <a:pt x="3180" y="924"/>
                    <a:pt x="4400" y="629"/>
                    <a:pt x="5620" y="629"/>
                  </a:cubicBezTo>
                  <a:close/>
                  <a:moveTo>
                    <a:pt x="5620" y="0"/>
                  </a:moveTo>
                  <a:cubicBezTo>
                    <a:pt x="4309" y="0"/>
                    <a:pt x="2998" y="287"/>
                    <a:pt x="2146" y="1074"/>
                  </a:cubicBezTo>
                  <a:lnTo>
                    <a:pt x="2145" y="1072"/>
                  </a:lnTo>
                  <a:cubicBezTo>
                    <a:pt x="2145" y="1072"/>
                    <a:pt x="1886" y="1257"/>
                    <a:pt x="1628" y="1553"/>
                  </a:cubicBezTo>
                  <a:cubicBezTo>
                    <a:pt x="1369" y="1849"/>
                    <a:pt x="1036" y="2218"/>
                    <a:pt x="925" y="2662"/>
                  </a:cubicBezTo>
                  <a:cubicBezTo>
                    <a:pt x="888" y="2773"/>
                    <a:pt x="851" y="2921"/>
                    <a:pt x="814" y="3180"/>
                  </a:cubicBezTo>
                  <a:cubicBezTo>
                    <a:pt x="555" y="4769"/>
                    <a:pt x="1" y="9206"/>
                    <a:pt x="1" y="9206"/>
                  </a:cubicBezTo>
                  <a:cubicBezTo>
                    <a:pt x="1" y="9317"/>
                    <a:pt x="38" y="9428"/>
                    <a:pt x="149" y="9502"/>
                  </a:cubicBezTo>
                  <a:cubicBezTo>
                    <a:pt x="204" y="9539"/>
                    <a:pt x="260" y="9557"/>
                    <a:pt x="315" y="9557"/>
                  </a:cubicBezTo>
                  <a:cubicBezTo>
                    <a:pt x="371" y="9557"/>
                    <a:pt x="426" y="9539"/>
                    <a:pt x="482" y="9502"/>
                  </a:cubicBezTo>
                  <a:cubicBezTo>
                    <a:pt x="482" y="9502"/>
                    <a:pt x="703" y="9317"/>
                    <a:pt x="1073" y="9095"/>
                  </a:cubicBezTo>
                  <a:cubicBezTo>
                    <a:pt x="1665" y="8725"/>
                    <a:pt x="2515" y="8208"/>
                    <a:pt x="3365" y="7727"/>
                  </a:cubicBezTo>
                  <a:cubicBezTo>
                    <a:pt x="3772" y="7468"/>
                    <a:pt x="4179" y="7283"/>
                    <a:pt x="4548" y="7099"/>
                  </a:cubicBezTo>
                  <a:cubicBezTo>
                    <a:pt x="4881" y="6951"/>
                    <a:pt x="5177" y="6840"/>
                    <a:pt x="5325" y="6803"/>
                  </a:cubicBezTo>
                  <a:lnTo>
                    <a:pt x="5399" y="6803"/>
                  </a:lnTo>
                  <a:cubicBezTo>
                    <a:pt x="5510" y="6803"/>
                    <a:pt x="5694" y="6840"/>
                    <a:pt x="5953" y="6914"/>
                  </a:cubicBezTo>
                  <a:cubicBezTo>
                    <a:pt x="6840" y="7209"/>
                    <a:pt x="8319" y="7949"/>
                    <a:pt x="9502" y="8614"/>
                  </a:cubicBezTo>
                  <a:cubicBezTo>
                    <a:pt x="10131" y="8947"/>
                    <a:pt x="10685" y="9280"/>
                    <a:pt x="11055" y="9502"/>
                  </a:cubicBezTo>
                  <a:cubicBezTo>
                    <a:pt x="11462" y="9760"/>
                    <a:pt x="11721" y="9908"/>
                    <a:pt x="11721" y="9908"/>
                  </a:cubicBezTo>
                  <a:cubicBezTo>
                    <a:pt x="11776" y="9945"/>
                    <a:pt x="11831" y="9964"/>
                    <a:pt x="11887" y="9964"/>
                  </a:cubicBezTo>
                  <a:cubicBezTo>
                    <a:pt x="11942" y="9964"/>
                    <a:pt x="11998" y="9945"/>
                    <a:pt x="12053" y="9908"/>
                  </a:cubicBezTo>
                  <a:cubicBezTo>
                    <a:pt x="12164" y="9834"/>
                    <a:pt x="12201" y="9686"/>
                    <a:pt x="12164" y="9576"/>
                  </a:cubicBezTo>
                  <a:cubicBezTo>
                    <a:pt x="12164" y="9576"/>
                    <a:pt x="11831" y="7912"/>
                    <a:pt x="11388" y="6100"/>
                  </a:cubicBezTo>
                  <a:cubicBezTo>
                    <a:pt x="11166" y="5176"/>
                    <a:pt x="10907" y="4215"/>
                    <a:pt x="10611" y="3364"/>
                  </a:cubicBezTo>
                  <a:cubicBezTo>
                    <a:pt x="10353" y="2551"/>
                    <a:pt x="10094" y="1849"/>
                    <a:pt x="9798" y="1442"/>
                  </a:cubicBezTo>
                  <a:cubicBezTo>
                    <a:pt x="9428" y="961"/>
                    <a:pt x="8837" y="629"/>
                    <a:pt x="8097" y="370"/>
                  </a:cubicBezTo>
                  <a:cubicBezTo>
                    <a:pt x="7358" y="148"/>
                    <a:pt x="6508" y="0"/>
                    <a:pt x="5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1"/>
            <p:cNvSpPr/>
            <p:nvPr/>
          </p:nvSpPr>
          <p:spPr>
            <a:xfrm>
              <a:off x="3761450" y="3038650"/>
              <a:ext cx="139600" cy="207225"/>
            </a:xfrm>
            <a:custGeom>
              <a:avLst/>
              <a:gdLst/>
              <a:ahLst/>
              <a:cxnLst/>
              <a:rect l="l" t="t" r="r" b="b"/>
              <a:pathLst>
                <a:path w="5584" h="8289" extrusionOk="0">
                  <a:moveTo>
                    <a:pt x="1" y="0"/>
                  </a:moveTo>
                  <a:cubicBezTo>
                    <a:pt x="1" y="1"/>
                    <a:pt x="2454" y="8289"/>
                    <a:pt x="2871" y="8289"/>
                  </a:cubicBezTo>
                  <a:cubicBezTo>
                    <a:pt x="2894" y="8289"/>
                    <a:pt x="2911" y="8263"/>
                    <a:pt x="2921" y="8208"/>
                  </a:cubicBezTo>
                  <a:cubicBezTo>
                    <a:pt x="3143" y="7210"/>
                    <a:pt x="5583" y="296"/>
                    <a:pt x="5583" y="296"/>
                  </a:cubicBezTo>
                  <a:lnTo>
                    <a:pt x="5583" y="296"/>
                  </a:lnTo>
                  <a:cubicBezTo>
                    <a:pt x="5583" y="296"/>
                    <a:pt x="4263" y="413"/>
                    <a:pt x="2886" y="413"/>
                  </a:cubicBezTo>
                  <a:cubicBezTo>
                    <a:pt x="1696" y="413"/>
                    <a:pt x="463" y="32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1"/>
            <p:cNvSpPr/>
            <p:nvPr/>
          </p:nvSpPr>
          <p:spPr>
            <a:xfrm>
              <a:off x="3753125" y="3030800"/>
              <a:ext cx="155300" cy="223225"/>
            </a:xfrm>
            <a:custGeom>
              <a:avLst/>
              <a:gdLst/>
              <a:ahLst/>
              <a:cxnLst/>
              <a:rect l="l" t="t" r="r" b="b"/>
              <a:pathLst>
                <a:path w="6212" h="8929" extrusionOk="0">
                  <a:moveTo>
                    <a:pt x="793" y="828"/>
                  </a:moveTo>
                  <a:cubicBezTo>
                    <a:pt x="999" y="876"/>
                    <a:pt x="1228" y="909"/>
                    <a:pt x="1480" y="943"/>
                  </a:cubicBezTo>
                  <a:cubicBezTo>
                    <a:pt x="1997" y="1017"/>
                    <a:pt x="2626" y="1017"/>
                    <a:pt x="3217" y="1017"/>
                  </a:cubicBezTo>
                  <a:cubicBezTo>
                    <a:pt x="4113" y="1017"/>
                    <a:pt x="4963" y="972"/>
                    <a:pt x="5462" y="939"/>
                  </a:cubicBezTo>
                  <a:lnTo>
                    <a:pt x="5462" y="939"/>
                  </a:lnTo>
                  <a:cubicBezTo>
                    <a:pt x="5236" y="1571"/>
                    <a:pt x="4800" y="2801"/>
                    <a:pt x="4363" y="4085"/>
                  </a:cubicBezTo>
                  <a:cubicBezTo>
                    <a:pt x="4031" y="5010"/>
                    <a:pt x="3735" y="5971"/>
                    <a:pt x="3476" y="6784"/>
                  </a:cubicBezTo>
                  <a:cubicBezTo>
                    <a:pt x="3336" y="7205"/>
                    <a:pt x="3217" y="7583"/>
                    <a:pt x="3126" y="7888"/>
                  </a:cubicBezTo>
                  <a:lnTo>
                    <a:pt x="3126" y="7888"/>
                  </a:lnTo>
                  <a:cubicBezTo>
                    <a:pt x="3107" y="7843"/>
                    <a:pt x="3088" y="7796"/>
                    <a:pt x="3069" y="7745"/>
                  </a:cubicBezTo>
                  <a:cubicBezTo>
                    <a:pt x="2663" y="6747"/>
                    <a:pt x="2034" y="4862"/>
                    <a:pt x="1517" y="3235"/>
                  </a:cubicBezTo>
                  <a:cubicBezTo>
                    <a:pt x="1295" y="2422"/>
                    <a:pt x="1036" y="1645"/>
                    <a:pt x="888" y="1128"/>
                  </a:cubicBezTo>
                  <a:cubicBezTo>
                    <a:pt x="852" y="1020"/>
                    <a:pt x="821" y="920"/>
                    <a:pt x="793" y="828"/>
                  </a:cubicBezTo>
                  <a:close/>
                  <a:moveTo>
                    <a:pt x="315" y="0"/>
                  </a:moveTo>
                  <a:cubicBezTo>
                    <a:pt x="260" y="0"/>
                    <a:pt x="204" y="18"/>
                    <a:pt x="149" y="55"/>
                  </a:cubicBezTo>
                  <a:cubicBezTo>
                    <a:pt x="38" y="129"/>
                    <a:pt x="1" y="277"/>
                    <a:pt x="38" y="388"/>
                  </a:cubicBezTo>
                  <a:cubicBezTo>
                    <a:pt x="38" y="388"/>
                    <a:pt x="629" y="2459"/>
                    <a:pt x="1295" y="4566"/>
                  </a:cubicBezTo>
                  <a:cubicBezTo>
                    <a:pt x="1628" y="5601"/>
                    <a:pt x="1997" y="6636"/>
                    <a:pt x="2293" y="7413"/>
                  </a:cubicBezTo>
                  <a:cubicBezTo>
                    <a:pt x="2441" y="7819"/>
                    <a:pt x="2552" y="8152"/>
                    <a:pt x="2700" y="8374"/>
                  </a:cubicBezTo>
                  <a:cubicBezTo>
                    <a:pt x="2737" y="8522"/>
                    <a:pt x="2811" y="8596"/>
                    <a:pt x="2848" y="8670"/>
                  </a:cubicBezTo>
                  <a:lnTo>
                    <a:pt x="2958" y="8818"/>
                  </a:lnTo>
                  <a:cubicBezTo>
                    <a:pt x="2995" y="8854"/>
                    <a:pt x="3069" y="8891"/>
                    <a:pt x="3217" y="8928"/>
                  </a:cubicBezTo>
                  <a:cubicBezTo>
                    <a:pt x="3254" y="8928"/>
                    <a:pt x="3328" y="8891"/>
                    <a:pt x="3402" y="8854"/>
                  </a:cubicBezTo>
                  <a:cubicBezTo>
                    <a:pt x="3476" y="8818"/>
                    <a:pt x="3513" y="8744"/>
                    <a:pt x="3513" y="8707"/>
                  </a:cubicBezTo>
                  <a:lnTo>
                    <a:pt x="3550" y="8596"/>
                  </a:lnTo>
                  <a:cubicBezTo>
                    <a:pt x="3624" y="8374"/>
                    <a:pt x="3809" y="7745"/>
                    <a:pt x="4068" y="6969"/>
                  </a:cubicBezTo>
                  <a:cubicBezTo>
                    <a:pt x="4437" y="5786"/>
                    <a:pt x="4955" y="4233"/>
                    <a:pt x="5399" y="2939"/>
                  </a:cubicBezTo>
                  <a:cubicBezTo>
                    <a:pt x="5842" y="1682"/>
                    <a:pt x="6175" y="721"/>
                    <a:pt x="6175" y="721"/>
                  </a:cubicBezTo>
                  <a:cubicBezTo>
                    <a:pt x="6212" y="610"/>
                    <a:pt x="6212" y="499"/>
                    <a:pt x="6138" y="425"/>
                  </a:cubicBezTo>
                  <a:cubicBezTo>
                    <a:pt x="6078" y="365"/>
                    <a:pt x="6017" y="304"/>
                    <a:pt x="5937" y="304"/>
                  </a:cubicBezTo>
                  <a:cubicBezTo>
                    <a:pt x="5919" y="304"/>
                    <a:pt x="5899" y="307"/>
                    <a:pt x="5879" y="314"/>
                  </a:cubicBezTo>
                  <a:cubicBezTo>
                    <a:pt x="5879" y="314"/>
                    <a:pt x="5546" y="314"/>
                    <a:pt x="5066" y="351"/>
                  </a:cubicBezTo>
                  <a:cubicBezTo>
                    <a:pt x="4585" y="388"/>
                    <a:pt x="3920" y="425"/>
                    <a:pt x="3217" y="425"/>
                  </a:cubicBezTo>
                  <a:cubicBezTo>
                    <a:pt x="2663" y="425"/>
                    <a:pt x="2034" y="388"/>
                    <a:pt x="1554" y="351"/>
                  </a:cubicBezTo>
                  <a:cubicBezTo>
                    <a:pt x="1036" y="277"/>
                    <a:pt x="629" y="166"/>
                    <a:pt x="481" y="55"/>
                  </a:cubicBezTo>
                  <a:cubicBezTo>
                    <a:pt x="426" y="18"/>
                    <a:pt x="37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1"/>
            <p:cNvSpPr/>
            <p:nvPr/>
          </p:nvSpPr>
          <p:spPr>
            <a:xfrm>
              <a:off x="3715250" y="2777775"/>
              <a:ext cx="241250" cy="327075"/>
            </a:xfrm>
            <a:custGeom>
              <a:avLst/>
              <a:gdLst/>
              <a:ahLst/>
              <a:cxnLst/>
              <a:rect l="l" t="t" r="r" b="b"/>
              <a:pathLst>
                <a:path w="9650" h="13083" extrusionOk="0">
                  <a:moveTo>
                    <a:pt x="7210" y="0"/>
                  </a:moveTo>
                  <a:cubicBezTo>
                    <a:pt x="6721" y="0"/>
                    <a:pt x="6145" y="80"/>
                    <a:pt x="5472" y="268"/>
                  </a:cubicBezTo>
                  <a:cubicBezTo>
                    <a:pt x="2329" y="1193"/>
                    <a:pt x="111" y="2597"/>
                    <a:pt x="0" y="4631"/>
                  </a:cubicBezTo>
                  <a:cubicBezTo>
                    <a:pt x="0" y="4631"/>
                    <a:pt x="629" y="7995"/>
                    <a:pt x="1109" y="9326"/>
                  </a:cubicBezTo>
                  <a:cubicBezTo>
                    <a:pt x="1600" y="10555"/>
                    <a:pt x="3291" y="13082"/>
                    <a:pt x="4663" y="13082"/>
                  </a:cubicBezTo>
                  <a:cubicBezTo>
                    <a:pt x="4737" y="13082"/>
                    <a:pt x="4809" y="13075"/>
                    <a:pt x="4880" y="13060"/>
                  </a:cubicBezTo>
                  <a:cubicBezTo>
                    <a:pt x="6285" y="12764"/>
                    <a:pt x="8651" y="9807"/>
                    <a:pt x="8947" y="8698"/>
                  </a:cubicBezTo>
                  <a:cubicBezTo>
                    <a:pt x="9243" y="7589"/>
                    <a:pt x="9649" y="2930"/>
                    <a:pt x="9649" y="1895"/>
                  </a:cubicBezTo>
                  <a:cubicBezTo>
                    <a:pt x="9649" y="1108"/>
                    <a:pt x="9029" y="0"/>
                    <a:pt x="7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1"/>
            <p:cNvSpPr/>
            <p:nvPr/>
          </p:nvSpPr>
          <p:spPr>
            <a:xfrm>
              <a:off x="3707850" y="2769675"/>
              <a:ext cx="256050" cy="342925"/>
            </a:xfrm>
            <a:custGeom>
              <a:avLst/>
              <a:gdLst/>
              <a:ahLst/>
              <a:cxnLst/>
              <a:rect l="l" t="t" r="r" b="b"/>
              <a:pathLst>
                <a:path w="10242" h="13717" extrusionOk="0">
                  <a:moveTo>
                    <a:pt x="7542" y="629"/>
                  </a:moveTo>
                  <a:cubicBezTo>
                    <a:pt x="8356" y="629"/>
                    <a:pt x="8873" y="888"/>
                    <a:pt x="9206" y="1184"/>
                  </a:cubicBezTo>
                  <a:cubicBezTo>
                    <a:pt x="9502" y="1517"/>
                    <a:pt x="9650" y="1923"/>
                    <a:pt x="9650" y="2219"/>
                  </a:cubicBezTo>
                  <a:cubicBezTo>
                    <a:pt x="9650" y="2700"/>
                    <a:pt x="9539" y="4142"/>
                    <a:pt x="9391" y="5546"/>
                  </a:cubicBezTo>
                  <a:cubicBezTo>
                    <a:pt x="9317" y="6286"/>
                    <a:pt x="9243" y="6988"/>
                    <a:pt x="9169" y="7580"/>
                  </a:cubicBezTo>
                  <a:cubicBezTo>
                    <a:pt x="9095" y="8208"/>
                    <a:pt x="9021" y="8689"/>
                    <a:pt x="8947" y="8948"/>
                  </a:cubicBezTo>
                  <a:cubicBezTo>
                    <a:pt x="8873" y="9170"/>
                    <a:pt x="8688" y="9539"/>
                    <a:pt x="8430" y="9983"/>
                  </a:cubicBezTo>
                  <a:cubicBezTo>
                    <a:pt x="7986" y="10611"/>
                    <a:pt x="7394" y="11351"/>
                    <a:pt x="6803" y="11942"/>
                  </a:cubicBezTo>
                  <a:cubicBezTo>
                    <a:pt x="6174" y="12571"/>
                    <a:pt x="5509" y="13014"/>
                    <a:pt x="5102" y="13088"/>
                  </a:cubicBezTo>
                  <a:lnTo>
                    <a:pt x="4954" y="13088"/>
                  </a:lnTo>
                  <a:cubicBezTo>
                    <a:pt x="4928" y="13092"/>
                    <a:pt x="4901" y="13094"/>
                    <a:pt x="4873" y="13094"/>
                  </a:cubicBezTo>
                  <a:cubicBezTo>
                    <a:pt x="4634" y="13094"/>
                    <a:pt x="4365" y="12955"/>
                    <a:pt x="4067" y="12756"/>
                  </a:cubicBezTo>
                  <a:cubicBezTo>
                    <a:pt x="3586" y="12386"/>
                    <a:pt x="3069" y="11831"/>
                    <a:pt x="2625" y="11203"/>
                  </a:cubicBezTo>
                  <a:cubicBezTo>
                    <a:pt x="2218" y="10611"/>
                    <a:pt x="1886" y="9946"/>
                    <a:pt x="1701" y="9539"/>
                  </a:cubicBezTo>
                  <a:cubicBezTo>
                    <a:pt x="1479" y="8911"/>
                    <a:pt x="1183" y="7728"/>
                    <a:pt x="961" y="6729"/>
                  </a:cubicBezTo>
                  <a:cubicBezTo>
                    <a:pt x="851" y="6249"/>
                    <a:pt x="777" y="5768"/>
                    <a:pt x="703" y="5435"/>
                  </a:cubicBezTo>
                  <a:cubicBezTo>
                    <a:pt x="656" y="5224"/>
                    <a:pt x="624" y="5072"/>
                    <a:pt x="606" y="4989"/>
                  </a:cubicBezTo>
                  <a:lnTo>
                    <a:pt x="606" y="4989"/>
                  </a:lnTo>
                  <a:lnTo>
                    <a:pt x="629" y="4992"/>
                  </a:lnTo>
                  <a:cubicBezTo>
                    <a:pt x="666" y="4068"/>
                    <a:pt x="1183" y="3291"/>
                    <a:pt x="2071" y="2626"/>
                  </a:cubicBezTo>
                  <a:cubicBezTo>
                    <a:pt x="2995" y="1923"/>
                    <a:pt x="4326" y="1332"/>
                    <a:pt x="5879" y="888"/>
                  </a:cubicBezTo>
                  <a:cubicBezTo>
                    <a:pt x="6507" y="703"/>
                    <a:pt x="7062" y="629"/>
                    <a:pt x="7542" y="629"/>
                  </a:cubicBezTo>
                  <a:close/>
                  <a:moveTo>
                    <a:pt x="7542" y="1"/>
                  </a:moveTo>
                  <a:cubicBezTo>
                    <a:pt x="6988" y="1"/>
                    <a:pt x="6396" y="112"/>
                    <a:pt x="5694" y="297"/>
                  </a:cubicBezTo>
                  <a:cubicBezTo>
                    <a:pt x="4104" y="777"/>
                    <a:pt x="2736" y="1369"/>
                    <a:pt x="1701" y="2108"/>
                  </a:cubicBezTo>
                  <a:cubicBezTo>
                    <a:pt x="703" y="2885"/>
                    <a:pt x="37" y="3809"/>
                    <a:pt x="0" y="4955"/>
                  </a:cubicBezTo>
                  <a:lnTo>
                    <a:pt x="0" y="5029"/>
                  </a:lnTo>
                  <a:cubicBezTo>
                    <a:pt x="0" y="5029"/>
                    <a:pt x="148" y="5879"/>
                    <a:pt x="370" y="6877"/>
                  </a:cubicBezTo>
                  <a:cubicBezTo>
                    <a:pt x="592" y="7876"/>
                    <a:pt x="851" y="9059"/>
                    <a:pt x="1146" y="9761"/>
                  </a:cubicBezTo>
                  <a:cubicBezTo>
                    <a:pt x="1405" y="10427"/>
                    <a:pt x="1923" y="11388"/>
                    <a:pt x="2625" y="12201"/>
                  </a:cubicBezTo>
                  <a:cubicBezTo>
                    <a:pt x="2958" y="12608"/>
                    <a:pt x="3328" y="12978"/>
                    <a:pt x="3697" y="13236"/>
                  </a:cubicBezTo>
                  <a:cubicBezTo>
                    <a:pt x="4104" y="13532"/>
                    <a:pt x="4511" y="13717"/>
                    <a:pt x="4954" y="13717"/>
                  </a:cubicBezTo>
                  <a:cubicBezTo>
                    <a:pt x="5028" y="13717"/>
                    <a:pt x="5139" y="13717"/>
                    <a:pt x="5250" y="13680"/>
                  </a:cubicBezTo>
                  <a:cubicBezTo>
                    <a:pt x="5694" y="13606"/>
                    <a:pt x="6100" y="13347"/>
                    <a:pt x="6544" y="12978"/>
                  </a:cubicBezTo>
                  <a:cubicBezTo>
                    <a:pt x="7210" y="12460"/>
                    <a:pt x="7875" y="11721"/>
                    <a:pt x="8430" y="11018"/>
                  </a:cubicBezTo>
                  <a:cubicBezTo>
                    <a:pt x="8984" y="10279"/>
                    <a:pt x="9391" y="9613"/>
                    <a:pt x="9539" y="9096"/>
                  </a:cubicBezTo>
                  <a:cubicBezTo>
                    <a:pt x="9613" y="8800"/>
                    <a:pt x="9687" y="8282"/>
                    <a:pt x="9797" y="7691"/>
                  </a:cubicBezTo>
                  <a:cubicBezTo>
                    <a:pt x="10019" y="5842"/>
                    <a:pt x="10241" y="3032"/>
                    <a:pt x="10241" y="2219"/>
                  </a:cubicBezTo>
                  <a:cubicBezTo>
                    <a:pt x="10241" y="1738"/>
                    <a:pt x="10056" y="1184"/>
                    <a:pt x="9613" y="740"/>
                  </a:cubicBezTo>
                  <a:cubicBezTo>
                    <a:pt x="9169" y="297"/>
                    <a:pt x="8503" y="1"/>
                    <a:pt x="7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1"/>
            <p:cNvSpPr/>
            <p:nvPr/>
          </p:nvSpPr>
          <p:spPr>
            <a:xfrm>
              <a:off x="3659775" y="2613900"/>
              <a:ext cx="321675" cy="302000"/>
            </a:xfrm>
            <a:custGeom>
              <a:avLst/>
              <a:gdLst/>
              <a:ahLst/>
              <a:cxnLst/>
              <a:rect l="l" t="t" r="r" b="b"/>
              <a:pathLst>
                <a:path w="12867" h="12080" extrusionOk="0">
                  <a:moveTo>
                    <a:pt x="8223" y="1"/>
                  </a:moveTo>
                  <a:cubicBezTo>
                    <a:pt x="6105" y="1"/>
                    <a:pt x="3346" y="637"/>
                    <a:pt x="1923" y="1758"/>
                  </a:cubicBezTo>
                  <a:cubicBezTo>
                    <a:pt x="1" y="3274"/>
                    <a:pt x="407" y="7119"/>
                    <a:pt x="592" y="8857"/>
                  </a:cubicBezTo>
                  <a:cubicBezTo>
                    <a:pt x="758" y="10153"/>
                    <a:pt x="1294" y="10318"/>
                    <a:pt x="1555" y="10318"/>
                  </a:cubicBezTo>
                  <a:cubicBezTo>
                    <a:pt x="1644" y="10318"/>
                    <a:pt x="1701" y="10299"/>
                    <a:pt x="1701" y="10299"/>
                  </a:cubicBezTo>
                  <a:lnTo>
                    <a:pt x="1701" y="10299"/>
                  </a:lnTo>
                  <a:cubicBezTo>
                    <a:pt x="1701" y="10299"/>
                    <a:pt x="1295" y="11001"/>
                    <a:pt x="1221" y="11519"/>
                  </a:cubicBezTo>
                  <a:cubicBezTo>
                    <a:pt x="1163" y="11769"/>
                    <a:pt x="1737" y="12079"/>
                    <a:pt x="2660" y="12079"/>
                  </a:cubicBezTo>
                  <a:cubicBezTo>
                    <a:pt x="3510" y="12079"/>
                    <a:pt x="4656" y="11816"/>
                    <a:pt x="5879" y="11001"/>
                  </a:cubicBezTo>
                  <a:cubicBezTo>
                    <a:pt x="8430" y="9263"/>
                    <a:pt x="9946" y="7858"/>
                    <a:pt x="9946" y="7858"/>
                  </a:cubicBezTo>
                  <a:cubicBezTo>
                    <a:pt x="9946" y="7858"/>
                    <a:pt x="10242" y="8265"/>
                    <a:pt x="10057" y="9152"/>
                  </a:cubicBezTo>
                  <a:cubicBezTo>
                    <a:pt x="9895" y="9825"/>
                    <a:pt x="10282" y="10282"/>
                    <a:pt x="10931" y="10282"/>
                  </a:cubicBezTo>
                  <a:cubicBezTo>
                    <a:pt x="11175" y="10282"/>
                    <a:pt x="11455" y="10218"/>
                    <a:pt x="11757" y="10077"/>
                  </a:cubicBezTo>
                  <a:cubicBezTo>
                    <a:pt x="12867" y="9559"/>
                    <a:pt x="12460" y="8968"/>
                    <a:pt x="12460" y="8968"/>
                  </a:cubicBezTo>
                  <a:cubicBezTo>
                    <a:pt x="12460" y="8968"/>
                    <a:pt x="12867" y="6343"/>
                    <a:pt x="12867" y="5012"/>
                  </a:cubicBezTo>
                  <a:cubicBezTo>
                    <a:pt x="12867" y="3681"/>
                    <a:pt x="12053" y="834"/>
                    <a:pt x="10131" y="243"/>
                  </a:cubicBezTo>
                  <a:cubicBezTo>
                    <a:pt x="9631" y="79"/>
                    <a:pt x="8966" y="1"/>
                    <a:pt x="8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1"/>
            <p:cNvSpPr/>
            <p:nvPr/>
          </p:nvSpPr>
          <p:spPr>
            <a:xfrm>
              <a:off x="3662550" y="2606075"/>
              <a:ext cx="327225" cy="317975"/>
            </a:xfrm>
            <a:custGeom>
              <a:avLst/>
              <a:gdLst/>
              <a:ahLst/>
              <a:cxnLst/>
              <a:rect l="l" t="t" r="r" b="b"/>
              <a:pathLst>
                <a:path w="13089" h="12719" extrusionOk="0">
                  <a:moveTo>
                    <a:pt x="8134" y="629"/>
                  </a:moveTo>
                  <a:cubicBezTo>
                    <a:pt x="8837" y="629"/>
                    <a:pt x="9502" y="703"/>
                    <a:pt x="9946" y="851"/>
                  </a:cubicBezTo>
                  <a:cubicBezTo>
                    <a:pt x="10796" y="1110"/>
                    <a:pt x="11425" y="1886"/>
                    <a:pt x="11831" y="2811"/>
                  </a:cubicBezTo>
                  <a:cubicBezTo>
                    <a:pt x="12275" y="3698"/>
                    <a:pt x="12460" y="4733"/>
                    <a:pt x="12460" y="5325"/>
                  </a:cubicBezTo>
                  <a:cubicBezTo>
                    <a:pt x="12460" y="5953"/>
                    <a:pt x="12349" y="6951"/>
                    <a:pt x="12275" y="7765"/>
                  </a:cubicBezTo>
                  <a:cubicBezTo>
                    <a:pt x="12164" y="8578"/>
                    <a:pt x="12053" y="9244"/>
                    <a:pt x="12053" y="9244"/>
                  </a:cubicBezTo>
                  <a:cubicBezTo>
                    <a:pt x="12053" y="9305"/>
                    <a:pt x="12053" y="9366"/>
                    <a:pt x="12095" y="9427"/>
                  </a:cubicBezTo>
                  <a:lnTo>
                    <a:pt x="12095" y="9427"/>
                  </a:lnTo>
                  <a:lnTo>
                    <a:pt x="12090" y="9429"/>
                  </a:lnTo>
                  <a:lnTo>
                    <a:pt x="12127" y="9539"/>
                  </a:lnTo>
                  <a:cubicBezTo>
                    <a:pt x="12127" y="9613"/>
                    <a:pt x="12127" y="9650"/>
                    <a:pt x="12053" y="9761"/>
                  </a:cubicBezTo>
                  <a:cubicBezTo>
                    <a:pt x="11979" y="9835"/>
                    <a:pt x="11831" y="9983"/>
                    <a:pt x="11536" y="10131"/>
                  </a:cubicBezTo>
                  <a:cubicBezTo>
                    <a:pt x="11240" y="10242"/>
                    <a:pt x="11018" y="10279"/>
                    <a:pt x="10833" y="10279"/>
                  </a:cubicBezTo>
                  <a:cubicBezTo>
                    <a:pt x="10611" y="10279"/>
                    <a:pt x="10463" y="10205"/>
                    <a:pt x="10352" y="10131"/>
                  </a:cubicBezTo>
                  <a:cubicBezTo>
                    <a:pt x="10279" y="10057"/>
                    <a:pt x="10205" y="9946"/>
                    <a:pt x="10205" y="9761"/>
                  </a:cubicBezTo>
                  <a:cubicBezTo>
                    <a:pt x="10205" y="9687"/>
                    <a:pt x="10205" y="9613"/>
                    <a:pt x="10242" y="9539"/>
                  </a:cubicBezTo>
                  <a:cubicBezTo>
                    <a:pt x="10279" y="9281"/>
                    <a:pt x="10315" y="9096"/>
                    <a:pt x="10315" y="8874"/>
                  </a:cubicBezTo>
                  <a:cubicBezTo>
                    <a:pt x="10315" y="8319"/>
                    <a:pt x="10094" y="8024"/>
                    <a:pt x="10057" y="7987"/>
                  </a:cubicBezTo>
                  <a:cubicBezTo>
                    <a:pt x="10020" y="7913"/>
                    <a:pt x="9946" y="7876"/>
                    <a:pt x="9872" y="7839"/>
                  </a:cubicBezTo>
                  <a:cubicBezTo>
                    <a:pt x="9761" y="7839"/>
                    <a:pt x="9687" y="7876"/>
                    <a:pt x="9613" y="7950"/>
                  </a:cubicBezTo>
                  <a:lnTo>
                    <a:pt x="9539" y="7987"/>
                  </a:lnTo>
                  <a:cubicBezTo>
                    <a:pt x="9243" y="8282"/>
                    <a:pt x="7801" y="9539"/>
                    <a:pt x="5583" y="11055"/>
                  </a:cubicBezTo>
                  <a:cubicBezTo>
                    <a:pt x="4437" y="11832"/>
                    <a:pt x="3365" y="12090"/>
                    <a:pt x="2552" y="12090"/>
                  </a:cubicBezTo>
                  <a:cubicBezTo>
                    <a:pt x="2145" y="12090"/>
                    <a:pt x="1812" y="12016"/>
                    <a:pt x="1627" y="11943"/>
                  </a:cubicBezTo>
                  <a:cubicBezTo>
                    <a:pt x="1524" y="11908"/>
                    <a:pt x="1452" y="11841"/>
                    <a:pt x="1413" y="11833"/>
                  </a:cubicBezTo>
                  <a:lnTo>
                    <a:pt x="1413" y="11833"/>
                  </a:lnTo>
                  <a:cubicBezTo>
                    <a:pt x="1456" y="11647"/>
                    <a:pt x="1560" y="11372"/>
                    <a:pt x="1664" y="11129"/>
                  </a:cubicBezTo>
                  <a:cubicBezTo>
                    <a:pt x="1738" y="11018"/>
                    <a:pt x="1775" y="10944"/>
                    <a:pt x="1812" y="10870"/>
                  </a:cubicBezTo>
                  <a:cubicBezTo>
                    <a:pt x="1849" y="10796"/>
                    <a:pt x="1886" y="10759"/>
                    <a:pt x="1886" y="10759"/>
                  </a:cubicBezTo>
                  <a:cubicBezTo>
                    <a:pt x="1923" y="10649"/>
                    <a:pt x="1923" y="10501"/>
                    <a:pt x="1849" y="10390"/>
                  </a:cubicBezTo>
                  <a:cubicBezTo>
                    <a:pt x="1795" y="10336"/>
                    <a:pt x="1701" y="10301"/>
                    <a:pt x="1611" y="10301"/>
                  </a:cubicBezTo>
                  <a:cubicBezTo>
                    <a:pt x="1579" y="10301"/>
                    <a:pt x="1546" y="10306"/>
                    <a:pt x="1516" y="10316"/>
                  </a:cubicBezTo>
                  <a:lnTo>
                    <a:pt x="1443" y="10316"/>
                  </a:lnTo>
                  <a:cubicBezTo>
                    <a:pt x="1369" y="10316"/>
                    <a:pt x="1258" y="10279"/>
                    <a:pt x="1147" y="10168"/>
                  </a:cubicBezTo>
                  <a:cubicBezTo>
                    <a:pt x="1036" y="10020"/>
                    <a:pt x="851" y="9724"/>
                    <a:pt x="814" y="9133"/>
                  </a:cubicBezTo>
                  <a:cubicBezTo>
                    <a:pt x="703" y="8504"/>
                    <a:pt x="629" y="7580"/>
                    <a:pt x="629" y="6582"/>
                  </a:cubicBezTo>
                  <a:cubicBezTo>
                    <a:pt x="629" y="5768"/>
                    <a:pt x="703" y="4881"/>
                    <a:pt x="888" y="4142"/>
                  </a:cubicBezTo>
                  <a:cubicBezTo>
                    <a:pt x="1110" y="3365"/>
                    <a:pt x="1480" y="2737"/>
                    <a:pt x="1997" y="2330"/>
                  </a:cubicBezTo>
                  <a:cubicBezTo>
                    <a:pt x="2663" y="1776"/>
                    <a:pt x="3698" y="1369"/>
                    <a:pt x="4807" y="1073"/>
                  </a:cubicBezTo>
                  <a:cubicBezTo>
                    <a:pt x="5916" y="777"/>
                    <a:pt x="7099" y="629"/>
                    <a:pt x="8134" y="629"/>
                  </a:cubicBezTo>
                  <a:close/>
                  <a:moveTo>
                    <a:pt x="8134" y="1"/>
                  </a:moveTo>
                  <a:cubicBezTo>
                    <a:pt x="7025" y="1"/>
                    <a:pt x="5805" y="149"/>
                    <a:pt x="4622" y="482"/>
                  </a:cubicBezTo>
                  <a:cubicBezTo>
                    <a:pt x="3476" y="777"/>
                    <a:pt x="2404" y="1221"/>
                    <a:pt x="1627" y="1813"/>
                  </a:cubicBezTo>
                  <a:cubicBezTo>
                    <a:pt x="962" y="2367"/>
                    <a:pt x="555" y="3143"/>
                    <a:pt x="296" y="3957"/>
                  </a:cubicBezTo>
                  <a:cubicBezTo>
                    <a:pt x="75" y="4807"/>
                    <a:pt x="1" y="5731"/>
                    <a:pt x="1" y="6582"/>
                  </a:cubicBezTo>
                  <a:cubicBezTo>
                    <a:pt x="1" y="7617"/>
                    <a:pt x="112" y="8578"/>
                    <a:pt x="186" y="9207"/>
                  </a:cubicBezTo>
                  <a:cubicBezTo>
                    <a:pt x="259" y="9872"/>
                    <a:pt x="444" y="10316"/>
                    <a:pt x="703" y="10575"/>
                  </a:cubicBezTo>
                  <a:cubicBezTo>
                    <a:pt x="836" y="10726"/>
                    <a:pt x="978" y="10819"/>
                    <a:pt x="1110" y="10869"/>
                  </a:cubicBezTo>
                  <a:lnTo>
                    <a:pt x="1110" y="10869"/>
                  </a:lnTo>
                  <a:cubicBezTo>
                    <a:pt x="1110" y="10870"/>
                    <a:pt x="1110" y="10870"/>
                    <a:pt x="1110" y="10870"/>
                  </a:cubicBezTo>
                  <a:cubicBezTo>
                    <a:pt x="1003" y="11119"/>
                    <a:pt x="863" y="11436"/>
                    <a:pt x="819" y="11723"/>
                  </a:cubicBezTo>
                  <a:lnTo>
                    <a:pt x="819" y="11723"/>
                  </a:lnTo>
                  <a:lnTo>
                    <a:pt x="814" y="11721"/>
                  </a:lnTo>
                  <a:lnTo>
                    <a:pt x="777" y="11832"/>
                  </a:lnTo>
                  <a:cubicBezTo>
                    <a:pt x="777" y="12016"/>
                    <a:pt x="888" y="12164"/>
                    <a:pt x="999" y="12275"/>
                  </a:cubicBezTo>
                  <a:cubicBezTo>
                    <a:pt x="1147" y="12423"/>
                    <a:pt x="1369" y="12497"/>
                    <a:pt x="1627" y="12608"/>
                  </a:cubicBezTo>
                  <a:cubicBezTo>
                    <a:pt x="1886" y="12682"/>
                    <a:pt x="2182" y="12719"/>
                    <a:pt x="2552" y="12719"/>
                  </a:cubicBezTo>
                  <a:cubicBezTo>
                    <a:pt x="3476" y="12719"/>
                    <a:pt x="4696" y="12423"/>
                    <a:pt x="5953" y="11573"/>
                  </a:cubicBezTo>
                  <a:cubicBezTo>
                    <a:pt x="7781" y="10327"/>
                    <a:pt x="9078" y="9234"/>
                    <a:pt x="9679" y="8714"/>
                  </a:cubicBezTo>
                  <a:lnTo>
                    <a:pt x="9679" y="8714"/>
                  </a:lnTo>
                  <a:cubicBezTo>
                    <a:pt x="9684" y="8762"/>
                    <a:pt x="9687" y="8815"/>
                    <a:pt x="9687" y="8874"/>
                  </a:cubicBezTo>
                  <a:cubicBezTo>
                    <a:pt x="9687" y="9014"/>
                    <a:pt x="9687" y="9187"/>
                    <a:pt x="9624" y="9394"/>
                  </a:cubicBezTo>
                  <a:lnTo>
                    <a:pt x="9624" y="9394"/>
                  </a:lnTo>
                  <a:lnTo>
                    <a:pt x="9613" y="9392"/>
                  </a:lnTo>
                  <a:cubicBezTo>
                    <a:pt x="9613" y="9539"/>
                    <a:pt x="9576" y="9650"/>
                    <a:pt x="9576" y="9761"/>
                  </a:cubicBezTo>
                  <a:cubicBezTo>
                    <a:pt x="9576" y="10094"/>
                    <a:pt x="9724" y="10390"/>
                    <a:pt x="9946" y="10575"/>
                  </a:cubicBezTo>
                  <a:cubicBezTo>
                    <a:pt x="10168" y="10796"/>
                    <a:pt x="10500" y="10907"/>
                    <a:pt x="10833" y="10907"/>
                  </a:cubicBezTo>
                  <a:cubicBezTo>
                    <a:pt x="11129" y="10907"/>
                    <a:pt x="11462" y="10833"/>
                    <a:pt x="11794" y="10686"/>
                  </a:cubicBezTo>
                  <a:cubicBezTo>
                    <a:pt x="12127" y="10501"/>
                    <a:pt x="12386" y="10316"/>
                    <a:pt x="12534" y="10131"/>
                  </a:cubicBezTo>
                  <a:cubicBezTo>
                    <a:pt x="12682" y="9946"/>
                    <a:pt x="12756" y="9724"/>
                    <a:pt x="12756" y="9539"/>
                  </a:cubicBezTo>
                  <a:cubicBezTo>
                    <a:pt x="12756" y="9409"/>
                    <a:pt x="12727" y="9306"/>
                    <a:pt x="12695" y="9232"/>
                  </a:cubicBezTo>
                  <a:lnTo>
                    <a:pt x="12695" y="9232"/>
                  </a:lnTo>
                  <a:cubicBezTo>
                    <a:pt x="12764" y="8771"/>
                    <a:pt x="13088" y="6546"/>
                    <a:pt x="13088" y="5325"/>
                  </a:cubicBezTo>
                  <a:cubicBezTo>
                    <a:pt x="13088" y="4585"/>
                    <a:pt x="12866" y="3550"/>
                    <a:pt x="12423" y="2552"/>
                  </a:cubicBezTo>
                  <a:cubicBezTo>
                    <a:pt x="11942" y="1554"/>
                    <a:pt x="11203" y="593"/>
                    <a:pt x="10131" y="260"/>
                  </a:cubicBezTo>
                  <a:cubicBezTo>
                    <a:pt x="9576" y="75"/>
                    <a:pt x="8911" y="1"/>
                    <a:pt x="8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1"/>
            <p:cNvSpPr/>
            <p:nvPr/>
          </p:nvSpPr>
          <p:spPr>
            <a:xfrm>
              <a:off x="3314100" y="3493950"/>
              <a:ext cx="431675" cy="128850"/>
            </a:xfrm>
            <a:custGeom>
              <a:avLst/>
              <a:gdLst/>
              <a:ahLst/>
              <a:cxnLst/>
              <a:rect l="l" t="t" r="r" b="b"/>
              <a:pathLst>
                <a:path w="17267" h="5154" extrusionOk="0">
                  <a:moveTo>
                    <a:pt x="3848" y="0"/>
                  </a:moveTo>
                  <a:cubicBezTo>
                    <a:pt x="3145" y="0"/>
                    <a:pt x="2774" y="163"/>
                    <a:pt x="2774" y="163"/>
                  </a:cubicBezTo>
                  <a:cubicBezTo>
                    <a:pt x="334" y="1789"/>
                    <a:pt x="1" y="4710"/>
                    <a:pt x="925" y="5006"/>
                  </a:cubicBezTo>
                  <a:cubicBezTo>
                    <a:pt x="1233" y="5117"/>
                    <a:pt x="3152" y="5154"/>
                    <a:pt x="5572" y="5154"/>
                  </a:cubicBezTo>
                  <a:cubicBezTo>
                    <a:pt x="10414" y="5154"/>
                    <a:pt x="17266" y="5006"/>
                    <a:pt x="17266" y="5006"/>
                  </a:cubicBezTo>
                  <a:lnTo>
                    <a:pt x="17155" y="2788"/>
                  </a:lnTo>
                  <a:cubicBezTo>
                    <a:pt x="17155" y="2788"/>
                    <a:pt x="13717" y="2492"/>
                    <a:pt x="13125" y="2492"/>
                  </a:cubicBezTo>
                  <a:cubicBezTo>
                    <a:pt x="12497" y="2492"/>
                    <a:pt x="8245" y="1272"/>
                    <a:pt x="6101" y="458"/>
                  </a:cubicBezTo>
                  <a:cubicBezTo>
                    <a:pt x="5157" y="101"/>
                    <a:pt x="4400" y="0"/>
                    <a:pt x="38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1"/>
            <p:cNvSpPr/>
            <p:nvPr/>
          </p:nvSpPr>
          <p:spPr>
            <a:xfrm>
              <a:off x="3317800" y="3486000"/>
              <a:ext cx="436275" cy="144200"/>
            </a:xfrm>
            <a:custGeom>
              <a:avLst/>
              <a:gdLst/>
              <a:ahLst/>
              <a:cxnLst/>
              <a:rect l="l" t="t" r="r" b="b"/>
              <a:pathLst>
                <a:path w="17451" h="5768" extrusionOk="0">
                  <a:moveTo>
                    <a:pt x="3698" y="629"/>
                  </a:moveTo>
                  <a:cubicBezTo>
                    <a:pt x="4215" y="629"/>
                    <a:pt x="4918" y="703"/>
                    <a:pt x="5842" y="1072"/>
                  </a:cubicBezTo>
                  <a:cubicBezTo>
                    <a:pt x="6914" y="1479"/>
                    <a:pt x="8541" y="1997"/>
                    <a:pt x="9946" y="2403"/>
                  </a:cubicBezTo>
                  <a:cubicBezTo>
                    <a:pt x="10648" y="2588"/>
                    <a:pt x="11314" y="2773"/>
                    <a:pt x="11831" y="2884"/>
                  </a:cubicBezTo>
                  <a:cubicBezTo>
                    <a:pt x="12090" y="2958"/>
                    <a:pt x="12312" y="3032"/>
                    <a:pt x="12497" y="3069"/>
                  </a:cubicBezTo>
                  <a:cubicBezTo>
                    <a:pt x="12719" y="3106"/>
                    <a:pt x="12829" y="3106"/>
                    <a:pt x="12977" y="3106"/>
                  </a:cubicBezTo>
                  <a:cubicBezTo>
                    <a:pt x="13236" y="3106"/>
                    <a:pt x="14271" y="3180"/>
                    <a:pt x="15196" y="3254"/>
                  </a:cubicBezTo>
                  <a:cubicBezTo>
                    <a:pt x="15801" y="3302"/>
                    <a:pt x="16390" y="3350"/>
                    <a:pt x="16725" y="3378"/>
                  </a:cubicBezTo>
                  <a:lnTo>
                    <a:pt x="16725" y="3378"/>
                  </a:lnTo>
                  <a:lnTo>
                    <a:pt x="16806" y="5033"/>
                  </a:lnTo>
                  <a:lnTo>
                    <a:pt x="16806" y="5033"/>
                  </a:lnTo>
                  <a:cubicBezTo>
                    <a:pt x="16608" y="5037"/>
                    <a:pt x="16322" y="5047"/>
                    <a:pt x="15972" y="5065"/>
                  </a:cubicBezTo>
                  <a:cubicBezTo>
                    <a:pt x="13828" y="5102"/>
                    <a:pt x="9058" y="5176"/>
                    <a:pt x="5435" y="5176"/>
                  </a:cubicBezTo>
                  <a:cubicBezTo>
                    <a:pt x="4215" y="5176"/>
                    <a:pt x="3143" y="5176"/>
                    <a:pt x="2330" y="5139"/>
                  </a:cubicBezTo>
                  <a:cubicBezTo>
                    <a:pt x="1923" y="5139"/>
                    <a:pt x="1553" y="5102"/>
                    <a:pt x="1332" y="5102"/>
                  </a:cubicBezTo>
                  <a:cubicBezTo>
                    <a:pt x="1184" y="5102"/>
                    <a:pt x="1073" y="5065"/>
                    <a:pt x="999" y="5065"/>
                  </a:cubicBezTo>
                  <a:lnTo>
                    <a:pt x="888" y="5065"/>
                  </a:lnTo>
                  <a:cubicBezTo>
                    <a:pt x="814" y="5028"/>
                    <a:pt x="777" y="4991"/>
                    <a:pt x="703" y="4843"/>
                  </a:cubicBezTo>
                  <a:cubicBezTo>
                    <a:pt x="666" y="4732"/>
                    <a:pt x="629" y="4547"/>
                    <a:pt x="629" y="4289"/>
                  </a:cubicBezTo>
                  <a:cubicBezTo>
                    <a:pt x="629" y="3808"/>
                    <a:pt x="777" y="3180"/>
                    <a:pt x="1110" y="2551"/>
                  </a:cubicBezTo>
                  <a:cubicBezTo>
                    <a:pt x="1479" y="1886"/>
                    <a:pt x="1997" y="1220"/>
                    <a:pt x="2773" y="740"/>
                  </a:cubicBezTo>
                  <a:lnTo>
                    <a:pt x="2768" y="730"/>
                  </a:lnTo>
                  <a:lnTo>
                    <a:pt x="2768" y="730"/>
                  </a:lnTo>
                  <a:cubicBezTo>
                    <a:pt x="2865" y="703"/>
                    <a:pt x="3181" y="629"/>
                    <a:pt x="3698" y="629"/>
                  </a:cubicBezTo>
                  <a:close/>
                  <a:moveTo>
                    <a:pt x="3698" y="0"/>
                  </a:moveTo>
                  <a:cubicBezTo>
                    <a:pt x="2921" y="0"/>
                    <a:pt x="2515" y="185"/>
                    <a:pt x="2478" y="185"/>
                  </a:cubicBezTo>
                  <a:lnTo>
                    <a:pt x="2441" y="222"/>
                  </a:lnTo>
                  <a:cubicBezTo>
                    <a:pt x="1590" y="776"/>
                    <a:pt x="962" y="1516"/>
                    <a:pt x="592" y="2255"/>
                  </a:cubicBezTo>
                  <a:cubicBezTo>
                    <a:pt x="186" y="2958"/>
                    <a:pt x="1" y="3697"/>
                    <a:pt x="1" y="4289"/>
                  </a:cubicBezTo>
                  <a:cubicBezTo>
                    <a:pt x="1" y="4621"/>
                    <a:pt x="38" y="4880"/>
                    <a:pt x="149" y="5102"/>
                  </a:cubicBezTo>
                  <a:cubicBezTo>
                    <a:pt x="259" y="5361"/>
                    <a:pt x="444" y="5546"/>
                    <a:pt x="666" y="5620"/>
                  </a:cubicBezTo>
                  <a:cubicBezTo>
                    <a:pt x="777" y="5657"/>
                    <a:pt x="851" y="5657"/>
                    <a:pt x="925" y="5694"/>
                  </a:cubicBezTo>
                  <a:cubicBezTo>
                    <a:pt x="1258" y="5731"/>
                    <a:pt x="1849" y="5731"/>
                    <a:pt x="2626" y="5768"/>
                  </a:cubicBezTo>
                  <a:lnTo>
                    <a:pt x="5435" y="5768"/>
                  </a:lnTo>
                  <a:cubicBezTo>
                    <a:pt x="10278" y="5768"/>
                    <a:pt x="17118" y="5657"/>
                    <a:pt x="17118" y="5657"/>
                  </a:cubicBezTo>
                  <a:cubicBezTo>
                    <a:pt x="17229" y="5657"/>
                    <a:pt x="17303" y="5620"/>
                    <a:pt x="17340" y="5546"/>
                  </a:cubicBezTo>
                  <a:cubicBezTo>
                    <a:pt x="17414" y="5509"/>
                    <a:pt x="17451" y="5398"/>
                    <a:pt x="17414" y="5324"/>
                  </a:cubicBezTo>
                  <a:lnTo>
                    <a:pt x="17340" y="3106"/>
                  </a:lnTo>
                  <a:cubicBezTo>
                    <a:pt x="17340" y="2958"/>
                    <a:pt x="17192" y="2810"/>
                    <a:pt x="17044" y="2810"/>
                  </a:cubicBezTo>
                  <a:cubicBezTo>
                    <a:pt x="17044" y="2810"/>
                    <a:pt x="16194" y="2736"/>
                    <a:pt x="15233" y="2662"/>
                  </a:cubicBezTo>
                  <a:cubicBezTo>
                    <a:pt x="14308" y="2588"/>
                    <a:pt x="13310" y="2514"/>
                    <a:pt x="12977" y="2514"/>
                  </a:cubicBezTo>
                  <a:cubicBezTo>
                    <a:pt x="12940" y="2514"/>
                    <a:pt x="12792" y="2477"/>
                    <a:pt x="12645" y="2440"/>
                  </a:cubicBezTo>
                  <a:cubicBezTo>
                    <a:pt x="11425" y="2218"/>
                    <a:pt x="7912" y="1183"/>
                    <a:pt x="6064" y="481"/>
                  </a:cubicBezTo>
                  <a:cubicBezTo>
                    <a:pt x="5103" y="111"/>
                    <a:pt x="4289" y="0"/>
                    <a:pt x="36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1"/>
            <p:cNvSpPr/>
            <p:nvPr/>
          </p:nvSpPr>
          <p:spPr>
            <a:xfrm>
              <a:off x="3642225" y="3515250"/>
              <a:ext cx="183025" cy="99250"/>
            </a:xfrm>
            <a:custGeom>
              <a:avLst/>
              <a:gdLst/>
              <a:ahLst/>
              <a:cxnLst/>
              <a:rect l="l" t="t" r="r" b="b"/>
              <a:pathLst>
                <a:path w="7321" h="3970" extrusionOk="0">
                  <a:moveTo>
                    <a:pt x="4177" y="1"/>
                  </a:moveTo>
                  <a:cubicBezTo>
                    <a:pt x="4110" y="1"/>
                    <a:pt x="4049" y="16"/>
                    <a:pt x="3993" y="50"/>
                  </a:cubicBezTo>
                  <a:cubicBezTo>
                    <a:pt x="3180" y="605"/>
                    <a:pt x="481" y="2934"/>
                    <a:pt x="481" y="2934"/>
                  </a:cubicBezTo>
                  <a:lnTo>
                    <a:pt x="0" y="3821"/>
                  </a:lnTo>
                  <a:lnTo>
                    <a:pt x="2736" y="3821"/>
                  </a:lnTo>
                  <a:cubicBezTo>
                    <a:pt x="3610" y="3821"/>
                    <a:pt x="3995" y="3516"/>
                    <a:pt x="4336" y="3516"/>
                  </a:cubicBezTo>
                  <a:cubicBezTo>
                    <a:pt x="4370" y="3516"/>
                    <a:pt x="4403" y="3519"/>
                    <a:pt x="4437" y="3525"/>
                  </a:cubicBezTo>
                  <a:cubicBezTo>
                    <a:pt x="4843" y="3599"/>
                    <a:pt x="6618" y="3969"/>
                    <a:pt x="6618" y="3969"/>
                  </a:cubicBezTo>
                  <a:cubicBezTo>
                    <a:pt x="6618" y="3969"/>
                    <a:pt x="7321" y="3821"/>
                    <a:pt x="7247" y="3525"/>
                  </a:cubicBezTo>
                  <a:cubicBezTo>
                    <a:pt x="7177" y="3249"/>
                    <a:pt x="5138" y="1"/>
                    <a:pt x="4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1"/>
            <p:cNvSpPr/>
            <p:nvPr/>
          </p:nvSpPr>
          <p:spPr>
            <a:xfrm>
              <a:off x="3634825" y="3508175"/>
              <a:ext cx="195975" cy="113700"/>
            </a:xfrm>
            <a:custGeom>
              <a:avLst/>
              <a:gdLst/>
              <a:ahLst/>
              <a:cxnLst/>
              <a:rect l="l" t="t" r="r" b="b"/>
              <a:pathLst>
                <a:path w="7839" h="4548" extrusionOk="0">
                  <a:moveTo>
                    <a:pt x="4474" y="0"/>
                  </a:moveTo>
                  <a:cubicBezTo>
                    <a:pt x="4363" y="0"/>
                    <a:pt x="4252" y="0"/>
                    <a:pt x="4141" y="74"/>
                  </a:cubicBezTo>
                  <a:cubicBezTo>
                    <a:pt x="3698" y="370"/>
                    <a:pt x="2810" y="1073"/>
                    <a:pt x="2034" y="1738"/>
                  </a:cubicBezTo>
                  <a:cubicBezTo>
                    <a:pt x="1258" y="2403"/>
                    <a:pt x="555" y="2958"/>
                    <a:pt x="555" y="2958"/>
                  </a:cubicBezTo>
                  <a:cubicBezTo>
                    <a:pt x="444" y="3069"/>
                    <a:pt x="407" y="3291"/>
                    <a:pt x="518" y="3402"/>
                  </a:cubicBezTo>
                  <a:cubicBezTo>
                    <a:pt x="578" y="3481"/>
                    <a:pt x="669" y="3518"/>
                    <a:pt x="758" y="3518"/>
                  </a:cubicBezTo>
                  <a:cubicBezTo>
                    <a:pt x="835" y="3518"/>
                    <a:pt x="910" y="3490"/>
                    <a:pt x="962" y="3439"/>
                  </a:cubicBezTo>
                  <a:cubicBezTo>
                    <a:pt x="962" y="3439"/>
                    <a:pt x="1147" y="3291"/>
                    <a:pt x="1405" y="3069"/>
                  </a:cubicBezTo>
                  <a:cubicBezTo>
                    <a:pt x="1812" y="2736"/>
                    <a:pt x="2404" y="2219"/>
                    <a:pt x="2995" y="1701"/>
                  </a:cubicBezTo>
                  <a:cubicBezTo>
                    <a:pt x="3587" y="1220"/>
                    <a:pt x="4178" y="777"/>
                    <a:pt x="4474" y="592"/>
                  </a:cubicBezTo>
                  <a:cubicBezTo>
                    <a:pt x="4511" y="592"/>
                    <a:pt x="4585" y="629"/>
                    <a:pt x="4733" y="703"/>
                  </a:cubicBezTo>
                  <a:cubicBezTo>
                    <a:pt x="4918" y="814"/>
                    <a:pt x="5213" y="1073"/>
                    <a:pt x="5472" y="1405"/>
                  </a:cubicBezTo>
                  <a:cubicBezTo>
                    <a:pt x="5916" y="1849"/>
                    <a:pt x="6360" y="2477"/>
                    <a:pt x="6692" y="2958"/>
                  </a:cubicBezTo>
                  <a:cubicBezTo>
                    <a:pt x="6840" y="3217"/>
                    <a:pt x="6988" y="3439"/>
                    <a:pt x="7099" y="3624"/>
                  </a:cubicBezTo>
                  <a:cubicBezTo>
                    <a:pt x="7136" y="3697"/>
                    <a:pt x="7173" y="3771"/>
                    <a:pt x="7210" y="3808"/>
                  </a:cubicBezTo>
                  <a:lnTo>
                    <a:pt x="7214" y="3817"/>
                  </a:lnTo>
                  <a:lnTo>
                    <a:pt x="7214" y="3817"/>
                  </a:lnTo>
                  <a:cubicBezTo>
                    <a:pt x="7176" y="3850"/>
                    <a:pt x="7111" y="3882"/>
                    <a:pt x="7062" y="3882"/>
                  </a:cubicBezTo>
                  <a:lnTo>
                    <a:pt x="6936" y="3946"/>
                  </a:lnTo>
                  <a:lnTo>
                    <a:pt x="6936" y="3946"/>
                  </a:lnTo>
                  <a:cubicBezTo>
                    <a:pt x="6635" y="3884"/>
                    <a:pt x="5139" y="3579"/>
                    <a:pt x="4807" y="3513"/>
                  </a:cubicBezTo>
                  <a:lnTo>
                    <a:pt x="4659" y="3476"/>
                  </a:lnTo>
                  <a:cubicBezTo>
                    <a:pt x="4363" y="3476"/>
                    <a:pt x="4178" y="3587"/>
                    <a:pt x="3956" y="3660"/>
                  </a:cubicBezTo>
                  <a:cubicBezTo>
                    <a:pt x="3698" y="3734"/>
                    <a:pt x="3439" y="3808"/>
                    <a:pt x="3032" y="3808"/>
                  </a:cubicBezTo>
                  <a:lnTo>
                    <a:pt x="296" y="3808"/>
                  </a:lnTo>
                  <a:cubicBezTo>
                    <a:pt x="148" y="3808"/>
                    <a:pt x="1" y="3919"/>
                    <a:pt x="1" y="4104"/>
                  </a:cubicBezTo>
                  <a:cubicBezTo>
                    <a:pt x="1" y="4289"/>
                    <a:pt x="148" y="4400"/>
                    <a:pt x="296" y="4400"/>
                  </a:cubicBezTo>
                  <a:lnTo>
                    <a:pt x="3032" y="4400"/>
                  </a:lnTo>
                  <a:cubicBezTo>
                    <a:pt x="3513" y="4400"/>
                    <a:pt x="3846" y="4326"/>
                    <a:pt x="4141" y="4252"/>
                  </a:cubicBezTo>
                  <a:cubicBezTo>
                    <a:pt x="4400" y="4141"/>
                    <a:pt x="4585" y="4104"/>
                    <a:pt x="4659" y="4104"/>
                  </a:cubicBezTo>
                  <a:lnTo>
                    <a:pt x="4696" y="4104"/>
                  </a:lnTo>
                  <a:cubicBezTo>
                    <a:pt x="5066" y="4178"/>
                    <a:pt x="6877" y="4548"/>
                    <a:pt x="6877" y="4548"/>
                  </a:cubicBezTo>
                  <a:lnTo>
                    <a:pt x="6988" y="4548"/>
                  </a:lnTo>
                  <a:cubicBezTo>
                    <a:pt x="7025" y="4548"/>
                    <a:pt x="7173" y="4511"/>
                    <a:pt x="7358" y="4437"/>
                  </a:cubicBezTo>
                  <a:cubicBezTo>
                    <a:pt x="7469" y="4400"/>
                    <a:pt x="7543" y="4326"/>
                    <a:pt x="7653" y="4252"/>
                  </a:cubicBezTo>
                  <a:cubicBezTo>
                    <a:pt x="7727" y="4178"/>
                    <a:pt x="7838" y="4030"/>
                    <a:pt x="7838" y="3845"/>
                  </a:cubicBezTo>
                  <a:lnTo>
                    <a:pt x="7838" y="3734"/>
                  </a:lnTo>
                  <a:cubicBezTo>
                    <a:pt x="7801" y="3660"/>
                    <a:pt x="7801" y="3624"/>
                    <a:pt x="7764" y="3587"/>
                  </a:cubicBezTo>
                  <a:cubicBezTo>
                    <a:pt x="7690" y="3402"/>
                    <a:pt x="7506" y="3143"/>
                    <a:pt x="7284" y="2773"/>
                  </a:cubicBezTo>
                  <a:cubicBezTo>
                    <a:pt x="6951" y="2219"/>
                    <a:pt x="6470" y="1553"/>
                    <a:pt x="5990" y="1036"/>
                  </a:cubicBezTo>
                  <a:cubicBezTo>
                    <a:pt x="5731" y="740"/>
                    <a:pt x="5509" y="518"/>
                    <a:pt x="5250" y="296"/>
                  </a:cubicBezTo>
                  <a:cubicBezTo>
                    <a:pt x="4992" y="148"/>
                    <a:pt x="4770" y="0"/>
                    <a:pt x="4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1"/>
            <p:cNvSpPr/>
            <p:nvPr/>
          </p:nvSpPr>
          <p:spPr>
            <a:xfrm>
              <a:off x="4000825" y="3493950"/>
              <a:ext cx="430750" cy="128850"/>
            </a:xfrm>
            <a:custGeom>
              <a:avLst/>
              <a:gdLst/>
              <a:ahLst/>
              <a:cxnLst/>
              <a:rect l="l" t="t" r="r" b="b"/>
              <a:pathLst>
                <a:path w="17230" h="5154" extrusionOk="0">
                  <a:moveTo>
                    <a:pt x="13404" y="0"/>
                  </a:moveTo>
                  <a:cubicBezTo>
                    <a:pt x="12849" y="0"/>
                    <a:pt x="12093" y="101"/>
                    <a:pt x="11166" y="458"/>
                  </a:cubicBezTo>
                  <a:cubicBezTo>
                    <a:pt x="9022" y="1272"/>
                    <a:pt x="4770" y="2492"/>
                    <a:pt x="4142" y="2492"/>
                  </a:cubicBezTo>
                  <a:cubicBezTo>
                    <a:pt x="3550" y="2492"/>
                    <a:pt x="75" y="2788"/>
                    <a:pt x="75" y="2788"/>
                  </a:cubicBezTo>
                  <a:lnTo>
                    <a:pt x="1" y="5006"/>
                  </a:lnTo>
                  <a:cubicBezTo>
                    <a:pt x="1" y="5006"/>
                    <a:pt x="6853" y="5154"/>
                    <a:pt x="11695" y="5154"/>
                  </a:cubicBezTo>
                  <a:cubicBezTo>
                    <a:pt x="14115" y="5154"/>
                    <a:pt x="16034" y="5117"/>
                    <a:pt x="16342" y="5006"/>
                  </a:cubicBezTo>
                  <a:cubicBezTo>
                    <a:pt x="17229" y="4710"/>
                    <a:pt x="16933" y="1789"/>
                    <a:pt x="14493" y="163"/>
                  </a:cubicBezTo>
                  <a:cubicBezTo>
                    <a:pt x="14493" y="163"/>
                    <a:pt x="14111" y="0"/>
                    <a:pt x="134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1"/>
            <p:cNvSpPr/>
            <p:nvPr/>
          </p:nvSpPr>
          <p:spPr>
            <a:xfrm>
              <a:off x="3992525" y="3486000"/>
              <a:ext cx="436275" cy="144200"/>
            </a:xfrm>
            <a:custGeom>
              <a:avLst/>
              <a:gdLst/>
              <a:ahLst/>
              <a:cxnLst/>
              <a:rect l="l" t="t" r="r" b="b"/>
              <a:pathLst>
                <a:path w="17451" h="5768" extrusionOk="0">
                  <a:moveTo>
                    <a:pt x="13753" y="629"/>
                  </a:moveTo>
                  <a:cubicBezTo>
                    <a:pt x="14086" y="629"/>
                    <a:pt x="14345" y="666"/>
                    <a:pt x="14493" y="703"/>
                  </a:cubicBezTo>
                  <a:cubicBezTo>
                    <a:pt x="14567" y="703"/>
                    <a:pt x="14641" y="740"/>
                    <a:pt x="14678" y="740"/>
                  </a:cubicBezTo>
                  <a:cubicBezTo>
                    <a:pt x="15417" y="1220"/>
                    <a:pt x="15971" y="1886"/>
                    <a:pt x="16304" y="2551"/>
                  </a:cubicBezTo>
                  <a:cubicBezTo>
                    <a:pt x="16674" y="3180"/>
                    <a:pt x="16822" y="3808"/>
                    <a:pt x="16822" y="4289"/>
                  </a:cubicBezTo>
                  <a:cubicBezTo>
                    <a:pt x="16822" y="4547"/>
                    <a:pt x="16785" y="4732"/>
                    <a:pt x="16711" y="4880"/>
                  </a:cubicBezTo>
                  <a:cubicBezTo>
                    <a:pt x="16674" y="4991"/>
                    <a:pt x="16600" y="5028"/>
                    <a:pt x="16563" y="5065"/>
                  </a:cubicBezTo>
                  <a:lnTo>
                    <a:pt x="16415" y="5065"/>
                  </a:lnTo>
                  <a:cubicBezTo>
                    <a:pt x="16156" y="5102"/>
                    <a:pt x="15565" y="5139"/>
                    <a:pt x="14788" y="5139"/>
                  </a:cubicBezTo>
                  <a:cubicBezTo>
                    <a:pt x="14049" y="5176"/>
                    <a:pt x="13088" y="5176"/>
                    <a:pt x="12016" y="5176"/>
                  </a:cubicBezTo>
                  <a:cubicBezTo>
                    <a:pt x="9613" y="5176"/>
                    <a:pt x="6692" y="5139"/>
                    <a:pt x="4363" y="5102"/>
                  </a:cubicBezTo>
                  <a:cubicBezTo>
                    <a:pt x="3180" y="5102"/>
                    <a:pt x="2181" y="5065"/>
                    <a:pt x="1479" y="5065"/>
                  </a:cubicBezTo>
                  <a:cubicBezTo>
                    <a:pt x="1119" y="5047"/>
                    <a:pt x="839" y="5038"/>
                    <a:pt x="645" y="5033"/>
                  </a:cubicBezTo>
                  <a:lnTo>
                    <a:pt x="645" y="5033"/>
                  </a:lnTo>
                  <a:lnTo>
                    <a:pt x="726" y="3377"/>
                  </a:lnTo>
                  <a:lnTo>
                    <a:pt x="726" y="3377"/>
                  </a:lnTo>
                  <a:cubicBezTo>
                    <a:pt x="1055" y="3349"/>
                    <a:pt x="1632" y="3301"/>
                    <a:pt x="2255" y="3254"/>
                  </a:cubicBezTo>
                  <a:cubicBezTo>
                    <a:pt x="3180" y="3180"/>
                    <a:pt x="4215" y="3106"/>
                    <a:pt x="4474" y="3106"/>
                  </a:cubicBezTo>
                  <a:cubicBezTo>
                    <a:pt x="4585" y="3106"/>
                    <a:pt x="4732" y="3106"/>
                    <a:pt x="4917" y="3069"/>
                  </a:cubicBezTo>
                  <a:cubicBezTo>
                    <a:pt x="6211" y="2810"/>
                    <a:pt x="9686" y="1775"/>
                    <a:pt x="11609" y="1072"/>
                  </a:cubicBezTo>
                  <a:cubicBezTo>
                    <a:pt x="12496" y="703"/>
                    <a:pt x="13236" y="629"/>
                    <a:pt x="13753" y="629"/>
                  </a:cubicBezTo>
                  <a:close/>
                  <a:moveTo>
                    <a:pt x="13753" y="0"/>
                  </a:moveTo>
                  <a:cubicBezTo>
                    <a:pt x="13162" y="0"/>
                    <a:pt x="12348" y="111"/>
                    <a:pt x="11387" y="481"/>
                  </a:cubicBezTo>
                  <a:cubicBezTo>
                    <a:pt x="10315" y="887"/>
                    <a:pt x="8725" y="1405"/>
                    <a:pt x="7320" y="1812"/>
                  </a:cubicBezTo>
                  <a:cubicBezTo>
                    <a:pt x="6618" y="1997"/>
                    <a:pt x="5952" y="2181"/>
                    <a:pt x="5472" y="2292"/>
                  </a:cubicBezTo>
                  <a:cubicBezTo>
                    <a:pt x="5213" y="2366"/>
                    <a:pt x="4991" y="2403"/>
                    <a:pt x="4806" y="2440"/>
                  </a:cubicBezTo>
                  <a:cubicBezTo>
                    <a:pt x="4622" y="2477"/>
                    <a:pt x="4511" y="2514"/>
                    <a:pt x="4474" y="2514"/>
                  </a:cubicBezTo>
                  <a:cubicBezTo>
                    <a:pt x="4141" y="2514"/>
                    <a:pt x="3143" y="2588"/>
                    <a:pt x="2181" y="2662"/>
                  </a:cubicBezTo>
                  <a:cubicBezTo>
                    <a:pt x="1257" y="2736"/>
                    <a:pt x="407" y="2810"/>
                    <a:pt x="407" y="2810"/>
                  </a:cubicBezTo>
                  <a:cubicBezTo>
                    <a:pt x="222" y="2810"/>
                    <a:pt x="111" y="2958"/>
                    <a:pt x="111" y="3106"/>
                  </a:cubicBezTo>
                  <a:lnTo>
                    <a:pt x="0" y="5324"/>
                  </a:lnTo>
                  <a:cubicBezTo>
                    <a:pt x="0" y="5398"/>
                    <a:pt x="37" y="5509"/>
                    <a:pt x="74" y="5546"/>
                  </a:cubicBezTo>
                  <a:cubicBezTo>
                    <a:pt x="148" y="5620"/>
                    <a:pt x="222" y="5657"/>
                    <a:pt x="296" y="5657"/>
                  </a:cubicBezTo>
                  <a:cubicBezTo>
                    <a:pt x="296" y="5657"/>
                    <a:pt x="7172" y="5768"/>
                    <a:pt x="12016" y="5768"/>
                  </a:cubicBezTo>
                  <a:lnTo>
                    <a:pt x="15121" y="5768"/>
                  </a:lnTo>
                  <a:cubicBezTo>
                    <a:pt x="15565" y="5731"/>
                    <a:pt x="15898" y="5731"/>
                    <a:pt x="16156" y="5731"/>
                  </a:cubicBezTo>
                  <a:cubicBezTo>
                    <a:pt x="16304" y="5694"/>
                    <a:pt x="16415" y="5694"/>
                    <a:pt x="16526" y="5694"/>
                  </a:cubicBezTo>
                  <a:cubicBezTo>
                    <a:pt x="16600" y="5657"/>
                    <a:pt x="16674" y="5657"/>
                    <a:pt x="16748" y="5620"/>
                  </a:cubicBezTo>
                  <a:cubicBezTo>
                    <a:pt x="17007" y="5546"/>
                    <a:pt x="17192" y="5361"/>
                    <a:pt x="17302" y="5102"/>
                  </a:cubicBezTo>
                  <a:cubicBezTo>
                    <a:pt x="17376" y="4880"/>
                    <a:pt x="17450" y="4621"/>
                    <a:pt x="17450" y="4289"/>
                  </a:cubicBezTo>
                  <a:cubicBezTo>
                    <a:pt x="17450" y="3697"/>
                    <a:pt x="17265" y="2958"/>
                    <a:pt x="16859" y="2255"/>
                  </a:cubicBezTo>
                  <a:cubicBezTo>
                    <a:pt x="16452" y="1516"/>
                    <a:pt x="15861" y="776"/>
                    <a:pt x="15010" y="222"/>
                  </a:cubicBezTo>
                  <a:lnTo>
                    <a:pt x="14936" y="185"/>
                  </a:lnTo>
                  <a:cubicBezTo>
                    <a:pt x="14936" y="185"/>
                    <a:pt x="14493" y="0"/>
                    <a:pt x="13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1"/>
            <p:cNvSpPr/>
            <p:nvPr/>
          </p:nvSpPr>
          <p:spPr>
            <a:xfrm>
              <a:off x="3898250" y="3515250"/>
              <a:ext cx="183025" cy="99250"/>
            </a:xfrm>
            <a:custGeom>
              <a:avLst/>
              <a:gdLst/>
              <a:ahLst/>
              <a:cxnLst/>
              <a:rect l="l" t="t" r="r" b="b"/>
              <a:pathLst>
                <a:path w="7321" h="3970" extrusionOk="0">
                  <a:moveTo>
                    <a:pt x="3143" y="1"/>
                  </a:moveTo>
                  <a:cubicBezTo>
                    <a:pt x="2183" y="1"/>
                    <a:pt x="143" y="3249"/>
                    <a:pt x="74" y="3525"/>
                  </a:cubicBezTo>
                  <a:cubicBezTo>
                    <a:pt x="0" y="3821"/>
                    <a:pt x="703" y="3969"/>
                    <a:pt x="703" y="3969"/>
                  </a:cubicBezTo>
                  <a:cubicBezTo>
                    <a:pt x="703" y="3969"/>
                    <a:pt x="2477" y="3599"/>
                    <a:pt x="2884" y="3525"/>
                  </a:cubicBezTo>
                  <a:cubicBezTo>
                    <a:pt x="2918" y="3519"/>
                    <a:pt x="2951" y="3516"/>
                    <a:pt x="2985" y="3516"/>
                  </a:cubicBezTo>
                  <a:cubicBezTo>
                    <a:pt x="3326" y="3516"/>
                    <a:pt x="3711" y="3821"/>
                    <a:pt x="4585" y="3821"/>
                  </a:cubicBezTo>
                  <a:lnTo>
                    <a:pt x="7320" y="3821"/>
                  </a:lnTo>
                  <a:lnTo>
                    <a:pt x="6840" y="2934"/>
                  </a:lnTo>
                  <a:cubicBezTo>
                    <a:pt x="6840" y="2934"/>
                    <a:pt x="4141" y="605"/>
                    <a:pt x="3328" y="50"/>
                  </a:cubicBezTo>
                  <a:cubicBezTo>
                    <a:pt x="3272" y="16"/>
                    <a:pt x="3210" y="1"/>
                    <a:pt x="3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1"/>
            <p:cNvSpPr/>
            <p:nvPr/>
          </p:nvSpPr>
          <p:spPr>
            <a:xfrm>
              <a:off x="3892700" y="3508175"/>
              <a:ext cx="195975" cy="113700"/>
            </a:xfrm>
            <a:custGeom>
              <a:avLst/>
              <a:gdLst/>
              <a:ahLst/>
              <a:cxnLst/>
              <a:rect l="l" t="t" r="r" b="b"/>
              <a:pathLst>
                <a:path w="7839" h="4548" extrusionOk="0">
                  <a:moveTo>
                    <a:pt x="3365" y="0"/>
                  </a:moveTo>
                  <a:cubicBezTo>
                    <a:pt x="3143" y="0"/>
                    <a:pt x="2958" y="74"/>
                    <a:pt x="2810" y="185"/>
                  </a:cubicBezTo>
                  <a:cubicBezTo>
                    <a:pt x="2477" y="370"/>
                    <a:pt x="2182" y="629"/>
                    <a:pt x="1886" y="999"/>
                  </a:cubicBezTo>
                  <a:cubicBezTo>
                    <a:pt x="1442" y="1479"/>
                    <a:pt x="999" y="2108"/>
                    <a:pt x="629" y="2625"/>
                  </a:cubicBezTo>
                  <a:cubicBezTo>
                    <a:pt x="481" y="2884"/>
                    <a:pt x="333" y="3106"/>
                    <a:pt x="222" y="3291"/>
                  </a:cubicBezTo>
                  <a:cubicBezTo>
                    <a:pt x="185" y="3402"/>
                    <a:pt x="111" y="3476"/>
                    <a:pt x="74" y="3550"/>
                  </a:cubicBezTo>
                  <a:cubicBezTo>
                    <a:pt x="37" y="3624"/>
                    <a:pt x="37" y="3660"/>
                    <a:pt x="0" y="3734"/>
                  </a:cubicBezTo>
                  <a:lnTo>
                    <a:pt x="0" y="3845"/>
                  </a:lnTo>
                  <a:cubicBezTo>
                    <a:pt x="0" y="4030"/>
                    <a:pt x="111" y="4178"/>
                    <a:pt x="185" y="4252"/>
                  </a:cubicBezTo>
                  <a:cubicBezTo>
                    <a:pt x="333" y="4400"/>
                    <a:pt x="481" y="4437"/>
                    <a:pt x="629" y="4474"/>
                  </a:cubicBezTo>
                  <a:cubicBezTo>
                    <a:pt x="740" y="4548"/>
                    <a:pt x="851" y="4548"/>
                    <a:pt x="851" y="4548"/>
                  </a:cubicBezTo>
                  <a:lnTo>
                    <a:pt x="962" y="4548"/>
                  </a:lnTo>
                  <a:cubicBezTo>
                    <a:pt x="962" y="4548"/>
                    <a:pt x="2773" y="4178"/>
                    <a:pt x="3143" y="4104"/>
                  </a:cubicBezTo>
                  <a:lnTo>
                    <a:pt x="3180" y="4104"/>
                  </a:lnTo>
                  <a:cubicBezTo>
                    <a:pt x="3254" y="4104"/>
                    <a:pt x="3439" y="4141"/>
                    <a:pt x="3697" y="4252"/>
                  </a:cubicBezTo>
                  <a:cubicBezTo>
                    <a:pt x="3993" y="4326"/>
                    <a:pt x="4326" y="4400"/>
                    <a:pt x="4807" y="4400"/>
                  </a:cubicBezTo>
                  <a:lnTo>
                    <a:pt x="7542" y="4400"/>
                  </a:lnTo>
                  <a:cubicBezTo>
                    <a:pt x="7690" y="4400"/>
                    <a:pt x="7838" y="4289"/>
                    <a:pt x="7838" y="4104"/>
                  </a:cubicBezTo>
                  <a:cubicBezTo>
                    <a:pt x="7838" y="3919"/>
                    <a:pt x="7690" y="3808"/>
                    <a:pt x="7542" y="3808"/>
                  </a:cubicBezTo>
                  <a:lnTo>
                    <a:pt x="4807" y="3808"/>
                  </a:lnTo>
                  <a:cubicBezTo>
                    <a:pt x="4400" y="3808"/>
                    <a:pt x="4141" y="3734"/>
                    <a:pt x="3882" y="3660"/>
                  </a:cubicBezTo>
                  <a:cubicBezTo>
                    <a:pt x="3660" y="3587"/>
                    <a:pt x="3476" y="3476"/>
                    <a:pt x="3180" y="3476"/>
                  </a:cubicBezTo>
                  <a:lnTo>
                    <a:pt x="3032" y="3513"/>
                  </a:lnTo>
                  <a:cubicBezTo>
                    <a:pt x="2699" y="3579"/>
                    <a:pt x="1198" y="3885"/>
                    <a:pt x="902" y="3946"/>
                  </a:cubicBezTo>
                  <a:lnTo>
                    <a:pt x="902" y="3946"/>
                  </a:lnTo>
                  <a:cubicBezTo>
                    <a:pt x="841" y="3930"/>
                    <a:pt x="754" y="3897"/>
                    <a:pt x="703" y="3845"/>
                  </a:cubicBezTo>
                  <a:lnTo>
                    <a:pt x="626" y="3820"/>
                  </a:lnTo>
                  <a:lnTo>
                    <a:pt x="626" y="3820"/>
                  </a:lnTo>
                  <a:cubicBezTo>
                    <a:pt x="645" y="3788"/>
                    <a:pt x="670" y="3747"/>
                    <a:pt x="703" y="3697"/>
                  </a:cubicBezTo>
                  <a:cubicBezTo>
                    <a:pt x="925" y="3291"/>
                    <a:pt x="1442" y="2477"/>
                    <a:pt x="1997" y="1775"/>
                  </a:cubicBezTo>
                  <a:cubicBezTo>
                    <a:pt x="2293" y="1442"/>
                    <a:pt x="2588" y="1146"/>
                    <a:pt x="2810" y="925"/>
                  </a:cubicBezTo>
                  <a:cubicBezTo>
                    <a:pt x="2958" y="814"/>
                    <a:pt x="3069" y="703"/>
                    <a:pt x="3180" y="666"/>
                  </a:cubicBezTo>
                  <a:cubicBezTo>
                    <a:pt x="3254" y="629"/>
                    <a:pt x="3328" y="592"/>
                    <a:pt x="3365" y="592"/>
                  </a:cubicBezTo>
                  <a:cubicBezTo>
                    <a:pt x="3771" y="851"/>
                    <a:pt x="4659" y="1553"/>
                    <a:pt x="5435" y="2219"/>
                  </a:cubicBezTo>
                  <a:cubicBezTo>
                    <a:pt x="5805" y="2514"/>
                    <a:pt x="6174" y="2847"/>
                    <a:pt x="6433" y="3069"/>
                  </a:cubicBezTo>
                  <a:cubicBezTo>
                    <a:pt x="6692" y="3291"/>
                    <a:pt x="6877" y="3439"/>
                    <a:pt x="6877" y="3439"/>
                  </a:cubicBezTo>
                  <a:cubicBezTo>
                    <a:pt x="6928" y="3490"/>
                    <a:pt x="7004" y="3518"/>
                    <a:pt x="7081" y="3518"/>
                  </a:cubicBezTo>
                  <a:cubicBezTo>
                    <a:pt x="7170" y="3518"/>
                    <a:pt x="7261" y="3481"/>
                    <a:pt x="7321" y="3402"/>
                  </a:cubicBezTo>
                  <a:cubicBezTo>
                    <a:pt x="7431" y="3291"/>
                    <a:pt x="7394" y="3069"/>
                    <a:pt x="7284" y="2958"/>
                  </a:cubicBezTo>
                  <a:cubicBezTo>
                    <a:pt x="7284" y="2958"/>
                    <a:pt x="6581" y="2403"/>
                    <a:pt x="5805" y="1738"/>
                  </a:cubicBezTo>
                  <a:cubicBezTo>
                    <a:pt x="5028" y="1073"/>
                    <a:pt x="4141" y="370"/>
                    <a:pt x="3697" y="74"/>
                  </a:cubicBezTo>
                  <a:cubicBezTo>
                    <a:pt x="3587" y="0"/>
                    <a:pt x="3476" y="0"/>
                    <a:pt x="3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1"/>
            <p:cNvSpPr/>
            <p:nvPr/>
          </p:nvSpPr>
          <p:spPr>
            <a:xfrm>
              <a:off x="3581225" y="3885275"/>
              <a:ext cx="489875" cy="212600"/>
            </a:xfrm>
            <a:custGeom>
              <a:avLst/>
              <a:gdLst/>
              <a:ahLst/>
              <a:cxnLst/>
              <a:rect l="l" t="t" r="r" b="b"/>
              <a:pathLst>
                <a:path w="19595" h="8504" extrusionOk="0">
                  <a:moveTo>
                    <a:pt x="0" y="0"/>
                  </a:moveTo>
                  <a:lnTo>
                    <a:pt x="0" y="8504"/>
                  </a:lnTo>
                  <a:lnTo>
                    <a:pt x="19595" y="8504"/>
                  </a:lnTo>
                  <a:lnTo>
                    <a:pt x="195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51"/>
            <p:cNvSpPr/>
            <p:nvPr/>
          </p:nvSpPr>
          <p:spPr>
            <a:xfrm>
              <a:off x="3573825" y="3876950"/>
              <a:ext cx="504675" cy="228325"/>
            </a:xfrm>
            <a:custGeom>
              <a:avLst/>
              <a:gdLst/>
              <a:ahLst/>
              <a:cxnLst/>
              <a:rect l="l" t="t" r="r" b="b"/>
              <a:pathLst>
                <a:path w="20187" h="9133" extrusionOk="0">
                  <a:moveTo>
                    <a:pt x="19558" y="629"/>
                  </a:moveTo>
                  <a:lnTo>
                    <a:pt x="19558" y="8504"/>
                  </a:lnTo>
                  <a:lnTo>
                    <a:pt x="592" y="8504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2"/>
                  </a:cubicBezTo>
                  <a:cubicBezTo>
                    <a:pt x="37" y="149"/>
                    <a:pt x="1" y="223"/>
                    <a:pt x="1" y="333"/>
                  </a:cubicBezTo>
                  <a:lnTo>
                    <a:pt x="1" y="8837"/>
                  </a:lnTo>
                  <a:cubicBezTo>
                    <a:pt x="1" y="8911"/>
                    <a:pt x="37" y="8985"/>
                    <a:pt x="74" y="9022"/>
                  </a:cubicBezTo>
                  <a:cubicBezTo>
                    <a:pt x="148" y="9095"/>
                    <a:pt x="222" y="9132"/>
                    <a:pt x="296" y="9132"/>
                  </a:cubicBezTo>
                  <a:lnTo>
                    <a:pt x="19891" y="9132"/>
                  </a:lnTo>
                  <a:cubicBezTo>
                    <a:pt x="19965" y="9132"/>
                    <a:pt x="20039" y="9095"/>
                    <a:pt x="20113" y="9022"/>
                  </a:cubicBezTo>
                  <a:cubicBezTo>
                    <a:pt x="20149" y="8985"/>
                    <a:pt x="20186" y="8911"/>
                    <a:pt x="20186" y="8837"/>
                  </a:cubicBezTo>
                  <a:lnTo>
                    <a:pt x="20186" y="333"/>
                  </a:lnTo>
                  <a:cubicBezTo>
                    <a:pt x="20186" y="223"/>
                    <a:pt x="20149" y="149"/>
                    <a:pt x="20113" y="112"/>
                  </a:cubicBezTo>
                  <a:cubicBezTo>
                    <a:pt x="20039" y="38"/>
                    <a:pt x="19965" y="1"/>
                    <a:pt x="19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51"/>
            <p:cNvSpPr/>
            <p:nvPr/>
          </p:nvSpPr>
          <p:spPr>
            <a:xfrm>
              <a:off x="3618200" y="3864350"/>
              <a:ext cx="183950" cy="157000"/>
            </a:xfrm>
            <a:custGeom>
              <a:avLst/>
              <a:gdLst/>
              <a:ahLst/>
              <a:cxnLst/>
              <a:rect l="l" t="t" r="r" b="b"/>
              <a:pathLst>
                <a:path w="7358" h="6280" extrusionOk="0">
                  <a:moveTo>
                    <a:pt x="306" y="1"/>
                  </a:moveTo>
                  <a:cubicBezTo>
                    <a:pt x="185" y="1"/>
                    <a:pt x="66" y="93"/>
                    <a:pt x="37" y="209"/>
                  </a:cubicBezTo>
                  <a:cubicBezTo>
                    <a:pt x="0" y="394"/>
                    <a:pt x="74" y="542"/>
                    <a:pt x="259" y="616"/>
                  </a:cubicBezTo>
                  <a:lnTo>
                    <a:pt x="296" y="616"/>
                  </a:lnTo>
                  <a:cubicBezTo>
                    <a:pt x="592" y="690"/>
                    <a:pt x="1997" y="1133"/>
                    <a:pt x="3401" y="2021"/>
                  </a:cubicBezTo>
                  <a:cubicBezTo>
                    <a:pt x="4843" y="2908"/>
                    <a:pt x="6285" y="4239"/>
                    <a:pt x="6729" y="6050"/>
                  </a:cubicBezTo>
                  <a:cubicBezTo>
                    <a:pt x="6761" y="6179"/>
                    <a:pt x="6905" y="6279"/>
                    <a:pt x="7039" y="6279"/>
                  </a:cubicBezTo>
                  <a:cubicBezTo>
                    <a:pt x="7059" y="6279"/>
                    <a:pt x="7079" y="6277"/>
                    <a:pt x="7098" y="6272"/>
                  </a:cubicBezTo>
                  <a:cubicBezTo>
                    <a:pt x="7283" y="6235"/>
                    <a:pt x="7357" y="6050"/>
                    <a:pt x="7320" y="5902"/>
                  </a:cubicBezTo>
                  <a:cubicBezTo>
                    <a:pt x="6766" y="3721"/>
                    <a:pt x="5028" y="2242"/>
                    <a:pt x="3438" y="1318"/>
                  </a:cubicBezTo>
                  <a:cubicBezTo>
                    <a:pt x="1849" y="394"/>
                    <a:pt x="407" y="24"/>
                    <a:pt x="407" y="24"/>
                  </a:cubicBezTo>
                  <a:cubicBezTo>
                    <a:pt x="374" y="8"/>
                    <a:pt x="340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51"/>
            <p:cNvSpPr/>
            <p:nvPr/>
          </p:nvSpPr>
          <p:spPr>
            <a:xfrm>
              <a:off x="3875125" y="3876950"/>
              <a:ext cx="171025" cy="137975"/>
            </a:xfrm>
            <a:custGeom>
              <a:avLst/>
              <a:gdLst/>
              <a:ahLst/>
              <a:cxnLst/>
              <a:rect l="l" t="t" r="r" b="b"/>
              <a:pathLst>
                <a:path w="6841" h="5519" extrusionOk="0">
                  <a:moveTo>
                    <a:pt x="6434" y="1"/>
                  </a:moveTo>
                  <a:cubicBezTo>
                    <a:pt x="6064" y="1"/>
                    <a:pt x="4844" y="75"/>
                    <a:pt x="3513" y="740"/>
                  </a:cubicBezTo>
                  <a:cubicBezTo>
                    <a:pt x="2182" y="1406"/>
                    <a:pt x="777" y="2700"/>
                    <a:pt x="75" y="5140"/>
                  </a:cubicBezTo>
                  <a:cubicBezTo>
                    <a:pt x="1" y="5288"/>
                    <a:pt x="112" y="5472"/>
                    <a:pt x="260" y="5509"/>
                  </a:cubicBezTo>
                  <a:cubicBezTo>
                    <a:pt x="291" y="5516"/>
                    <a:pt x="320" y="5519"/>
                    <a:pt x="349" y="5519"/>
                  </a:cubicBezTo>
                  <a:cubicBezTo>
                    <a:pt x="492" y="5519"/>
                    <a:pt x="605" y="5442"/>
                    <a:pt x="666" y="5288"/>
                  </a:cubicBezTo>
                  <a:cubicBezTo>
                    <a:pt x="1332" y="3032"/>
                    <a:pt x="2589" y="1886"/>
                    <a:pt x="3809" y="1295"/>
                  </a:cubicBezTo>
                  <a:cubicBezTo>
                    <a:pt x="4992" y="666"/>
                    <a:pt x="6101" y="629"/>
                    <a:pt x="6434" y="629"/>
                  </a:cubicBezTo>
                  <a:lnTo>
                    <a:pt x="6508" y="629"/>
                  </a:lnTo>
                  <a:cubicBezTo>
                    <a:pt x="6693" y="629"/>
                    <a:pt x="6840" y="518"/>
                    <a:pt x="6840" y="333"/>
                  </a:cubicBezTo>
                  <a:cubicBezTo>
                    <a:pt x="6840" y="149"/>
                    <a:pt x="6730" y="1"/>
                    <a:pt x="6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51"/>
            <p:cNvSpPr/>
            <p:nvPr/>
          </p:nvSpPr>
          <p:spPr>
            <a:xfrm>
              <a:off x="3388050" y="3841775"/>
              <a:ext cx="297625" cy="1110125"/>
            </a:xfrm>
            <a:custGeom>
              <a:avLst/>
              <a:gdLst/>
              <a:ahLst/>
              <a:cxnLst/>
              <a:rect l="l" t="t" r="r" b="b"/>
              <a:pathLst>
                <a:path w="11905" h="44405" extrusionOk="0">
                  <a:moveTo>
                    <a:pt x="5814" y="0"/>
                  </a:moveTo>
                  <a:cubicBezTo>
                    <a:pt x="5175" y="0"/>
                    <a:pt x="4518" y="122"/>
                    <a:pt x="3845" y="446"/>
                  </a:cubicBezTo>
                  <a:cubicBezTo>
                    <a:pt x="0" y="2221"/>
                    <a:pt x="3771" y="44405"/>
                    <a:pt x="3771" y="44405"/>
                  </a:cubicBezTo>
                  <a:lnTo>
                    <a:pt x="6877" y="44405"/>
                  </a:lnTo>
                  <a:cubicBezTo>
                    <a:pt x="6877" y="44405"/>
                    <a:pt x="10907" y="19486"/>
                    <a:pt x="11720" y="6621"/>
                  </a:cubicBezTo>
                  <a:cubicBezTo>
                    <a:pt x="11905" y="3478"/>
                    <a:pt x="9835" y="594"/>
                    <a:pt x="6729" y="77"/>
                  </a:cubicBezTo>
                  <a:cubicBezTo>
                    <a:pt x="6428" y="29"/>
                    <a:pt x="6123" y="0"/>
                    <a:pt x="58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51"/>
            <p:cNvSpPr/>
            <p:nvPr/>
          </p:nvSpPr>
          <p:spPr>
            <a:xfrm>
              <a:off x="3433325" y="3834450"/>
              <a:ext cx="256050" cy="1124850"/>
            </a:xfrm>
            <a:custGeom>
              <a:avLst/>
              <a:gdLst/>
              <a:ahLst/>
              <a:cxnLst/>
              <a:rect l="l" t="t" r="r" b="b"/>
              <a:pathLst>
                <a:path w="10242" h="44994" extrusionOk="0">
                  <a:moveTo>
                    <a:pt x="4031" y="592"/>
                  </a:moveTo>
                  <a:cubicBezTo>
                    <a:pt x="4327" y="592"/>
                    <a:pt x="4585" y="629"/>
                    <a:pt x="4881" y="666"/>
                  </a:cubicBezTo>
                  <a:cubicBezTo>
                    <a:pt x="7654" y="1146"/>
                    <a:pt x="9613" y="3697"/>
                    <a:pt x="9613" y="6507"/>
                  </a:cubicBezTo>
                  <a:cubicBezTo>
                    <a:pt x="9613" y="6618"/>
                    <a:pt x="9613" y="6766"/>
                    <a:pt x="9613" y="6877"/>
                  </a:cubicBezTo>
                  <a:cubicBezTo>
                    <a:pt x="9207" y="13310"/>
                    <a:pt x="7987" y="22737"/>
                    <a:pt x="6878" y="30575"/>
                  </a:cubicBezTo>
                  <a:cubicBezTo>
                    <a:pt x="6323" y="34494"/>
                    <a:pt x="5768" y="38006"/>
                    <a:pt x="5399" y="40557"/>
                  </a:cubicBezTo>
                  <a:cubicBezTo>
                    <a:pt x="5214" y="41814"/>
                    <a:pt x="5029" y="42849"/>
                    <a:pt x="4918" y="43552"/>
                  </a:cubicBezTo>
                  <a:cubicBezTo>
                    <a:pt x="4859" y="43923"/>
                    <a:pt x="4811" y="44212"/>
                    <a:pt x="4779" y="44402"/>
                  </a:cubicBezTo>
                  <a:lnTo>
                    <a:pt x="2244" y="44402"/>
                  </a:lnTo>
                  <a:cubicBezTo>
                    <a:pt x="2234" y="44266"/>
                    <a:pt x="2215" y="44079"/>
                    <a:pt x="2182" y="43847"/>
                  </a:cubicBezTo>
                  <a:cubicBezTo>
                    <a:pt x="1886" y="40150"/>
                    <a:pt x="629" y="24623"/>
                    <a:pt x="629" y="13236"/>
                  </a:cubicBezTo>
                  <a:cubicBezTo>
                    <a:pt x="629" y="9908"/>
                    <a:pt x="740" y="6951"/>
                    <a:pt x="999" y="4769"/>
                  </a:cubicBezTo>
                  <a:cubicBezTo>
                    <a:pt x="1147" y="3660"/>
                    <a:pt x="1295" y="2736"/>
                    <a:pt x="1517" y="2107"/>
                  </a:cubicBezTo>
                  <a:cubicBezTo>
                    <a:pt x="1628" y="1775"/>
                    <a:pt x="1739" y="1516"/>
                    <a:pt x="1850" y="1331"/>
                  </a:cubicBezTo>
                  <a:cubicBezTo>
                    <a:pt x="1960" y="1146"/>
                    <a:pt x="2108" y="1035"/>
                    <a:pt x="2182" y="998"/>
                  </a:cubicBezTo>
                  <a:cubicBezTo>
                    <a:pt x="2811" y="702"/>
                    <a:pt x="3402" y="592"/>
                    <a:pt x="4031" y="592"/>
                  </a:cubicBezTo>
                  <a:close/>
                  <a:moveTo>
                    <a:pt x="4031" y="0"/>
                  </a:moveTo>
                  <a:cubicBezTo>
                    <a:pt x="3328" y="0"/>
                    <a:pt x="2626" y="111"/>
                    <a:pt x="1923" y="444"/>
                  </a:cubicBezTo>
                  <a:cubicBezTo>
                    <a:pt x="1702" y="555"/>
                    <a:pt x="1517" y="739"/>
                    <a:pt x="1332" y="998"/>
                  </a:cubicBezTo>
                  <a:cubicBezTo>
                    <a:pt x="1073" y="1442"/>
                    <a:pt x="851" y="2033"/>
                    <a:pt x="703" y="2810"/>
                  </a:cubicBezTo>
                  <a:cubicBezTo>
                    <a:pt x="186" y="5102"/>
                    <a:pt x="1" y="8873"/>
                    <a:pt x="1" y="13236"/>
                  </a:cubicBezTo>
                  <a:cubicBezTo>
                    <a:pt x="1" y="26286"/>
                    <a:pt x="1665" y="44735"/>
                    <a:pt x="1665" y="44735"/>
                  </a:cubicBezTo>
                  <a:cubicBezTo>
                    <a:pt x="1665" y="44882"/>
                    <a:pt x="1813" y="44993"/>
                    <a:pt x="1960" y="44993"/>
                  </a:cubicBezTo>
                  <a:lnTo>
                    <a:pt x="5066" y="44993"/>
                  </a:lnTo>
                  <a:cubicBezTo>
                    <a:pt x="5214" y="44993"/>
                    <a:pt x="5325" y="44882"/>
                    <a:pt x="5362" y="44735"/>
                  </a:cubicBezTo>
                  <a:cubicBezTo>
                    <a:pt x="5362" y="44735"/>
                    <a:pt x="9392" y="19816"/>
                    <a:pt x="10205" y="6914"/>
                  </a:cubicBezTo>
                  <a:cubicBezTo>
                    <a:pt x="10242" y="6766"/>
                    <a:pt x="10242" y="6655"/>
                    <a:pt x="10242" y="6507"/>
                  </a:cubicBezTo>
                  <a:cubicBezTo>
                    <a:pt x="10242" y="3401"/>
                    <a:pt x="8098" y="592"/>
                    <a:pt x="4992" y="74"/>
                  </a:cubicBezTo>
                  <a:cubicBezTo>
                    <a:pt x="4659" y="0"/>
                    <a:pt x="4364" y="0"/>
                    <a:pt x="4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51"/>
            <p:cNvSpPr/>
            <p:nvPr/>
          </p:nvSpPr>
          <p:spPr>
            <a:xfrm>
              <a:off x="3374175" y="4889025"/>
              <a:ext cx="198750" cy="146975"/>
            </a:xfrm>
            <a:custGeom>
              <a:avLst/>
              <a:gdLst/>
              <a:ahLst/>
              <a:cxnLst/>
              <a:rect l="l" t="t" r="r" b="b"/>
              <a:pathLst>
                <a:path w="7950" h="5879" extrusionOk="0">
                  <a:moveTo>
                    <a:pt x="3994" y="1"/>
                  </a:moveTo>
                  <a:lnTo>
                    <a:pt x="3069" y="3920"/>
                  </a:lnTo>
                  <a:lnTo>
                    <a:pt x="1" y="5879"/>
                  </a:lnTo>
                  <a:lnTo>
                    <a:pt x="7839" y="5879"/>
                  </a:lnTo>
                  <a:lnTo>
                    <a:pt x="79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51"/>
            <p:cNvSpPr/>
            <p:nvPr/>
          </p:nvSpPr>
          <p:spPr>
            <a:xfrm>
              <a:off x="3365875" y="4881625"/>
              <a:ext cx="215375" cy="161775"/>
            </a:xfrm>
            <a:custGeom>
              <a:avLst/>
              <a:gdLst/>
              <a:ahLst/>
              <a:cxnLst/>
              <a:rect l="l" t="t" r="r" b="b"/>
              <a:pathLst>
                <a:path w="8615" h="6471" extrusionOk="0">
                  <a:moveTo>
                    <a:pt x="7986" y="592"/>
                  </a:moveTo>
                  <a:lnTo>
                    <a:pt x="7875" y="5842"/>
                  </a:lnTo>
                  <a:lnTo>
                    <a:pt x="1405" y="5842"/>
                  </a:lnTo>
                  <a:lnTo>
                    <a:pt x="3586" y="4474"/>
                  </a:lnTo>
                  <a:cubicBezTo>
                    <a:pt x="3623" y="4437"/>
                    <a:pt x="3697" y="4363"/>
                    <a:pt x="3697" y="4289"/>
                  </a:cubicBezTo>
                  <a:lnTo>
                    <a:pt x="4569" y="592"/>
                  </a:lnTo>
                  <a:close/>
                  <a:moveTo>
                    <a:pt x="4326" y="1"/>
                  </a:moveTo>
                  <a:cubicBezTo>
                    <a:pt x="4178" y="1"/>
                    <a:pt x="4067" y="75"/>
                    <a:pt x="4030" y="223"/>
                  </a:cubicBezTo>
                  <a:lnTo>
                    <a:pt x="3143" y="4031"/>
                  </a:lnTo>
                  <a:lnTo>
                    <a:pt x="148" y="5916"/>
                  </a:lnTo>
                  <a:cubicBezTo>
                    <a:pt x="37" y="5990"/>
                    <a:pt x="0" y="6138"/>
                    <a:pt x="37" y="6249"/>
                  </a:cubicBezTo>
                  <a:cubicBezTo>
                    <a:pt x="74" y="6397"/>
                    <a:pt x="185" y="6471"/>
                    <a:pt x="333" y="6471"/>
                  </a:cubicBezTo>
                  <a:lnTo>
                    <a:pt x="8171" y="6471"/>
                  </a:lnTo>
                  <a:cubicBezTo>
                    <a:pt x="8319" y="6471"/>
                    <a:pt x="8466" y="6323"/>
                    <a:pt x="8466" y="6175"/>
                  </a:cubicBezTo>
                  <a:lnTo>
                    <a:pt x="8614" y="297"/>
                  </a:lnTo>
                  <a:cubicBezTo>
                    <a:pt x="8614" y="223"/>
                    <a:pt x="8577" y="149"/>
                    <a:pt x="8503" y="75"/>
                  </a:cubicBezTo>
                  <a:cubicBezTo>
                    <a:pt x="8466" y="38"/>
                    <a:pt x="8355" y="1"/>
                    <a:pt x="8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51"/>
            <p:cNvSpPr/>
            <p:nvPr/>
          </p:nvSpPr>
          <p:spPr>
            <a:xfrm>
              <a:off x="3450900" y="4973025"/>
              <a:ext cx="84125" cy="14000"/>
            </a:xfrm>
            <a:custGeom>
              <a:avLst/>
              <a:gdLst/>
              <a:ahLst/>
              <a:cxnLst/>
              <a:rect l="l" t="t" r="r" b="b"/>
              <a:pathLst>
                <a:path w="3365" h="560" extrusionOk="0">
                  <a:moveTo>
                    <a:pt x="1868" y="1"/>
                  </a:moveTo>
                  <a:cubicBezTo>
                    <a:pt x="871" y="1"/>
                    <a:pt x="0" y="560"/>
                    <a:pt x="0" y="560"/>
                  </a:cubicBezTo>
                  <a:lnTo>
                    <a:pt x="3365" y="560"/>
                  </a:lnTo>
                  <a:cubicBezTo>
                    <a:pt x="2896" y="141"/>
                    <a:pt x="2367" y="1"/>
                    <a:pt x="1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51"/>
            <p:cNvSpPr/>
            <p:nvPr/>
          </p:nvSpPr>
          <p:spPr>
            <a:xfrm>
              <a:off x="3442575" y="4964825"/>
              <a:ext cx="100775" cy="29725"/>
            </a:xfrm>
            <a:custGeom>
              <a:avLst/>
              <a:gdLst/>
              <a:ahLst/>
              <a:cxnLst/>
              <a:rect l="l" t="t" r="r" b="b"/>
              <a:pathLst>
                <a:path w="4031" h="1189" extrusionOk="0">
                  <a:moveTo>
                    <a:pt x="2219" y="0"/>
                  </a:moveTo>
                  <a:cubicBezTo>
                    <a:pt x="1110" y="37"/>
                    <a:pt x="186" y="629"/>
                    <a:pt x="186" y="629"/>
                  </a:cubicBezTo>
                  <a:cubicBezTo>
                    <a:pt x="38" y="703"/>
                    <a:pt x="1" y="888"/>
                    <a:pt x="75" y="1035"/>
                  </a:cubicBezTo>
                  <a:cubicBezTo>
                    <a:pt x="149" y="1134"/>
                    <a:pt x="255" y="1183"/>
                    <a:pt x="362" y="1183"/>
                  </a:cubicBezTo>
                  <a:cubicBezTo>
                    <a:pt x="416" y="1183"/>
                    <a:pt x="469" y="1171"/>
                    <a:pt x="518" y="1146"/>
                  </a:cubicBezTo>
                  <a:cubicBezTo>
                    <a:pt x="592" y="1072"/>
                    <a:pt x="1369" y="629"/>
                    <a:pt x="2219" y="629"/>
                  </a:cubicBezTo>
                  <a:cubicBezTo>
                    <a:pt x="2626" y="629"/>
                    <a:pt x="3069" y="740"/>
                    <a:pt x="3476" y="1109"/>
                  </a:cubicBezTo>
                  <a:cubicBezTo>
                    <a:pt x="3545" y="1161"/>
                    <a:pt x="3621" y="1188"/>
                    <a:pt x="3695" y="1188"/>
                  </a:cubicBezTo>
                  <a:cubicBezTo>
                    <a:pt x="3779" y="1188"/>
                    <a:pt x="3860" y="1152"/>
                    <a:pt x="3920" y="1072"/>
                  </a:cubicBezTo>
                  <a:cubicBezTo>
                    <a:pt x="4030" y="961"/>
                    <a:pt x="4030" y="777"/>
                    <a:pt x="3883" y="666"/>
                  </a:cubicBezTo>
                  <a:cubicBezTo>
                    <a:pt x="3365" y="185"/>
                    <a:pt x="2737" y="0"/>
                    <a:pt x="2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51"/>
            <p:cNvSpPr/>
            <p:nvPr/>
          </p:nvSpPr>
          <p:spPr>
            <a:xfrm>
              <a:off x="3998975" y="3841775"/>
              <a:ext cx="297650" cy="1110125"/>
            </a:xfrm>
            <a:custGeom>
              <a:avLst/>
              <a:gdLst/>
              <a:ahLst/>
              <a:cxnLst/>
              <a:rect l="l" t="t" r="r" b="b"/>
              <a:pathLst>
                <a:path w="11906" h="44405" extrusionOk="0">
                  <a:moveTo>
                    <a:pt x="6079" y="0"/>
                  </a:moveTo>
                  <a:cubicBezTo>
                    <a:pt x="5766" y="0"/>
                    <a:pt x="5453" y="29"/>
                    <a:pt x="5140" y="77"/>
                  </a:cubicBezTo>
                  <a:cubicBezTo>
                    <a:pt x="2071" y="594"/>
                    <a:pt x="1" y="3478"/>
                    <a:pt x="186" y="6621"/>
                  </a:cubicBezTo>
                  <a:cubicBezTo>
                    <a:pt x="999" y="19486"/>
                    <a:pt x="5029" y="44405"/>
                    <a:pt x="5029" y="44405"/>
                  </a:cubicBezTo>
                  <a:lnTo>
                    <a:pt x="8135" y="44405"/>
                  </a:lnTo>
                  <a:cubicBezTo>
                    <a:pt x="8135" y="44405"/>
                    <a:pt x="11906" y="2221"/>
                    <a:pt x="8024" y="446"/>
                  </a:cubicBezTo>
                  <a:cubicBezTo>
                    <a:pt x="7375" y="122"/>
                    <a:pt x="6727" y="0"/>
                    <a:pt x="6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51"/>
            <p:cNvSpPr/>
            <p:nvPr/>
          </p:nvSpPr>
          <p:spPr>
            <a:xfrm>
              <a:off x="3995300" y="3834450"/>
              <a:ext cx="256025" cy="1124850"/>
            </a:xfrm>
            <a:custGeom>
              <a:avLst/>
              <a:gdLst/>
              <a:ahLst/>
              <a:cxnLst/>
              <a:rect l="l" t="t" r="r" b="b"/>
              <a:pathLst>
                <a:path w="10241" h="44994" extrusionOk="0">
                  <a:moveTo>
                    <a:pt x="6211" y="592"/>
                  </a:moveTo>
                  <a:cubicBezTo>
                    <a:pt x="6803" y="592"/>
                    <a:pt x="7431" y="702"/>
                    <a:pt x="8060" y="998"/>
                  </a:cubicBezTo>
                  <a:cubicBezTo>
                    <a:pt x="8134" y="1035"/>
                    <a:pt x="8245" y="1146"/>
                    <a:pt x="8355" y="1331"/>
                  </a:cubicBezTo>
                  <a:cubicBezTo>
                    <a:pt x="8577" y="1664"/>
                    <a:pt x="8762" y="2218"/>
                    <a:pt x="8947" y="2921"/>
                  </a:cubicBezTo>
                  <a:cubicBezTo>
                    <a:pt x="9428" y="5139"/>
                    <a:pt x="9612" y="8873"/>
                    <a:pt x="9612" y="13236"/>
                  </a:cubicBezTo>
                  <a:cubicBezTo>
                    <a:pt x="9612" y="19742"/>
                    <a:pt x="9206" y="27580"/>
                    <a:pt x="8799" y="33828"/>
                  </a:cubicBezTo>
                  <a:cubicBezTo>
                    <a:pt x="8577" y="36934"/>
                    <a:pt x="8392" y="39670"/>
                    <a:pt x="8208" y="41592"/>
                  </a:cubicBezTo>
                  <a:cubicBezTo>
                    <a:pt x="8134" y="42553"/>
                    <a:pt x="8097" y="43330"/>
                    <a:pt x="8023" y="43847"/>
                  </a:cubicBezTo>
                  <a:cubicBezTo>
                    <a:pt x="8006" y="44079"/>
                    <a:pt x="7990" y="44266"/>
                    <a:pt x="7976" y="44402"/>
                  </a:cubicBezTo>
                  <a:lnTo>
                    <a:pt x="5443" y="44402"/>
                  </a:lnTo>
                  <a:cubicBezTo>
                    <a:pt x="5421" y="44212"/>
                    <a:pt x="5383" y="43923"/>
                    <a:pt x="5324" y="43552"/>
                  </a:cubicBezTo>
                  <a:cubicBezTo>
                    <a:pt x="4511" y="38597"/>
                    <a:pt x="1331" y="18116"/>
                    <a:pt x="629" y="6877"/>
                  </a:cubicBezTo>
                  <a:cubicBezTo>
                    <a:pt x="629" y="6766"/>
                    <a:pt x="629" y="6618"/>
                    <a:pt x="629" y="6507"/>
                  </a:cubicBezTo>
                  <a:cubicBezTo>
                    <a:pt x="629" y="3697"/>
                    <a:pt x="2588" y="1146"/>
                    <a:pt x="5361" y="666"/>
                  </a:cubicBezTo>
                  <a:cubicBezTo>
                    <a:pt x="5620" y="629"/>
                    <a:pt x="5915" y="592"/>
                    <a:pt x="6211" y="592"/>
                  </a:cubicBezTo>
                  <a:close/>
                  <a:moveTo>
                    <a:pt x="6211" y="0"/>
                  </a:moveTo>
                  <a:cubicBezTo>
                    <a:pt x="5878" y="0"/>
                    <a:pt x="5546" y="0"/>
                    <a:pt x="5250" y="74"/>
                  </a:cubicBezTo>
                  <a:cubicBezTo>
                    <a:pt x="2144" y="592"/>
                    <a:pt x="0" y="3401"/>
                    <a:pt x="0" y="6507"/>
                  </a:cubicBezTo>
                  <a:cubicBezTo>
                    <a:pt x="0" y="6655"/>
                    <a:pt x="0" y="6766"/>
                    <a:pt x="37" y="6914"/>
                  </a:cubicBezTo>
                  <a:cubicBezTo>
                    <a:pt x="813" y="19816"/>
                    <a:pt x="4880" y="44735"/>
                    <a:pt x="4880" y="44735"/>
                  </a:cubicBezTo>
                  <a:cubicBezTo>
                    <a:pt x="4917" y="44882"/>
                    <a:pt x="5028" y="44993"/>
                    <a:pt x="5176" y="44993"/>
                  </a:cubicBezTo>
                  <a:lnTo>
                    <a:pt x="8282" y="44993"/>
                  </a:lnTo>
                  <a:cubicBezTo>
                    <a:pt x="8429" y="44993"/>
                    <a:pt x="8577" y="44882"/>
                    <a:pt x="8577" y="44735"/>
                  </a:cubicBezTo>
                  <a:cubicBezTo>
                    <a:pt x="8577" y="44735"/>
                    <a:pt x="10241" y="26286"/>
                    <a:pt x="10241" y="13236"/>
                  </a:cubicBezTo>
                  <a:cubicBezTo>
                    <a:pt x="10241" y="9908"/>
                    <a:pt x="10130" y="6914"/>
                    <a:pt x="9834" y="4695"/>
                  </a:cubicBezTo>
                  <a:cubicBezTo>
                    <a:pt x="9723" y="3549"/>
                    <a:pt x="9539" y="2625"/>
                    <a:pt x="9317" y="1923"/>
                  </a:cubicBezTo>
                  <a:cubicBezTo>
                    <a:pt x="9169" y="1553"/>
                    <a:pt x="9058" y="1257"/>
                    <a:pt x="8910" y="998"/>
                  </a:cubicBezTo>
                  <a:cubicBezTo>
                    <a:pt x="8725" y="739"/>
                    <a:pt x="8540" y="555"/>
                    <a:pt x="8318" y="444"/>
                  </a:cubicBezTo>
                  <a:cubicBezTo>
                    <a:pt x="7616" y="111"/>
                    <a:pt x="6877" y="0"/>
                    <a:pt x="6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51"/>
            <p:cNvSpPr/>
            <p:nvPr/>
          </p:nvSpPr>
          <p:spPr>
            <a:xfrm>
              <a:off x="4111750" y="4889025"/>
              <a:ext cx="198750" cy="146975"/>
            </a:xfrm>
            <a:custGeom>
              <a:avLst/>
              <a:gdLst/>
              <a:ahLst/>
              <a:cxnLst/>
              <a:rect l="l" t="t" r="r" b="b"/>
              <a:pathLst>
                <a:path w="7950" h="5879" extrusionOk="0">
                  <a:moveTo>
                    <a:pt x="0" y="1"/>
                  </a:moveTo>
                  <a:lnTo>
                    <a:pt x="111" y="5879"/>
                  </a:lnTo>
                  <a:lnTo>
                    <a:pt x="7949" y="5879"/>
                  </a:lnTo>
                  <a:lnTo>
                    <a:pt x="4881" y="3920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51"/>
            <p:cNvSpPr/>
            <p:nvPr/>
          </p:nvSpPr>
          <p:spPr>
            <a:xfrm>
              <a:off x="4103425" y="4881625"/>
              <a:ext cx="215375" cy="161775"/>
            </a:xfrm>
            <a:custGeom>
              <a:avLst/>
              <a:gdLst/>
              <a:ahLst/>
              <a:cxnLst/>
              <a:rect l="l" t="t" r="r" b="b"/>
              <a:pathLst>
                <a:path w="8615" h="6471" extrusionOk="0">
                  <a:moveTo>
                    <a:pt x="4046" y="592"/>
                  </a:moveTo>
                  <a:lnTo>
                    <a:pt x="4918" y="4289"/>
                  </a:lnTo>
                  <a:cubicBezTo>
                    <a:pt x="4918" y="4363"/>
                    <a:pt x="4955" y="4437"/>
                    <a:pt x="5029" y="4474"/>
                  </a:cubicBezTo>
                  <a:lnTo>
                    <a:pt x="7210" y="5842"/>
                  </a:lnTo>
                  <a:lnTo>
                    <a:pt x="740" y="5842"/>
                  </a:lnTo>
                  <a:lnTo>
                    <a:pt x="629" y="592"/>
                  </a:lnTo>
                  <a:close/>
                  <a:moveTo>
                    <a:pt x="333" y="1"/>
                  </a:moveTo>
                  <a:cubicBezTo>
                    <a:pt x="222" y="1"/>
                    <a:pt x="149" y="38"/>
                    <a:pt x="112" y="75"/>
                  </a:cubicBezTo>
                  <a:cubicBezTo>
                    <a:pt x="38" y="149"/>
                    <a:pt x="1" y="223"/>
                    <a:pt x="1" y="297"/>
                  </a:cubicBezTo>
                  <a:lnTo>
                    <a:pt x="149" y="6175"/>
                  </a:lnTo>
                  <a:cubicBezTo>
                    <a:pt x="149" y="6323"/>
                    <a:pt x="296" y="6471"/>
                    <a:pt x="444" y="6471"/>
                  </a:cubicBezTo>
                  <a:lnTo>
                    <a:pt x="8282" y="6471"/>
                  </a:lnTo>
                  <a:cubicBezTo>
                    <a:pt x="8430" y="6471"/>
                    <a:pt x="8541" y="6397"/>
                    <a:pt x="8578" y="6249"/>
                  </a:cubicBezTo>
                  <a:cubicBezTo>
                    <a:pt x="8615" y="6138"/>
                    <a:pt x="8541" y="5990"/>
                    <a:pt x="8430" y="5916"/>
                  </a:cubicBezTo>
                  <a:lnTo>
                    <a:pt x="5472" y="4031"/>
                  </a:lnTo>
                  <a:lnTo>
                    <a:pt x="4585" y="223"/>
                  </a:lnTo>
                  <a:cubicBezTo>
                    <a:pt x="4548" y="75"/>
                    <a:pt x="4437" y="1"/>
                    <a:pt x="4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51"/>
            <p:cNvSpPr/>
            <p:nvPr/>
          </p:nvSpPr>
          <p:spPr>
            <a:xfrm>
              <a:off x="4149650" y="4973025"/>
              <a:ext cx="84125" cy="14000"/>
            </a:xfrm>
            <a:custGeom>
              <a:avLst/>
              <a:gdLst/>
              <a:ahLst/>
              <a:cxnLst/>
              <a:rect l="l" t="t" r="r" b="b"/>
              <a:pathLst>
                <a:path w="3365" h="560" extrusionOk="0">
                  <a:moveTo>
                    <a:pt x="1497" y="1"/>
                  </a:moveTo>
                  <a:cubicBezTo>
                    <a:pt x="998" y="1"/>
                    <a:pt x="468" y="141"/>
                    <a:pt x="0" y="560"/>
                  </a:cubicBezTo>
                  <a:lnTo>
                    <a:pt x="3365" y="560"/>
                  </a:lnTo>
                  <a:cubicBezTo>
                    <a:pt x="3365" y="560"/>
                    <a:pt x="2494" y="1"/>
                    <a:pt x="14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51"/>
            <p:cNvSpPr/>
            <p:nvPr/>
          </p:nvSpPr>
          <p:spPr>
            <a:xfrm>
              <a:off x="4141325" y="4964825"/>
              <a:ext cx="100775" cy="29725"/>
            </a:xfrm>
            <a:custGeom>
              <a:avLst/>
              <a:gdLst/>
              <a:ahLst/>
              <a:cxnLst/>
              <a:rect l="l" t="t" r="r" b="b"/>
              <a:pathLst>
                <a:path w="4031" h="1189" extrusionOk="0">
                  <a:moveTo>
                    <a:pt x="1812" y="0"/>
                  </a:moveTo>
                  <a:cubicBezTo>
                    <a:pt x="1257" y="0"/>
                    <a:pt x="666" y="185"/>
                    <a:pt x="111" y="666"/>
                  </a:cubicBezTo>
                  <a:cubicBezTo>
                    <a:pt x="0" y="777"/>
                    <a:pt x="0" y="961"/>
                    <a:pt x="111" y="1072"/>
                  </a:cubicBezTo>
                  <a:cubicBezTo>
                    <a:pt x="171" y="1152"/>
                    <a:pt x="251" y="1188"/>
                    <a:pt x="331" y="1188"/>
                  </a:cubicBezTo>
                  <a:cubicBezTo>
                    <a:pt x="399" y="1188"/>
                    <a:pt x="467" y="1161"/>
                    <a:pt x="518" y="1109"/>
                  </a:cubicBezTo>
                  <a:cubicBezTo>
                    <a:pt x="925" y="740"/>
                    <a:pt x="1368" y="629"/>
                    <a:pt x="1812" y="629"/>
                  </a:cubicBezTo>
                  <a:cubicBezTo>
                    <a:pt x="2256" y="629"/>
                    <a:pt x="2699" y="740"/>
                    <a:pt x="2995" y="888"/>
                  </a:cubicBezTo>
                  <a:cubicBezTo>
                    <a:pt x="3180" y="961"/>
                    <a:pt x="3291" y="998"/>
                    <a:pt x="3402" y="1072"/>
                  </a:cubicBezTo>
                  <a:lnTo>
                    <a:pt x="3476" y="1109"/>
                  </a:lnTo>
                  <a:lnTo>
                    <a:pt x="3513" y="1146"/>
                  </a:lnTo>
                  <a:cubicBezTo>
                    <a:pt x="3562" y="1171"/>
                    <a:pt x="3615" y="1183"/>
                    <a:pt x="3669" y="1183"/>
                  </a:cubicBezTo>
                  <a:cubicBezTo>
                    <a:pt x="3776" y="1183"/>
                    <a:pt x="3882" y="1134"/>
                    <a:pt x="3956" y="1035"/>
                  </a:cubicBezTo>
                  <a:cubicBezTo>
                    <a:pt x="4030" y="888"/>
                    <a:pt x="3993" y="703"/>
                    <a:pt x="3845" y="629"/>
                  </a:cubicBezTo>
                  <a:cubicBezTo>
                    <a:pt x="3808" y="629"/>
                    <a:pt x="2921" y="37"/>
                    <a:pt x="1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51"/>
            <p:cNvSpPr/>
            <p:nvPr/>
          </p:nvSpPr>
          <p:spPr>
            <a:xfrm>
              <a:off x="4605300" y="3247525"/>
              <a:ext cx="720950" cy="365125"/>
            </a:xfrm>
            <a:custGeom>
              <a:avLst/>
              <a:gdLst/>
              <a:ahLst/>
              <a:cxnLst/>
              <a:rect l="l" t="t" r="r" b="b"/>
              <a:pathLst>
                <a:path w="28838" h="14605" extrusionOk="0">
                  <a:moveTo>
                    <a:pt x="518" y="1"/>
                  </a:moveTo>
                  <a:cubicBezTo>
                    <a:pt x="223" y="1"/>
                    <a:pt x="1" y="333"/>
                    <a:pt x="149" y="592"/>
                  </a:cubicBezTo>
                  <a:lnTo>
                    <a:pt x="6175" y="14345"/>
                  </a:lnTo>
                  <a:cubicBezTo>
                    <a:pt x="6249" y="14493"/>
                    <a:pt x="6397" y="14604"/>
                    <a:pt x="6544" y="14604"/>
                  </a:cubicBezTo>
                  <a:lnTo>
                    <a:pt x="28320" y="14604"/>
                  </a:lnTo>
                  <a:cubicBezTo>
                    <a:pt x="28653" y="14604"/>
                    <a:pt x="28838" y="14271"/>
                    <a:pt x="28727" y="14013"/>
                  </a:cubicBezTo>
                  <a:lnTo>
                    <a:pt x="22701" y="259"/>
                  </a:lnTo>
                  <a:cubicBezTo>
                    <a:pt x="22627" y="112"/>
                    <a:pt x="22479" y="1"/>
                    <a:pt x="222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51"/>
            <p:cNvSpPr/>
            <p:nvPr/>
          </p:nvSpPr>
          <p:spPr>
            <a:xfrm>
              <a:off x="4599750" y="3240125"/>
              <a:ext cx="732050" cy="379900"/>
            </a:xfrm>
            <a:custGeom>
              <a:avLst/>
              <a:gdLst/>
              <a:ahLst/>
              <a:cxnLst/>
              <a:rect l="l" t="t" r="r" b="b"/>
              <a:pathLst>
                <a:path w="29282" h="15196" extrusionOk="0">
                  <a:moveTo>
                    <a:pt x="22516" y="592"/>
                  </a:moveTo>
                  <a:lnTo>
                    <a:pt x="22627" y="666"/>
                  </a:lnTo>
                  <a:lnTo>
                    <a:pt x="28653" y="14419"/>
                  </a:lnTo>
                  <a:lnTo>
                    <a:pt x="28653" y="14456"/>
                  </a:lnTo>
                  <a:lnTo>
                    <a:pt x="28653" y="14567"/>
                  </a:lnTo>
                  <a:lnTo>
                    <a:pt x="28542" y="14604"/>
                  </a:lnTo>
                  <a:lnTo>
                    <a:pt x="6766" y="14604"/>
                  </a:lnTo>
                  <a:lnTo>
                    <a:pt x="6656" y="14530"/>
                  </a:lnTo>
                  <a:lnTo>
                    <a:pt x="629" y="777"/>
                  </a:lnTo>
                  <a:lnTo>
                    <a:pt x="629" y="740"/>
                  </a:lnTo>
                  <a:lnTo>
                    <a:pt x="666" y="629"/>
                  </a:lnTo>
                  <a:lnTo>
                    <a:pt x="740" y="592"/>
                  </a:lnTo>
                  <a:close/>
                  <a:moveTo>
                    <a:pt x="740" y="1"/>
                  </a:moveTo>
                  <a:cubicBezTo>
                    <a:pt x="334" y="1"/>
                    <a:pt x="1" y="334"/>
                    <a:pt x="1" y="740"/>
                  </a:cubicBezTo>
                  <a:cubicBezTo>
                    <a:pt x="1" y="814"/>
                    <a:pt x="38" y="925"/>
                    <a:pt x="75" y="999"/>
                  </a:cubicBezTo>
                  <a:lnTo>
                    <a:pt x="6101" y="14752"/>
                  </a:lnTo>
                  <a:cubicBezTo>
                    <a:pt x="6212" y="15048"/>
                    <a:pt x="6471" y="15196"/>
                    <a:pt x="6766" y="15196"/>
                  </a:cubicBezTo>
                  <a:lnTo>
                    <a:pt x="28542" y="15196"/>
                  </a:lnTo>
                  <a:cubicBezTo>
                    <a:pt x="28986" y="15196"/>
                    <a:pt x="29282" y="14863"/>
                    <a:pt x="29282" y="14456"/>
                  </a:cubicBezTo>
                  <a:cubicBezTo>
                    <a:pt x="29282" y="14382"/>
                    <a:pt x="29282" y="14272"/>
                    <a:pt x="29245" y="14198"/>
                  </a:cubicBezTo>
                  <a:lnTo>
                    <a:pt x="23181" y="445"/>
                  </a:lnTo>
                  <a:cubicBezTo>
                    <a:pt x="23071" y="149"/>
                    <a:pt x="22812" y="1"/>
                    <a:pt x="22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51"/>
            <p:cNvSpPr/>
            <p:nvPr/>
          </p:nvSpPr>
          <p:spPr>
            <a:xfrm>
              <a:off x="4658900" y="3274325"/>
              <a:ext cx="614675" cy="311500"/>
            </a:xfrm>
            <a:custGeom>
              <a:avLst/>
              <a:gdLst/>
              <a:ahLst/>
              <a:cxnLst/>
              <a:rect l="l" t="t" r="r" b="b"/>
              <a:pathLst>
                <a:path w="24587" h="12460" extrusionOk="0">
                  <a:moveTo>
                    <a:pt x="408" y="1"/>
                  </a:moveTo>
                  <a:cubicBezTo>
                    <a:pt x="149" y="1"/>
                    <a:pt x="1" y="260"/>
                    <a:pt x="75" y="518"/>
                  </a:cubicBezTo>
                  <a:lnTo>
                    <a:pt x="5251" y="12238"/>
                  </a:lnTo>
                  <a:cubicBezTo>
                    <a:pt x="5288" y="12386"/>
                    <a:pt x="5436" y="12460"/>
                    <a:pt x="5547" y="12460"/>
                  </a:cubicBezTo>
                  <a:lnTo>
                    <a:pt x="24143" y="12460"/>
                  </a:lnTo>
                  <a:cubicBezTo>
                    <a:pt x="24402" y="12460"/>
                    <a:pt x="24586" y="12201"/>
                    <a:pt x="24476" y="11942"/>
                  </a:cubicBezTo>
                  <a:lnTo>
                    <a:pt x="19337" y="223"/>
                  </a:lnTo>
                  <a:cubicBezTo>
                    <a:pt x="19263" y="75"/>
                    <a:pt x="19152" y="1"/>
                    <a:pt x="190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51"/>
            <p:cNvSpPr/>
            <p:nvPr/>
          </p:nvSpPr>
          <p:spPr>
            <a:xfrm>
              <a:off x="4652450" y="3266950"/>
              <a:ext cx="626675" cy="326275"/>
            </a:xfrm>
            <a:custGeom>
              <a:avLst/>
              <a:gdLst/>
              <a:ahLst/>
              <a:cxnLst/>
              <a:rect l="l" t="t" r="r" b="b"/>
              <a:pathLst>
                <a:path w="25067" h="13051" extrusionOk="0">
                  <a:moveTo>
                    <a:pt x="19262" y="592"/>
                  </a:moveTo>
                  <a:lnTo>
                    <a:pt x="19299" y="629"/>
                  </a:lnTo>
                  <a:lnTo>
                    <a:pt x="24438" y="12385"/>
                  </a:lnTo>
                  <a:lnTo>
                    <a:pt x="24475" y="12385"/>
                  </a:lnTo>
                  <a:lnTo>
                    <a:pt x="24438" y="12422"/>
                  </a:lnTo>
                  <a:lnTo>
                    <a:pt x="24401" y="12459"/>
                  </a:lnTo>
                  <a:lnTo>
                    <a:pt x="5805" y="12459"/>
                  </a:lnTo>
                  <a:lnTo>
                    <a:pt x="5768" y="12422"/>
                  </a:lnTo>
                  <a:lnTo>
                    <a:pt x="629" y="666"/>
                  </a:lnTo>
                  <a:lnTo>
                    <a:pt x="666" y="592"/>
                  </a:lnTo>
                  <a:close/>
                  <a:moveTo>
                    <a:pt x="666" y="0"/>
                  </a:moveTo>
                  <a:cubicBezTo>
                    <a:pt x="296" y="0"/>
                    <a:pt x="0" y="296"/>
                    <a:pt x="0" y="666"/>
                  </a:cubicBezTo>
                  <a:cubicBezTo>
                    <a:pt x="0" y="739"/>
                    <a:pt x="37" y="850"/>
                    <a:pt x="74" y="924"/>
                  </a:cubicBezTo>
                  <a:lnTo>
                    <a:pt x="5213" y="12644"/>
                  </a:lnTo>
                  <a:cubicBezTo>
                    <a:pt x="5324" y="12903"/>
                    <a:pt x="5546" y="13051"/>
                    <a:pt x="5805" y="13051"/>
                  </a:cubicBezTo>
                  <a:lnTo>
                    <a:pt x="24401" y="13051"/>
                  </a:lnTo>
                  <a:cubicBezTo>
                    <a:pt x="24807" y="13051"/>
                    <a:pt x="25066" y="12755"/>
                    <a:pt x="25066" y="12385"/>
                  </a:cubicBezTo>
                  <a:cubicBezTo>
                    <a:pt x="25066" y="12311"/>
                    <a:pt x="25066" y="12200"/>
                    <a:pt x="25029" y="12126"/>
                  </a:cubicBezTo>
                  <a:lnTo>
                    <a:pt x="19890" y="407"/>
                  </a:lnTo>
                  <a:cubicBezTo>
                    <a:pt x="19779" y="148"/>
                    <a:pt x="19521" y="0"/>
                    <a:pt x="19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51"/>
            <p:cNvSpPr/>
            <p:nvPr/>
          </p:nvSpPr>
          <p:spPr>
            <a:xfrm>
              <a:off x="4761500" y="3589500"/>
              <a:ext cx="818000" cy="26825"/>
            </a:xfrm>
            <a:custGeom>
              <a:avLst/>
              <a:gdLst/>
              <a:ahLst/>
              <a:cxnLst/>
              <a:rect l="l" t="t" r="r" b="b"/>
              <a:pathLst>
                <a:path w="32720" h="1073" extrusionOk="0">
                  <a:moveTo>
                    <a:pt x="1" y="1"/>
                  </a:moveTo>
                  <a:lnTo>
                    <a:pt x="1" y="1073"/>
                  </a:lnTo>
                  <a:lnTo>
                    <a:pt x="32720" y="1073"/>
                  </a:lnTo>
                  <a:lnTo>
                    <a:pt x="327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51"/>
            <p:cNvSpPr/>
            <p:nvPr/>
          </p:nvSpPr>
          <p:spPr>
            <a:xfrm>
              <a:off x="4754100" y="3582125"/>
              <a:ext cx="832800" cy="42525"/>
            </a:xfrm>
            <a:custGeom>
              <a:avLst/>
              <a:gdLst/>
              <a:ahLst/>
              <a:cxnLst/>
              <a:rect l="l" t="t" r="r" b="b"/>
              <a:pathLst>
                <a:path w="33312" h="1701" extrusionOk="0">
                  <a:moveTo>
                    <a:pt x="32720" y="629"/>
                  </a:moveTo>
                  <a:lnTo>
                    <a:pt x="32720" y="1072"/>
                  </a:lnTo>
                  <a:lnTo>
                    <a:pt x="592" y="1072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1368"/>
                  </a:lnTo>
                  <a:cubicBezTo>
                    <a:pt x="1" y="1442"/>
                    <a:pt x="38" y="1553"/>
                    <a:pt x="75" y="1590"/>
                  </a:cubicBezTo>
                  <a:cubicBezTo>
                    <a:pt x="149" y="1664"/>
                    <a:pt x="223" y="1701"/>
                    <a:pt x="297" y="1701"/>
                  </a:cubicBezTo>
                  <a:lnTo>
                    <a:pt x="33016" y="1701"/>
                  </a:lnTo>
                  <a:cubicBezTo>
                    <a:pt x="33090" y="1701"/>
                    <a:pt x="33164" y="1664"/>
                    <a:pt x="33238" y="1590"/>
                  </a:cubicBezTo>
                  <a:cubicBezTo>
                    <a:pt x="33311" y="1553"/>
                    <a:pt x="33311" y="1442"/>
                    <a:pt x="33311" y="1368"/>
                  </a:cubicBezTo>
                  <a:lnTo>
                    <a:pt x="33311" y="296"/>
                  </a:lnTo>
                  <a:cubicBezTo>
                    <a:pt x="33311" y="222"/>
                    <a:pt x="33311" y="148"/>
                    <a:pt x="33238" y="74"/>
                  </a:cubicBezTo>
                  <a:cubicBezTo>
                    <a:pt x="33164" y="37"/>
                    <a:pt x="33090" y="0"/>
                    <a:pt x="330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51"/>
            <p:cNvSpPr/>
            <p:nvPr/>
          </p:nvSpPr>
          <p:spPr>
            <a:xfrm>
              <a:off x="4761500" y="3589500"/>
              <a:ext cx="396550" cy="26825"/>
            </a:xfrm>
            <a:custGeom>
              <a:avLst/>
              <a:gdLst/>
              <a:ahLst/>
              <a:cxnLst/>
              <a:rect l="l" t="t" r="r" b="b"/>
              <a:pathLst>
                <a:path w="15862" h="1073" extrusionOk="0">
                  <a:moveTo>
                    <a:pt x="1" y="1"/>
                  </a:moveTo>
                  <a:lnTo>
                    <a:pt x="1" y="1073"/>
                  </a:lnTo>
                  <a:lnTo>
                    <a:pt x="15861" y="1073"/>
                  </a:lnTo>
                  <a:lnTo>
                    <a:pt x="158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51"/>
            <p:cNvSpPr/>
            <p:nvPr/>
          </p:nvSpPr>
          <p:spPr>
            <a:xfrm>
              <a:off x="4754100" y="3582125"/>
              <a:ext cx="411325" cy="42525"/>
            </a:xfrm>
            <a:custGeom>
              <a:avLst/>
              <a:gdLst/>
              <a:ahLst/>
              <a:cxnLst/>
              <a:rect l="l" t="t" r="r" b="b"/>
              <a:pathLst>
                <a:path w="16453" h="1701" extrusionOk="0">
                  <a:moveTo>
                    <a:pt x="15861" y="629"/>
                  </a:moveTo>
                  <a:lnTo>
                    <a:pt x="15861" y="1072"/>
                  </a:lnTo>
                  <a:lnTo>
                    <a:pt x="592" y="1072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1368"/>
                  </a:lnTo>
                  <a:cubicBezTo>
                    <a:pt x="1" y="1442"/>
                    <a:pt x="38" y="1553"/>
                    <a:pt x="75" y="1590"/>
                  </a:cubicBezTo>
                  <a:cubicBezTo>
                    <a:pt x="149" y="1664"/>
                    <a:pt x="223" y="1701"/>
                    <a:pt x="297" y="1701"/>
                  </a:cubicBezTo>
                  <a:lnTo>
                    <a:pt x="16157" y="1701"/>
                  </a:lnTo>
                  <a:cubicBezTo>
                    <a:pt x="16231" y="1701"/>
                    <a:pt x="16305" y="1664"/>
                    <a:pt x="16379" y="1590"/>
                  </a:cubicBezTo>
                  <a:cubicBezTo>
                    <a:pt x="16453" y="1553"/>
                    <a:pt x="16453" y="1442"/>
                    <a:pt x="16453" y="1368"/>
                  </a:cubicBezTo>
                  <a:lnTo>
                    <a:pt x="16453" y="296"/>
                  </a:lnTo>
                  <a:cubicBezTo>
                    <a:pt x="16453" y="222"/>
                    <a:pt x="16453" y="148"/>
                    <a:pt x="16379" y="74"/>
                  </a:cubicBezTo>
                  <a:cubicBezTo>
                    <a:pt x="16305" y="37"/>
                    <a:pt x="16231" y="0"/>
                    <a:pt x="16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51"/>
            <p:cNvSpPr/>
            <p:nvPr/>
          </p:nvSpPr>
          <p:spPr>
            <a:xfrm>
              <a:off x="4818800" y="2599625"/>
              <a:ext cx="476025" cy="476025"/>
            </a:xfrm>
            <a:custGeom>
              <a:avLst/>
              <a:gdLst/>
              <a:ahLst/>
              <a:cxnLst/>
              <a:rect l="l" t="t" r="r" b="b"/>
              <a:pathLst>
                <a:path w="19041" h="19041" extrusionOk="0">
                  <a:moveTo>
                    <a:pt x="9539" y="0"/>
                  </a:moveTo>
                  <a:cubicBezTo>
                    <a:pt x="4253" y="0"/>
                    <a:pt x="1" y="4252"/>
                    <a:pt x="1" y="9502"/>
                  </a:cubicBezTo>
                  <a:cubicBezTo>
                    <a:pt x="1" y="14788"/>
                    <a:pt x="4253" y="19040"/>
                    <a:pt x="9539" y="19040"/>
                  </a:cubicBezTo>
                  <a:cubicBezTo>
                    <a:pt x="14789" y="19040"/>
                    <a:pt x="19041" y="14788"/>
                    <a:pt x="19041" y="9502"/>
                  </a:cubicBezTo>
                  <a:cubicBezTo>
                    <a:pt x="19041" y="4252"/>
                    <a:pt x="14789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51"/>
            <p:cNvSpPr/>
            <p:nvPr/>
          </p:nvSpPr>
          <p:spPr>
            <a:xfrm>
              <a:off x="4811425" y="2592225"/>
              <a:ext cx="490800" cy="490800"/>
            </a:xfrm>
            <a:custGeom>
              <a:avLst/>
              <a:gdLst/>
              <a:ahLst/>
              <a:cxnLst/>
              <a:rect l="l" t="t" r="r" b="b"/>
              <a:pathLst>
                <a:path w="19632" h="19632" extrusionOk="0">
                  <a:moveTo>
                    <a:pt x="9834" y="592"/>
                  </a:moveTo>
                  <a:cubicBezTo>
                    <a:pt x="12348" y="592"/>
                    <a:pt x="14677" y="1627"/>
                    <a:pt x="16341" y="3291"/>
                  </a:cubicBezTo>
                  <a:cubicBezTo>
                    <a:pt x="18005" y="4954"/>
                    <a:pt x="19040" y="7284"/>
                    <a:pt x="19040" y="9798"/>
                  </a:cubicBezTo>
                  <a:cubicBezTo>
                    <a:pt x="19040" y="12349"/>
                    <a:pt x="18005" y="14641"/>
                    <a:pt x="16341" y="16304"/>
                  </a:cubicBezTo>
                  <a:cubicBezTo>
                    <a:pt x="14677" y="18005"/>
                    <a:pt x="12348" y="19003"/>
                    <a:pt x="9834" y="19003"/>
                  </a:cubicBezTo>
                  <a:cubicBezTo>
                    <a:pt x="7283" y="19003"/>
                    <a:pt x="4991" y="18005"/>
                    <a:pt x="3291" y="16304"/>
                  </a:cubicBezTo>
                  <a:cubicBezTo>
                    <a:pt x="1627" y="14641"/>
                    <a:pt x="629" y="12349"/>
                    <a:pt x="629" y="9798"/>
                  </a:cubicBezTo>
                  <a:cubicBezTo>
                    <a:pt x="629" y="7284"/>
                    <a:pt x="1627" y="4954"/>
                    <a:pt x="3291" y="3291"/>
                  </a:cubicBezTo>
                  <a:cubicBezTo>
                    <a:pt x="4991" y="1627"/>
                    <a:pt x="7283" y="592"/>
                    <a:pt x="9834" y="592"/>
                  </a:cubicBezTo>
                  <a:close/>
                  <a:moveTo>
                    <a:pt x="9834" y="0"/>
                  </a:moveTo>
                  <a:cubicBezTo>
                    <a:pt x="4400" y="0"/>
                    <a:pt x="0" y="4400"/>
                    <a:pt x="0" y="9798"/>
                  </a:cubicBezTo>
                  <a:cubicBezTo>
                    <a:pt x="0" y="15232"/>
                    <a:pt x="4400" y="19632"/>
                    <a:pt x="9834" y="19632"/>
                  </a:cubicBezTo>
                  <a:cubicBezTo>
                    <a:pt x="15232" y="19632"/>
                    <a:pt x="19632" y="15232"/>
                    <a:pt x="19632" y="9798"/>
                  </a:cubicBezTo>
                  <a:cubicBezTo>
                    <a:pt x="19632" y="4400"/>
                    <a:pt x="15232" y="0"/>
                    <a:pt x="9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51"/>
            <p:cNvSpPr/>
            <p:nvPr/>
          </p:nvSpPr>
          <p:spPr>
            <a:xfrm>
              <a:off x="5000900" y="3058050"/>
              <a:ext cx="93375" cy="306875"/>
            </a:xfrm>
            <a:custGeom>
              <a:avLst/>
              <a:gdLst/>
              <a:ahLst/>
              <a:cxnLst/>
              <a:rect l="l" t="t" r="r" b="b"/>
              <a:pathLst>
                <a:path w="3735" h="12275" extrusionOk="0">
                  <a:moveTo>
                    <a:pt x="3734" y="1"/>
                  </a:moveTo>
                  <a:lnTo>
                    <a:pt x="0" y="481"/>
                  </a:lnTo>
                  <a:lnTo>
                    <a:pt x="1738" y="12275"/>
                  </a:lnTo>
                  <a:lnTo>
                    <a:pt x="37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51"/>
            <p:cNvSpPr/>
            <p:nvPr/>
          </p:nvSpPr>
          <p:spPr>
            <a:xfrm>
              <a:off x="4992575" y="3050475"/>
              <a:ext cx="110000" cy="321850"/>
            </a:xfrm>
            <a:custGeom>
              <a:avLst/>
              <a:gdLst/>
              <a:ahLst/>
              <a:cxnLst/>
              <a:rect l="l" t="t" r="r" b="b"/>
              <a:pathLst>
                <a:path w="4400" h="12874" extrusionOk="0">
                  <a:moveTo>
                    <a:pt x="4071" y="1"/>
                  </a:moveTo>
                  <a:cubicBezTo>
                    <a:pt x="3920" y="1"/>
                    <a:pt x="3804" y="106"/>
                    <a:pt x="3771" y="267"/>
                  </a:cubicBezTo>
                  <a:lnTo>
                    <a:pt x="2108" y="10582"/>
                  </a:lnTo>
                  <a:lnTo>
                    <a:pt x="629" y="747"/>
                  </a:lnTo>
                  <a:cubicBezTo>
                    <a:pt x="592" y="599"/>
                    <a:pt x="444" y="489"/>
                    <a:pt x="296" y="489"/>
                  </a:cubicBezTo>
                  <a:cubicBezTo>
                    <a:pt x="111" y="525"/>
                    <a:pt x="0" y="673"/>
                    <a:pt x="37" y="858"/>
                  </a:cubicBezTo>
                  <a:lnTo>
                    <a:pt x="1775" y="12615"/>
                  </a:lnTo>
                  <a:cubicBezTo>
                    <a:pt x="1812" y="12763"/>
                    <a:pt x="1923" y="12874"/>
                    <a:pt x="2071" y="12874"/>
                  </a:cubicBezTo>
                  <a:cubicBezTo>
                    <a:pt x="2219" y="12874"/>
                    <a:pt x="2366" y="12763"/>
                    <a:pt x="2366" y="12615"/>
                  </a:cubicBezTo>
                  <a:lnTo>
                    <a:pt x="4400" y="341"/>
                  </a:lnTo>
                  <a:cubicBezTo>
                    <a:pt x="4400" y="193"/>
                    <a:pt x="4289" y="8"/>
                    <a:pt x="4141" y="8"/>
                  </a:cubicBezTo>
                  <a:cubicBezTo>
                    <a:pt x="4117" y="3"/>
                    <a:pt x="4094" y="1"/>
                    <a:pt x="4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51"/>
            <p:cNvSpPr/>
            <p:nvPr/>
          </p:nvSpPr>
          <p:spPr>
            <a:xfrm>
              <a:off x="3524850" y="3248450"/>
              <a:ext cx="631275" cy="374350"/>
            </a:xfrm>
            <a:custGeom>
              <a:avLst/>
              <a:gdLst/>
              <a:ahLst/>
              <a:cxnLst/>
              <a:rect l="l" t="t" r="r" b="b"/>
              <a:pathLst>
                <a:path w="25251" h="14974" extrusionOk="0">
                  <a:moveTo>
                    <a:pt x="1553" y="1"/>
                  </a:moveTo>
                  <a:cubicBezTo>
                    <a:pt x="703" y="1"/>
                    <a:pt x="0" y="666"/>
                    <a:pt x="0" y="1516"/>
                  </a:cubicBezTo>
                  <a:lnTo>
                    <a:pt x="0" y="14974"/>
                  </a:lnTo>
                  <a:lnTo>
                    <a:pt x="25251" y="14974"/>
                  </a:lnTo>
                  <a:lnTo>
                    <a:pt x="25251" y="1516"/>
                  </a:lnTo>
                  <a:cubicBezTo>
                    <a:pt x="25251" y="666"/>
                    <a:pt x="24586" y="1"/>
                    <a:pt x="23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51"/>
            <p:cNvSpPr/>
            <p:nvPr/>
          </p:nvSpPr>
          <p:spPr>
            <a:xfrm>
              <a:off x="3517450" y="3240125"/>
              <a:ext cx="647000" cy="391000"/>
            </a:xfrm>
            <a:custGeom>
              <a:avLst/>
              <a:gdLst/>
              <a:ahLst/>
              <a:cxnLst/>
              <a:rect l="l" t="t" r="r" b="b"/>
              <a:pathLst>
                <a:path w="25880" h="15640" extrusionOk="0">
                  <a:moveTo>
                    <a:pt x="24031" y="629"/>
                  </a:moveTo>
                  <a:cubicBezTo>
                    <a:pt x="24697" y="629"/>
                    <a:pt x="25251" y="1184"/>
                    <a:pt x="25251" y="1849"/>
                  </a:cubicBezTo>
                  <a:lnTo>
                    <a:pt x="25251" y="15011"/>
                  </a:lnTo>
                  <a:lnTo>
                    <a:pt x="592" y="15011"/>
                  </a:lnTo>
                  <a:lnTo>
                    <a:pt x="592" y="1849"/>
                  </a:lnTo>
                  <a:cubicBezTo>
                    <a:pt x="629" y="1184"/>
                    <a:pt x="1146" y="629"/>
                    <a:pt x="1849" y="629"/>
                  </a:cubicBezTo>
                  <a:close/>
                  <a:moveTo>
                    <a:pt x="1849" y="1"/>
                  </a:moveTo>
                  <a:cubicBezTo>
                    <a:pt x="814" y="1"/>
                    <a:pt x="0" y="851"/>
                    <a:pt x="0" y="1849"/>
                  </a:cubicBezTo>
                  <a:lnTo>
                    <a:pt x="0" y="15307"/>
                  </a:lnTo>
                  <a:cubicBezTo>
                    <a:pt x="0" y="15418"/>
                    <a:pt x="37" y="15492"/>
                    <a:pt x="74" y="15529"/>
                  </a:cubicBezTo>
                  <a:cubicBezTo>
                    <a:pt x="148" y="15603"/>
                    <a:pt x="222" y="15639"/>
                    <a:pt x="296" y="15639"/>
                  </a:cubicBezTo>
                  <a:lnTo>
                    <a:pt x="25547" y="15639"/>
                  </a:lnTo>
                  <a:cubicBezTo>
                    <a:pt x="25658" y="15639"/>
                    <a:pt x="25732" y="15603"/>
                    <a:pt x="25769" y="15529"/>
                  </a:cubicBezTo>
                  <a:cubicBezTo>
                    <a:pt x="25843" y="15492"/>
                    <a:pt x="25880" y="15418"/>
                    <a:pt x="25880" y="15307"/>
                  </a:cubicBezTo>
                  <a:lnTo>
                    <a:pt x="25880" y="1849"/>
                  </a:lnTo>
                  <a:cubicBezTo>
                    <a:pt x="25880" y="851"/>
                    <a:pt x="25029" y="1"/>
                    <a:pt x="24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51"/>
            <p:cNvSpPr/>
            <p:nvPr/>
          </p:nvSpPr>
          <p:spPr>
            <a:xfrm>
              <a:off x="4051675" y="2338050"/>
              <a:ext cx="475100" cy="475100"/>
            </a:xfrm>
            <a:custGeom>
              <a:avLst/>
              <a:gdLst/>
              <a:ahLst/>
              <a:cxnLst/>
              <a:rect l="l" t="t" r="r" b="b"/>
              <a:pathLst>
                <a:path w="19004" h="19004" extrusionOk="0">
                  <a:moveTo>
                    <a:pt x="9502" y="0"/>
                  </a:moveTo>
                  <a:cubicBezTo>
                    <a:pt x="4252" y="0"/>
                    <a:pt x="0" y="4252"/>
                    <a:pt x="0" y="9502"/>
                  </a:cubicBezTo>
                  <a:cubicBezTo>
                    <a:pt x="0" y="14752"/>
                    <a:pt x="4252" y="19003"/>
                    <a:pt x="9502" y="19003"/>
                  </a:cubicBezTo>
                  <a:cubicBezTo>
                    <a:pt x="14752" y="19003"/>
                    <a:pt x="19003" y="14752"/>
                    <a:pt x="19003" y="9502"/>
                  </a:cubicBezTo>
                  <a:cubicBezTo>
                    <a:pt x="19003" y="4252"/>
                    <a:pt x="14752" y="0"/>
                    <a:pt x="9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51"/>
            <p:cNvSpPr/>
            <p:nvPr/>
          </p:nvSpPr>
          <p:spPr>
            <a:xfrm>
              <a:off x="4043350" y="2329725"/>
              <a:ext cx="491725" cy="491750"/>
            </a:xfrm>
            <a:custGeom>
              <a:avLst/>
              <a:gdLst/>
              <a:ahLst/>
              <a:cxnLst/>
              <a:rect l="l" t="t" r="r" b="b"/>
              <a:pathLst>
                <a:path w="19669" h="19670" extrusionOk="0">
                  <a:moveTo>
                    <a:pt x="9835" y="629"/>
                  </a:moveTo>
                  <a:cubicBezTo>
                    <a:pt x="12386" y="629"/>
                    <a:pt x="14678" y="1664"/>
                    <a:pt x="16342" y="3328"/>
                  </a:cubicBezTo>
                  <a:cubicBezTo>
                    <a:pt x="18005" y="4992"/>
                    <a:pt x="19040" y="7284"/>
                    <a:pt x="19040" y="9835"/>
                  </a:cubicBezTo>
                  <a:cubicBezTo>
                    <a:pt x="19040" y="12386"/>
                    <a:pt x="18005" y="14678"/>
                    <a:pt x="16342" y="16342"/>
                  </a:cubicBezTo>
                  <a:cubicBezTo>
                    <a:pt x="14678" y="18005"/>
                    <a:pt x="12386" y="19041"/>
                    <a:pt x="9835" y="19041"/>
                  </a:cubicBezTo>
                  <a:cubicBezTo>
                    <a:pt x="7284" y="19041"/>
                    <a:pt x="4992" y="18005"/>
                    <a:pt x="3328" y="16342"/>
                  </a:cubicBezTo>
                  <a:cubicBezTo>
                    <a:pt x="1664" y="14678"/>
                    <a:pt x="629" y="12386"/>
                    <a:pt x="629" y="9835"/>
                  </a:cubicBezTo>
                  <a:cubicBezTo>
                    <a:pt x="629" y="7284"/>
                    <a:pt x="1664" y="4992"/>
                    <a:pt x="3328" y="3328"/>
                  </a:cubicBezTo>
                  <a:cubicBezTo>
                    <a:pt x="4992" y="1664"/>
                    <a:pt x="7284" y="629"/>
                    <a:pt x="9835" y="629"/>
                  </a:cubicBezTo>
                  <a:close/>
                  <a:moveTo>
                    <a:pt x="9835" y="1"/>
                  </a:moveTo>
                  <a:cubicBezTo>
                    <a:pt x="4400" y="1"/>
                    <a:pt x="1" y="4400"/>
                    <a:pt x="1" y="9835"/>
                  </a:cubicBezTo>
                  <a:cubicBezTo>
                    <a:pt x="1" y="15270"/>
                    <a:pt x="4400" y="19669"/>
                    <a:pt x="9835" y="19669"/>
                  </a:cubicBezTo>
                  <a:cubicBezTo>
                    <a:pt x="15269" y="19669"/>
                    <a:pt x="19669" y="15270"/>
                    <a:pt x="19669" y="9835"/>
                  </a:cubicBezTo>
                  <a:cubicBezTo>
                    <a:pt x="19669" y="4400"/>
                    <a:pt x="15269" y="1"/>
                    <a:pt x="9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51"/>
            <p:cNvSpPr/>
            <p:nvPr/>
          </p:nvSpPr>
          <p:spPr>
            <a:xfrm>
              <a:off x="4112675" y="2789100"/>
              <a:ext cx="193200" cy="368800"/>
            </a:xfrm>
            <a:custGeom>
              <a:avLst/>
              <a:gdLst/>
              <a:ahLst/>
              <a:cxnLst/>
              <a:rect l="l" t="t" r="r" b="b"/>
              <a:pathLst>
                <a:path w="7728" h="14752" extrusionOk="0">
                  <a:moveTo>
                    <a:pt x="7727" y="0"/>
                  </a:moveTo>
                  <a:lnTo>
                    <a:pt x="4511" y="481"/>
                  </a:lnTo>
                  <a:lnTo>
                    <a:pt x="0" y="14751"/>
                  </a:lnTo>
                  <a:lnTo>
                    <a:pt x="7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51"/>
            <p:cNvSpPr/>
            <p:nvPr/>
          </p:nvSpPr>
          <p:spPr>
            <a:xfrm>
              <a:off x="4103425" y="2780975"/>
              <a:ext cx="211675" cy="385050"/>
            </a:xfrm>
            <a:custGeom>
              <a:avLst/>
              <a:gdLst/>
              <a:ahLst/>
              <a:cxnLst/>
              <a:rect l="l" t="t" r="r" b="b"/>
              <a:pathLst>
                <a:path w="8467" h="15402" extrusionOk="0">
                  <a:moveTo>
                    <a:pt x="8121" y="0"/>
                  </a:moveTo>
                  <a:cubicBezTo>
                    <a:pt x="8006" y="0"/>
                    <a:pt x="7893" y="69"/>
                    <a:pt x="7838" y="177"/>
                  </a:cubicBezTo>
                  <a:lnTo>
                    <a:pt x="1701" y="11897"/>
                  </a:lnTo>
                  <a:lnTo>
                    <a:pt x="5140" y="917"/>
                  </a:lnTo>
                  <a:cubicBezTo>
                    <a:pt x="5214" y="769"/>
                    <a:pt x="5103" y="584"/>
                    <a:pt x="4955" y="510"/>
                  </a:cubicBezTo>
                  <a:cubicBezTo>
                    <a:pt x="4935" y="505"/>
                    <a:pt x="4915" y="503"/>
                    <a:pt x="4895" y="503"/>
                  </a:cubicBezTo>
                  <a:cubicBezTo>
                    <a:pt x="4761" y="503"/>
                    <a:pt x="4617" y="603"/>
                    <a:pt x="4585" y="732"/>
                  </a:cubicBezTo>
                  <a:lnTo>
                    <a:pt x="75" y="15003"/>
                  </a:lnTo>
                  <a:cubicBezTo>
                    <a:pt x="1" y="15150"/>
                    <a:pt x="75" y="15298"/>
                    <a:pt x="222" y="15372"/>
                  </a:cubicBezTo>
                  <a:cubicBezTo>
                    <a:pt x="262" y="15392"/>
                    <a:pt x="304" y="15401"/>
                    <a:pt x="346" y="15401"/>
                  </a:cubicBezTo>
                  <a:cubicBezTo>
                    <a:pt x="461" y="15401"/>
                    <a:pt x="575" y="15333"/>
                    <a:pt x="629" y="15224"/>
                  </a:cubicBezTo>
                  <a:lnTo>
                    <a:pt x="8393" y="473"/>
                  </a:lnTo>
                  <a:cubicBezTo>
                    <a:pt x="8467" y="325"/>
                    <a:pt x="8393" y="140"/>
                    <a:pt x="8245" y="29"/>
                  </a:cubicBezTo>
                  <a:cubicBezTo>
                    <a:pt x="8205" y="10"/>
                    <a:pt x="8163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51"/>
            <p:cNvSpPr/>
            <p:nvPr/>
          </p:nvSpPr>
          <p:spPr>
            <a:xfrm>
              <a:off x="2612600" y="3247525"/>
              <a:ext cx="720950" cy="365125"/>
            </a:xfrm>
            <a:custGeom>
              <a:avLst/>
              <a:gdLst/>
              <a:ahLst/>
              <a:cxnLst/>
              <a:rect l="l" t="t" r="r" b="b"/>
              <a:pathLst>
                <a:path w="28838" h="14605" extrusionOk="0">
                  <a:moveTo>
                    <a:pt x="6544" y="1"/>
                  </a:moveTo>
                  <a:cubicBezTo>
                    <a:pt x="6359" y="1"/>
                    <a:pt x="6211" y="112"/>
                    <a:pt x="6137" y="259"/>
                  </a:cubicBezTo>
                  <a:lnTo>
                    <a:pt x="111" y="14013"/>
                  </a:lnTo>
                  <a:cubicBezTo>
                    <a:pt x="0" y="14271"/>
                    <a:pt x="222" y="14604"/>
                    <a:pt x="518" y="14604"/>
                  </a:cubicBezTo>
                  <a:lnTo>
                    <a:pt x="22293" y="14604"/>
                  </a:lnTo>
                  <a:cubicBezTo>
                    <a:pt x="22478" y="14604"/>
                    <a:pt x="22626" y="14493"/>
                    <a:pt x="22663" y="14345"/>
                  </a:cubicBezTo>
                  <a:lnTo>
                    <a:pt x="28726" y="592"/>
                  </a:lnTo>
                  <a:cubicBezTo>
                    <a:pt x="28837" y="333"/>
                    <a:pt x="28615" y="1"/>
                    <a:pt x="283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51"/>
            <p:cNvSpPr/>
            <p:nvPr/>
          </p:nvSpPr>
          <p:spPr>
            <a:xfrm>
              <a:off x="2607050" y="3240125"/>
              <a:ext cx="732025" cy="379900"/>
            </a:xfrm>
            <a:custGeom>
              <a:avLst/>
              <a:gdLst/>
              <a:ahLst/>
              <a:cxnLst/>
              <a:rect l="l" t="t" r="r" b="b"/>
              <a:pathLst>
                <a:path w="29281" h="15196" extrusionOk="0">
                  <a:moveTo>
                    <a:pt x="28542" y="592"/>
                  </a:moveTo>
                  <a:lnTo>
                    <a:pt x="28616" y="629"/>
                  </a:lnTo>
                  <a:lnTo>
                    <a:pt x="28652" y="740"/>
                  </a:lnTo>
                  <a:lnTo>
                    <a:pt x="28652" y="777"/>
                  </a:lnTo>
                  <a:lnTo>
                    <a:pt x="22626" y="14530"/>
                  </a:lnTo>
                  <a:lnTo>
                    <a:pt x="22515" y="14604"/>
                  </a:lnTo>
                  <a:lnTo>
                    <a:pt x="740" y="14604"/>
                  </a:lnTo>
                  <a:lnTo>
                    <a:pt x="666" y="14567"/>
                  </a:lnTo>
                  <a:lnTo>
                    <a:pt x="629" y="14456"/>
                  </a:lnTo>
                  <a:lnTo>
                    <a:pt x="629" y="14419"/>
                  </a:lnTo>
                  <a:lnTo>
                    <a:pt x="6655" y="666"/>
                  </a:lnTo>
                  <a:lnTo>
                    <a:pt x="6766" y="592"/>
                  </a:lnTo>
                  <a:close/>
                  <a:moveTo>
                    <a:pt x="6766" y="1"/>
                  </a:moveTo>
                  <a:cubicBezTo>
                    <a:pt x="6470" y="1"/>
                    <a:pt x="6211" y="149"/>
                    <a:pt x="6100" y="445"/>
                  </a:cubicBezTo>
                  <a:lnTo>
                    <a:pt x="74" y="14198"/>
                  </a:lnTo>
                  <a:lnTo>
                    <a:pt x="74" y="14161"/>
                  </a:lnTo>
                  <a:cubicBezTo>
                    <a:pt x="37" y="14272"/>
                    <a:pt x="0" y="14382"/>
                    <a:pt x="0" y="14456"/>
                  </a:cubicBezTo>
                  <a:cubicBezTo>
                    <a:pt x="0" y="14863"/>
                    <a:pt x="296" y="15196"/>
                    <a:pt x="740" y="15196"/>
                  </a:cubicBezTo>
                  <a:lnTo>
                    <a:pt x="22515" y="15196"/>
                  </a:lnTo>
                  <a:cubicBezTo>
                    <a:pt x="22811" y="15196"/>
                    <a:pt x="23070" y="15048"/>
                    <a:pt x="23181" y="14752"/>
                  </a:cubicBezTo>
                  <a:lnTo>
                    <a:pt x="29207" y="999"/>
                  </a:lnTo>
                  <a:cubicBezTo>
                    <a:pt x="29244" y="925"/>
                    <a:pt x="29281" y="814"/>
                    <a:pt x="29281" y="740"/>
                  </a:cubicBezTo>
                  <a:cubicBezTo>
                    <a:pt x="29281" y="334"/>
                    <a:pt x="28948" y="1"/>
                    <a:pt x="28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51"/>
            <p:cNvSpPr/>
            <p:nvPr/>
          </p:nvSpPr>
          <p:spPr>
            <a:xfrm>
              <a:off x="2665275" y="3274325"/>
              <a:ext cx="615575" cy="311500"/>
            </a:xfrm>
            <a:custGeom>
              <a:avLst/>
              <a:gdLst/>
              <a:ahLst/>
              <a:cxnLst/>
              <a:rect l="l" t="t" r="r" b="b"/>
              <a:pathLst>
                <a:path w="24623" h="12460" extrusionOk="0">
                  <a:moveTo>
                    <a:pt x="5583" y="1"/>
                  </a:moveTo>
                  <a:cubicBezTo>
                    <a:pt x="5435" y="1"/>
                    <a:pt x="5324" y="75"/>
                    <a:pt x="5250" y="223"/>
                  </a:cubicBezTo>
                  <a:lnTo>
                    <a:pt x="111" y="11942"/>
                  </a:lnTo>
                  <a:cubicBezTo>
                    <a:pt x="0" y="12201"/>
                    <a:pt x="185" y="12460"/>
                    <a:pt x="444" y="12460"/>
                  </a:cubicBezTo>
                  <a:lnTo>
                    <a:pt x="19040" y="12460"/>
                  </a:lnTo>
                  <a:cubicBezTo>
                    <a:pt x="19188" y="12460"/>
                    <a:pt x="19299" y="12386"/>
                    <a:pt x="19373" y="12238"/>
                  </a:cubicBezTo>
                  <a:lnTo>
                    <a:pt x="24512" y="518"/>
                  </a:lnTo>
                  <a:cubicBezTo>
                    <a:pt x="24623" y="260"/>
                    <a:pt x="24438" y="1"/>
                    <a:pt x="24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51"/>
            <p:cNvSpPr/>
            <p:nvPr/>
          </p:nvSpPr>
          <p:spPr>
            <a:xfrm>
              <a:off x="2659725" y="3266950"/>
              <a:ext cx="626675" cy="326275"/>
            </a:xfrm>
            <a:custGeom>
              <a:avLst/>
              <a:gdLst/>
              <a:ahLst/>
              <a:cxnLst/>
              <a:rect l="l" t="t" r="r" b="b"/>
              <a:pathLst>
                <a:path w="25067" h="13051" extrusionOk="0">
                  <a:moveTo>
                    <a:pt x="24401" y="592"/>
                  </a:moveTo>
                  <a:lnTo>
                    <a:pt x="24438" y="629"/>
                  </a:lnTo>
                  <a:lnTo>
                    <a:pt x="24438" y="666"/>
                  </a:lnTo>
                  <a:lnTo>
                    <a:pt x="19299" y="12422"/>
                  </a:lnTo>
                  <a:lnTo>
                    <a:pt x="19262" y="12459"/>
                  </a:lnTo>
                  <a:lnTo>
                    <a:pt x="666" y="12459"/>
                  </a:lnTo>
                  <a:lnTo>
                    <a:pt x="629" y="12422"/>
                  </a:lnTo>
                  <a:lnTo>
                    <a:pt x="629" y="12385"/>
                  </a:lnTo>
                  <a:lnTo>
                    <a:pt x="5768" y="629"/>
                  </a:lnTo>
                  <a:lnTo>
                    <a:pt x="5805" y="592"/>
                  </a:lnTo>
                  <a:close/>
                  <a:moveTo>
                    <a:pt x="5805" y="0"/>
                  </a:moveTo>
                  <a:cubicBezTo>
                    <a:pt x="5546" y="0"/>
                    <a:pt x="5324" y="148"/>
                    <a:pt x="5213" y="407"/>
                  </a:cubicBezTo>
                  <a:lnTo>
                    <a:pt x="38" y="12126"/>
                  </a:lnTo>
                  <a:cubicBezTo>
                    <a:pt x="1" y="12200"/>
                    <a:pt x="1" y="12311"/>
                    <a:pt x="1" y="12385"/>
                  </a:cubicBezTo>
                  <a:cubicBezTo>
                    <a:pt x="1" y="12755"/>
                    <a:pt x="296" y="13051"/>
                    <a:pt x="666" y="13051"/>
                  </a:cubicBezTo>
                  <a:lnTo>
                    <a:pt x="19262" y="13051"/>
                  </a:lnTo>
                  <a:cubicBezTo>
                    <a:pt x="19521" y="13051"/>
                    <a:pt x="19743" y="12903"/>
                    <a:pt x="19854" y="12644"/>
                  </a:cubicBezTo>
                  <a:lnTo>
                    <a:pt x="24993" y="924"/>
                  </a:lnTo>
                  <a:cubicBezTo>
                    <a:pt x="25067" y="850"/>
                    <a:pt x="25067" y="739"/>
                    <a:pt x="25067" y="666"/>
                  </a:cubicBezTo>
                  <a:cubicBezTo>
                    <a:pt x="25067" y="296"/>
                    <a:pt x="24771" y="0"/>
                    <a:pt x="24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1"/>
            <p:cNvSpPr/>
            <p:nvPr/>
          </p:nvSpPr>
          <p:spPr>
            <a:xfrm>
              <a:off x="2359350" y="3589500"/>
              <a:ext cx="818000" cy="26825"/>
            </a:xfrm>
            <a:custGeom>
              <a:avLst/>
              <a:gdLst/>
              <a:ahLst/>
              <a:cxnLst/>
              <a:rect l="l" t="t" r="r" b="b"/>
              <a:pathLst>
                <a:path w="32720" h="1073" extrusionOk="0">
                  <a:moveTo>
                    <a:pt x="0" y="1"/>
                  </a:moveTo>
                  <a:lnTo>
                    <a:pt x="0" y="1073"/>
                  </a:lnTo>
                  <a:lnTo>
                    <a:pt x="32719" y="1073"/>
                  </a:lnTo>
                  <a:lnTo>
                    <a:pt x="327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1"/>
            <p:cNvSpPr/>
            <p:nvPr/>
          </p:nvSpPr>
          <p:spPr>
            <a:xfrm>
              <a:off x="2351950" y="3582125"/>
              <a:ext cx="833700" cy="42525"/>
            </a:xfrm>
            <a:custGeom>
              <a:avLst/>
              <a:gdLst/>
              <a:ahLst/>
              <a:cxnLst/>
              <a:rect l="l" t="t" r="r" b="b"/>
              <a:pathLst>
                <a:path w="33348" h="1701" extrusionOk="0">
                  <a:moveTo>
                    <a:pt x="32719" y="629"/>
                  </a:moveTo>
                  <a:lnTo>
                    <a:pt x="32719" y="1072"/>
                  </a:lnTo>
                  <a:lnTo>
                    <a:pt x="592" y="107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368"/>
                  </a:lnTo>
                  <a:cubicBezTo>
                    <a:pt x="0" y="1442"/>
                    <a:pt x="37" y="1553"/>
                    <a:pt x="74" y="1590"/>
                  </a:cubicBezTo>
                  <a:cubicBezTo>
                    <a:pt x="148" y="1664"/>
                    <a:pt x="222" y="1701"/>
                    <a:pt x="296" y="1701"/>
                  </a:cubicBezTo>
                  <a:lnTo>
                    <a:pt x="33015" y="1701"/>
                  </a:lnTo>
                  <a:cubicBezTo>
                    <a:pt x="33089" y="1701"/>
                    <a:pt x="33200" y="1664"/>
                    <a:pt x="33237" y="1590"/>
                  </a:cubicBezTo>
                  <a:cubicBezTo>
                    <a:pt x="33311" y="1553"/>
                    <a:pt x="33348" y="1442"/>
                    <a:pt x="33348" y="1368"/>
                  </a:cubicBezTo>
                  <a:lnTo>
                    <a:pt x="33348" y="296"/>
                  </a:lnTo>
                  <a:cubicBezTo>
                    <a:pt x="33348" y="222"/>
                    <a:pt x="33311" y="148"/>
                    <a:pt x="33237" y="74"/>
                  </a:cubicBezTo>
                  <a:cubicBezTo>
                    <a:pt x="33200" y="37"/>
                    <a:pt x="33089" y="0"/>
                    <a:pt x="33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1"/>
            <p:cNvSpPr/>
            <p:nvPr/>
          </p:nvSpPr>
          <p:spPr>
            <a:xfrm>
              <a:off x="2780800" y="3589500"/>
              <a:ext cx="396550" cy="26825"/>
            </a:xfrm>
            <a:custGeom>
              <a:avLst/>
              <a:gdLst/>
              <a:ahLst/>
              <a:cxnLst/>
              <a:rect l="l" t="t" r="r" b="b"/>
              <a:pathLst>
                <a:path w="15862" h="1073" extrusionOk="0">
                  <a:moveTo>
                    <a:pt x="1" y="1"/>
                  </a:moveTo>
                  <a:lnTo>
                    <a:pt x="1" y="1073"/>
                  </a:lnTo>
                  <a:lnTo>
                    <a:pt x="15861" y="1073"/>
                  </a:lnTo>
                  <a:lnTo>
                    <a:pt x="158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1"/>
            <p:cNvSpPr/>
            <p:nvPr/>
          </p:nvSpPr>
          <p:spPr>
            <a:xfrm>
              <a:off x="2773400" y="3582125"/>
              <a:ext cx="412250" cy="42525"/>
            </a:xfrm>
            <a:custGeom>
              <a:avLst/>
              <a:gdLst/>
              <a:ahLst/>
              <a:cxnLst/>
              <a:rect l="l" t="t" r="r" b="b"/>
              <a:pathLst>
                <a:path w="16490" h="1701" extrusionOk="0">
                  <a:moveTo>
                    <a:pt x="15861" y="629"/>
                  </a:moveTo>
                  <a:lnTo>
                    <a:pt x="15861" y="1072"/>
                  </a:lnTo>
                  <a:lnTo>
                    <a:pt x="593" y="1072"/>
                  </a:lnTo>
                  <a:lnTo>
                    <a:pt x="593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1368"/>
                  </a:lnTo>
                  <a:cubicBezTo>
                    <a:pt x="1" y="1442"/>
                    <a:pt x="38" y="1553"/>
                    <a:pt x="75" y="1590"/>
                  </a:cubicBezTo>
                  <a:cubicBezTo>
                    <a:pt x="149" y="1664"/>
                    <a:pt x="223" y="1701"/>
                    <a:pt x="297" y="1701"/>
                  </a:cubicBezTo>
                  <a:lnTo>
                    <a:pt x="16157" y="1701"/>
                  </a:lnTo>
                  <a:cubicBezTo>
                    <a:pt x="16231" y="1701"/>
                    <a:pt x="16342" y="1664"/>
                    <a:pt x="16379" y="1590"/>
                  </a:cubicBezTo>
                  <a:cubicBezTo>
                    <a:pt x="16453" y="1553"/>
                    <a:pt x="16490" y="1442"/>
                    <a:pt x="16490" y="1368"/>
                  </a:cubicBezTo>
                  <a:lnTo>
                    <a:pt x="16490" y="296"/>
                  </a:lnTo>
                  <a:cubicBezTo>
                    <a:pt x="16490" y="222"/>
                    <a:pt x="16453" y="148"/>
                    <a:pt x="16379" y="74"/>
                  </a:cubicBezTo>
                  <a:cubicBezTo>
                    <a:pt x="16342" y="37"/>
                    <a:pt x="16231" y="0"/>
                    <a:pt x="16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51"/>
            <p:cNvSpPr/>
            <p:nvPr/>
          </p:nvSpPr>
          <p:spPr>
            <a:xfrm>
              <a:off x="2617200" y="2599625"/>
              <a:ext cx="476025" cy="476025"/>
            </a:xfrm>
            <a:custGeom>
              <a:avLst/>
              <a:gdLst/>
              <a:ahLst/>
              <a:cxnLst/>
              <a:rect l="l" t="t" r="r" b="b"/>
              <a:pathLst>
                <a:path w="19041" h="19041" extrusionOk="0">
                  <a:moveTo>
                    <a:pt x="9539" y="0"/>
                  </a:moveTo>
                  <a:cubicBezTo>
                    <a:pt x="4290" y="0"/>
                    <a:pt x="1" y="4252"/>
                    <a:pt x="1" y="9502"/>
                  </a:cubicBezTo>
                  <a:cubicBezTo>
                    <a:pt x="1" y="14788"/>
                    <a:pt x="4290" y="19040"/>
                    <a:pt x="9539" y="19040"/>
                  </a:cubicBezTo>
                  <a:cubicBezTo>
                    <a:pt x="14789" y="19040"/>
                    <a:pt x="19041" y="14788"/>
                    <a:pt x="19041" y="9502"/>
                  </a:cubicBezTo>
                  <a:cubicBezTo>
                    <a:pt x="19041" y="4252"/>
                    <a:pt x="14789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51"/>
            <p:cNvSpPr/>
            <p:nvPr/>
          </p:nvSpPr>
          <p:spPr>
            <a:xfrm>
              <a:off x="2609825" y="2592225"/>
              <a:ext cx="490800" cy="490800"/>
            </a:xfrm>
            <a:custGeom>
              <a:avLst/>
              <a:gdLst/>
              <a:ahLst/>
              <a:cxnLst/>
              <a:rect l="l" t="t" r="r" b="b"/>
              <a:pathLst>
                <a:path w="19632" h="19632" extrusionOk="0">
                  <a:moveTo>
                    <a:pt x="9834" y="592"/>
                  </a:moveTo>
                  <a:cubicBezTo>
                    <a:pt x="12385" y="592"/>
                    <a:pt x="14678" y="1627"/>
                    <a:pt x="16341" y="3291"/>
                  </a:cubicBezTo>
                  <a:cubicBezTo>
                    <a:pt x="18005" y="4954"/>
                    <a:pt x="19040" y="7284"/>
                    <a:pt x="19040" y="9798"/>
                  </a:cubicBezTo>
                  <a:cubicBezTo>
                    <a:pt x="19040" y="12349"/>
                    <a:pt x="18005" y="14641"/>
                    <a:pt x="16341" y="16304"/>
                  </a:cubicBezTo>
                  <a:cubicBezTo>
                    <a:pt x="14678" y="18005"/>
                    <a:pt x="12385" y="19003"/>
                    <a:pt x="9834" y="19003"/>
                  </a:cubicBezTo>
                  <a:cubicBezTo>
                    <a:pt x="7283" y="19003"/>
                    <a:pt x="4991" y="18005"/>
                    <a:pt x="3328" y="16304"/>
                  </a:cubicBezTo>
                  <a:cubicBezTo>
                    <a:pt x="1664" y="14641"/>
                    <a:pt x="629" y="12349"/>
                    <a:pt x="629" y="9798"/>
                  </a:cubicBezTo>
                  <a:cubicBezTo>
                    <a:pt x="629" y="7284"/>
                    <a:pt x="1664" y="4954"/>
                    <a:pt x="3328" y="3291"/>
                  </a:cubicBezTo>
                  <a:cubicBezTo>
                    <a:pt x="4991" y="1627"/>
                    <a:pt x="7283" y="592"/>
                    <a:pt x="9834" y="592"/>
                  </a:cubicBezTo>
                  <a:close/>
                  <a:moveTo>
                    <a:pt x="9834" y="0"/>
                  </a:moveTo>
                  <a:cubicBezTo>
                    <a:pt x="4400" y="0"/>
                    <a:pt x="0" y="4400"/>
                    <a:pt x="0" y="9798"/>
                  </a:cubicBezTo>
                  <a:cubicBezTo>
                    <a:pt x="0" y="15232"/>
                    <a:pt x="4400" y="19632"/>
                    <a:pt x="9834" y="19632"/>
                  </a:cubicBezTo>
                  <a:cubicBezTo>
                    <a:pt x="15232" y="19632"/>
                    <a:pt x="19632" y="15232"/>
                    <a:pt x="19632" y="9798"/>
                  </a:cubicBezTo>
                  <a:cubicBezTo>
                    <a:pt x="19632" y="4400"/>
                    <a:pt x="15232" y="0"/>
                    <a:pt x="9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51"/>
            <p:cNvSpPr/>
            <p:nvPr/>
          </p:nvSpPr>
          <p:spPr>
            <a:xfrm>
              <a:off x="2855675" y="3045125"/>
              <a:ext cx="68425" cy="300400"/>
            </a:xfrm>
            <a:custGeom>
              <a:avLst/>
              <a:gdLst/>
              <a:ahLst/>
              <a:cxnLst/>
              <a:rect l="l" t="t" r="r" b="b"/>
              <a:pathLst>
                <a:path w="2737" h="12016" extrusionOk="0">
                  <a:moveTo>
                    <a:pt x="2736" y="0"/>
                  </a:moveTo>
                  <a:lnTo>
                    <a:pt x="0" y="1220"/>
                  </a:lnTo>
                  <a:lnTo>
                    <a:pt x="2219" y="12016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51"/>
            <p:cNvSpPr/>
            <p:nvPr/>
          </p:nvSpPr>
          <p:spPr>
            <a:xfrm>
              <a:off x="2847350" y="3037950"/>
              <a:ext cx="84125" cy="315900"/>
            </a:xfrm>
            <a:custGeom>
              <a:avLst/>
              <a:gdLst/>
              <a:ahLst/>
              <a:cxnLst/>
              <a:rect l="l" t="t" r="r" b="b"/>
              <a:pathLst>
                <a:path w="3365" h="12636" extrusionOk="0">
                  <a:moveTo>
                    <a:pt x="2736" y="768"/>
                  </a:moveTo>
                  <a:lnTo>
                    <a:pt x="2367" y="9789"/>
                  </a:lnTo>
                  <a:lnTo>
                    <a:pt x="677" y="1664"/>
                  </a:lnTo>
                  <a:lnTo>
                    <a:pt x="677" y="1664"/>
                  </a:lnTo>
                  <a:lnTo>
                    <a:pt x="2736" y="768"/>
                  </a:lnTo>
                  <a:close/>
                  <a:moveTo>
                    <a:pt x="3083" y="1"/>
                  </a:moveTo>
                  <a:cubicBezTo>
                    <a:pt x="3032" y="1"/>
                    <a:pt x="2977" y="10"/>
                    <a:pt x="2921" y="28"/>
                  </a:cubicBezTo>
                  <a:lnTo>
                    <a:pt x="185" y="1211"/>
                  </a:lnTo>
                  <a:cubicBezTo>
                    <a:pt x="75" y="1285"/>
                    <a:pt x="1" y="1433"/>
                    <a:pt x="38" y="1544"/>
                  </a:cubicBezTo>
                  <a:lnTo>
                    <a:pt x="2256" y="12376"/>
                  </a:lnTo>
                  <a:cubicBezTo>
                    <a:pt x="2293" y="12524"/>
                    <a:pt x="2441" y="12635"/>
                    <a:pt x="2589" y="12635"/>
                  </a:cubicBezTo>
                  <a:cubicBezTo>
                    <a:pt x="2736" y="12598"/>
                    <a:pt x="2847" y="12487"/>
                    <a:pt x="2847" y="12340"/>
                  </a:cubicBezTo>
                  <a:lnTo>
                    <a:pt x="3365" y="324"/>
                  </a:lnTo>
                  <a:cubicBezTo>
                    <a:pt x="3365" y="213"/>
                    <a:pt x="3328" y="102"/>
                    <a:pt x="3217" y="28"/>
                  </a:cubicBezTo>
                  <a:cubicBezTo>
                    <a:pt x="3180" y="10"/>
                    <a:pt x="3134" y="1"/>
                    <a:pt x="30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51"/>
            <p:cNvSpPr/>
            <p:nvPr/>
          </p:nvSpPr>
          <p:spPr>
            <a:xfrm>
              <a:off x="4462975" y="3403725"/>
              <a:ext cx="145125" cy="213525"/>
            </a:xfrm>
            <a:custGeom>
              <a:avLst/>
              <a:gdLst/>
              <a:ahLst/>
              <a:cxnLst/>
              <a:rect l="l" t="t" r="r" b="b"/>
              <a:pathLst>
                <a:path w="5805" h="8541" extrusionOk="0">
                  <a:moveTo>
                    <a:pt x="0" y="1"/>
                  </a:moveTo>
                  <a:lnTo>
                    <a:pt x="0" y="8541"/>
                  </a:lnTo>
                  <a:lnTo>
                    <a:pt x="5805" y="8541"/>
                  </a:lnTo>
                  <a:lnTo>
                    <a:pt x="58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51"/>
            <p:cNvSpPr/>
            <p:nvPr/>
          </p:nvSpPr>
          <p:spPr>
            <a:xfrm>
              <a:off x="4455575" y="3396325"/>
              <a:ext cx="159925" cy="228325"/>
            </a:xfrm>
            <a:custGeom>
              <a:avLst/>
              <a:gdLst/>
              <a:ahLst/>
              <a:cxnLst/>
              <a:rect l="l" t="t" r="r" b="b"/>
              <a:pathLst>
                <a:path w="6397" h="9133" extrusionOk="0">
                  <a:moveTo>
                    <a:pt x="5768" y="592"/>
                  </a:moveTo>
                  <a:lnTo>
                    <a:pt x="5768" y="8504"/>
                  </a:lnTo>
                  <a:lnTo>
                    <a:pt x="629" y="8504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9"/>
                    <a:pt x="0" y="223"/>
                    <a:pt x="0" y="297"/>
                  </a:cubicBezTo>
                  <a:lnTo>
                    <a:pt x="0" y="8837"/>
                  </a:lnTo>
                  <a:cubicBezTo>
                    <a:pt x="0" y="8911"/>
                    <a:pt x="37" y="8985"/>
                    <a:pt x="74" y="9059"/>
                  </a:cubicBezTo>
                  <a:cubicBezTo>
                    <a:pt x="148" y="9096"/>
                    <a:pt x="222" y="9133"/>
                    <a:pt x="296" y="9133"/>
                  </a:cubicBezTo>
                  <a:lnTo>
                    <a:pt x="6101" y="9133"/>
                  </a:lnTo>
                  <a:cubicBezTo>
                    <a:pt x="6175" y="9133"/>
                    <a:pt x="6248" y="9096"/>
                    <a:pt x="6285" y="9059"/>
                  </a:cubicBezTo>
                  <a:cubicBezTo>
                    <a:pt x="6359" y="8985"/>
                    <a:pt x="6396" y="8911"/>
                    <a:pt x="6396" y="8837"/>
                  </a:cubicBezTo>
                  <a:lnTo>
                    <a:pt x="6396" y="297"/>
                  </a:lnTo>
                  <a:cubicBezTo>
                    <a:pt x="6396" y="223"/>
                    <a:pt x="6359" y="149"/>
                    <a:pt x="6285" y="75"/>
                  </a:cubicBezTo>
                  <a:cubicBezTo>
                    <a:pt x="6248" y="38"/>
                    <a:pt x="6175" y="1"/>
                    <a:pt x="6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51"/>
            <p:cNvSpPr/>
            <p:nvPr/>
          </p:nvSpPr>
          <p:spPr>
            <a:xfrm>
              <a:off x="4570175" y="3443475"/>
              <a:ext cx="77675" cy="144200"/>
            </a:xfrm>
            <a:custGeom>
              <a:avLst/>
              <a:gdLst/>
              <a:ahLst/>
              <a:cxnLst/>
              <a:rect l="l" t="t" r="r" b="b"/>
              <a:pathLst>
                <a:path w="3107" h="5768" extrusionOk="0">
                  <a:moveTo>
                    <a:pt x="481" y="0"/>
                  </a:moveTo>
                  <a:cubicBezTo>
                    <a:pt x="186" y="0"/>
                    <a:pt x="1" y="222"/>
                    <a:pt x="1" y="481"/>
                  </a:cubicBezTo>
                  <a:cubicBezTo>
                    <a:pt x="1" y="740"/>
                    <a:pt x="186" y="962"/>
                    <a:pt x="481" y="962"/>
                  </a:cubicBezTo>
                  <a:lnTo>
                    <a:pt x="1258" y="962"/>
                  </a:lnTo>
                  <a:cubicBezTo>
                    <a:pt x="1738" y="962"/>
                    <a:pt x="2145" y="1368"/>
                    <a:pt x="2145" y="1849"/>
                  </a:cubicBezTo>
                  <a:lnTo>
                    <a:pt x="2145" y="3919"/>
                  </a:lnTo>
                  <a:cubicBezTo>
                    <a:pt x="2145" y="4437"/>
                    <a:pt x="1738" y="4844"/>
                    <a:pt x="1258" y="4844"/>
                  </a:cubicBezTo>
                  <a:lnTo>
                    <a:pt x="629" y="4844"/>
                  </a:lnTo>
                  <a:cubicBezTo>
                    <a:pt x="371" y="4844"/>
                    <a:pt x="149" y="5028"/>
                    <a:pt x="149" y="5287"/>
                  </a:cubicBezTo>
                  <a:cubicBezTo>
                    <a:pt x="149" y="5583"/>
                    <a:pt x="371" y="5768"/>
                    <a:pt x="629" y="5768"/>
                  </a:cubicBezTo>
                  <a:lnTo>
                    <a:pt x="1258" y="5768"/>
                  </a:lnTo>
                  <a:cubicBezTo>
                    <a:pt x="2256" y="5768"/>
                    <a:pt x="3106" y="4955"/>
                    <a:pt x="3106" y="3919"/>
                  </a:cubicBezTo>
                  <a:lnTo>
                    <a:pt x="3106" y="1849"/>
                  </a:lnTo>
                  <a:cubicBezTo>
                    <a:pt x="3106" y="851"/>
                    <a:pt x="2256" y="0"/>
                    <a:pt x="12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51"/>
            <p:cNvSpPr/>
            <p:nvPr/>
          </p:nvSpPr>
          <p:spPr>
            <a:xfrm>
              <a:off x="4561875" y="3436075"/>
              <a:ext cx="93375" cy="159925"/>
            </a:xfrm>
            <a:custGeom>
              <a:avLst/>
              <a:gdLst/>
              <a:ahLst/>
              <a:cxnLst/>
              <a:rect l="l" t="t" r="r" b="b"/>
              <a:pathLst>
                <a:path w="3735" h="6397" extrusionOk="0">
                  <a:moveTo>
                    <a:pt x="1590" y="592"/>
                  </a:moveTo>
                  <a:cubicBezTo>
                    <a:pt x="2440" y="629"/>
                    <a:pt x="3106" y="1295"/>
                    <a:pt x="3106" y="2145"/>
                  </a:cubicBezTo>
                  <a:lnTo>
                    <a:pt x="3106" y="4215"/>
                  </a:lnTo>
                  <a:cubicBezTo>
                    <a:pt x="3106" y="5066"/>
                    <a:pt x="2440" y="5768"/>
                    <a:pt x="1590" y="5768"/>
                  </a:cubicBezTo>
                  <a:lnTo>
                    <a:pt x="961" y="5768"/>
                  </a:lnTo>
                  <a:cubicBezTo>
                    <a:pt x="887" y="5768"/>
                    <a:pt x="813" y="5694"/>
                    <a:pt x="813" y="5583"/>
                  </a:cubicBezTo>
                  <a:cubicBezTo>
                    <a:pt x="813" y="5509"/>
                    <a:pt x="887" y="5435"/>
                    <a:pt x="961" y="5435"/>
                  </a:cubicBezTo>
                  <a:lnTo>
                    <a:pt x="1590" y="5435"/>
                  </a:lnTo>
                  <a:cubicBezTo>
                    <a:pt x="2255" y="5435"/>
                    <a:pt x="2773" y="4881"/>
                    <a:pt x="2773" y="4215"/>
                  </a:cubicBezTo>
                  <a:lnTo>
                    <a:pt x="2773" y="2145"/>
                  </a:lnTo>
                  <a:cubicBezTo>
                    <a:pt x="2773" y="1480"/>
                    <a:pt x="2255" y="962"/>
                    <a:pt x="1590" y="962"/>
                  </a:cubicBezTo>
                  <a:lnTo>
                    <a:pt x="813" y="962"/>
                  </a:lnTo>
                  <a:cubicBezTo>
                    <a:pt x="703" y="962"/>
                    <a:pt x="629" y="888"/>
                    <a:pt x="629" y="777"/>
                  </a:cubicBezTo>
                  <a:cubicBezTo>
                    <a:pt x="629" y="703"/>
                    <a:pt x="703" y="592"/>
                    <a:pt x="813" y="592"/>
                  </a:cubicBezTo>
                  <a:close/>
                  <a:moveTo>
                    <a:pt x="813" y="1"/>
                  </a:moveTo>
                  <a:cubicBezTo>
                    <a:pt x="370" y="1"/>
                    <a:pt x="0" y="333"/>
                    <a:pt x="0" y="777"/>
                  </a:cubicBezTo>
                  <a:cubicBezTo>
                    <a:pt x="0" y="1221"/>
                    <a:pt x="370" y="1553"/>
                    <a:pt x="813" y="1553"/>
                  </a:cubicBezTo>
                  <a:lnTo>
                    <a:pt x="1590" y="1553"/>
                  </a:lnTo>
                  <a:cubicBezTo>
                    <a:pt x="1886" y="1553"/>
                    <a:pt x="2181" y="1812"/>
                    <a:pt x="2181" y="2145"/>
                  </a:cubicBezTo>
                  <a:lnTo>
                    <a:pt x="2181" y="4215"/>
                  </a:lnTo>
                  <a:cubicBezTo>
                    <a:pt x="2181" y="4548"/>
                    <a:pt x="1886" y="4807"/>
                    <a:pt x="1590" y="4807"/>
                  </a:cubicBezTo>
                  <a:lnTo>
                    <a:pt x="961" y="4807"/>
                  </a:lnTo>
                  <a:cubicBezTo>
                    <a:pt x="518" y="4807"/>
                    <a:pt x="185" y="5177"/>
                    <a:pt x="185" y="5583"/>
                  </a:cubicBezTo>
                  <a:cubicBezTo>
                    <a:pt x="185" y="6027"/>
                    <a:pt x="518" y="6397"/>
                    <a:pt x="961" y="6397"/>
                  </a:cubicBezTo>
                  <a:lnTo>
                    <a:pt x="1590" y="6397"/>
                  </a:lnTo>
                  <a:cubicBezTo>
                    <a:pt x="2773" y="6397"/>
                    <a:pt x="3734" y="5398"/>
                    <a:pt x="3734" y="4215"/>
                  </a:cubicBezTo>
                  <a:lnTo>
                    <a:pt x="3734" y="2145"/>
                  </a:lnTo>
                  <a:cubicBezTo>
                    <a:pt x="3734" y="962"/>
                    <a:pt x="2773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51"/>
            <p:cNvSpPr/>
            <p:nvPr/>
          </p:nvSpPr>
          <p:spPr>
            <a:xfrm>
              <a:off x="4999975" y="3728150"/>
              <a:ext cx="140500" cy="1346100"/>
            </a:xfrm>
            <a:custGeom>
              <a:avLst/>
              <a:gdLst/>
              <a:ahLst/>
              <a:cxnLst/>
              <a:rect l="l" t="t" r="r" b="b"/>
              <a:pathLst>
                <a:path w="5620" h="53844" extrusionOk="0">
                  <a:moveTo>
                    <a:pt x="0" y="0"/>
                  </a:moveTo>
                  <a:lnTo>
                    <a:pt x="4474" y="53312"/>
                  </a:lnTo>
                  <a:cubicBezTo>
                    <a:pt x="4506" y="53634"/>
                    <a:pt x="4762" y="53844"/>
                    <a:pt x="5048" y="53844"/>
                  </a:cubicBezTo>
                  <a:cubicBezTo>
                    <a:pt x="5090" y="53844"/>
                    <a:pt x="5133" y="53839"/>
                    <a:pt x="5176" y="53830"/>
                  </a:cubicBezTo>
                  <a:cubicBezTo>
                    <a:pt x="5435" y="53756"/>
                    <a:pt x="5620" y="53497"/>
                    <a:pt x="5620" y="53201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51"/>
            <p:cNvSpPr/>
            <p:nvPr/>
          </p:nvSpPr>
          <p:spPr>
            <a:xfrm>
              <a:off x="4991650" y="3720750"/>
              <a:ext cx="156225" cy="1360550"/>
            </a:xfrm>
            <a:custGeom>
              <a:avLst/>
              <a:gdLst/>
              <a:ahLst/>
              <a:cxnLst/>
              <a:rect l="l" t="t" r="r" b="b"/>
              <a:pathLst>
                <a:path w="6249" h="54422" extrusionOk="0">
                  <a:moveTo>
                    <a:pt x="2588" y="629"/>
                  </a:moveTo>
                  <a:lnTo>
                    <a:pt x="5620" y="53497"/>
                  </a:lnTo>
                  <a:lnTo>
                    <a:pt x="5620" y="53534"/>
                  </a:lnTo>
                  <a:lnTo>
                    <a:pt x="5620" y="53571"/>
                  </a:lnTo>
                  <a:cubicBezTo>
                    <a:pt x="5620" y="53682"/>
                    <a:pt x="5546" y="53793"/>
                    <a:pt x="5435" y="53793"/>
                  </a:cubicBezTo>
                  <a:lnTo>
                    <a:pt x="5361" y="53830"/>
                  </a:lnTo>
                  <a:cubicBezTo>
                    <a:pt x="5250" y="53830"/>
                    <a:pt x="5139" y="53719"/>
                    <a:pt x="5102" y="53571"/>
                  </a:cubicBezTo>
                  <a:lnTo>
                    <a:pt x="5099" y="53572"/>
                  </a:lnTo>
                  <a:lnTo>
                    <a:pt x="5099" y="53572"/>
                  </a:lnTo>
                  <a:lnTo>
                    <a:pt x="657" y="629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59"/>
                    <a:pt x="0" y="333"/>
                  </a:cubicBezTo>
                  <a:lnTo>
                    <a:pt x="4511" y="53645"/>
                  </a:lnTo>
                  <a:lnTo>
                    <a:pt x="4511" y="53682"/>
                  </a:lnTo>
                  <a:cubicBezTo>
                    <a:pt x="4548" y="54126"/>
                    <a:pt x="4954" y="54422"/>
                    <a:pt x="5361" y="54422"/>
                  </a:cubicBezTo>
                  <a:lnTo>
                    <a:pt x="5583" y="54422"/>
                  </a:lnTo>
                  <a:cubicBezTo>
                    <a:pt x="5990" y="54311"/>
                    <a:pt x="6248" y="53941"/>
                    <a:pt x="6248" y="53571"/>
                  </a:cubicBezTo>
                  <a:lnTo>
                    <a:pt x="6248" y="53460"/>
                  </a:lnTo>
                  <a:lnTo>
                    <a:pt x="3180" y="296"/>
                  </a:lnTo>
                  <a:cubicBezTo>
                    <a:pt x="3180" y="112"/>
                    <a:pt x="3069" y="1"/>
                    <a:pt x="2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51"/>
            <p:cNvSpPr/>
            <p:nvPr/>
          </p:nvSpPr>
          <p:spPr>
            <a:xfrm>
              <a:off x="5752325" y="3728150"/>
              <a:ext cx="141425" cy="1349800"/>
            </a:xfrm>
            <a:custGeom>
              <a:avLst/>
              <a:gdLst/>
              <a:ahLst/>
              <a:cxnLst/>
              <a:rect l="l" t="t" r="r" b="b"/>
              <a:pathLst>
                <a:path w="5657" h="53992" extrusionOk="0">
                  <a:moveTo>
                    <a:pt x="0" y="0"/>
                  </a:moveTo>
                  <a:lnTo>
                    <a:pt x="4474" y="53497"/>
                  </a:lnTo>
                  <a:cubicBezTo>
                    <a:pt x="4538" y="53786"/>
                    <a:pt x="4770" y="53992"/>
                    <a:pt x="5048" y="53992"/>
                  </a:cubicBezTo>
                  <a:cubicBezTo>
                    <a:pt x="5090" y="53992"/>
                    <a:pt x="5133" y="53987"/>
                    <a:pt x="5176" y="53978"/>
                  </a:cubicBezTo>
                  <a:cubicBezTo>
                    <a:pt x="5472" y="53941"/>
                    <a:pt x="5657" y="53645"/>
                    <a:pt x="5620" y="53386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51"/>
            <p:cNvSpPr/>
            <p:nvPr/>
          </p:nvSpPr>
          <p:spPr>
            <a:xfrm>
              <a:off x="5744000" y="3720750"/>
              <a:ext cx="156225" cy="1365175"/>
            </a:xfrm>
            <a:custGeom>
              <a:avLst/>
              <a:gdLst/>
              <a:ahLst/>
              <a:cxnLst/>
              <a:rect l="l" t="t" r="r" b="b"/>
              <a:pathLst>
                <a:path w="6249" h="54607" extrusionOk="0">
                  <a:moveTo>
                    <a:pt x="2588" y="629"/>
                  </a:moveTo>
                  <a:lnTo>
                    <a:pt x="5657" y="53682"/>
                  </a:lnTo>
                  <a:lnTo>
                    <a:pt x="5657" y="53719"/>
                  </a:lnTo>
                  <a:cubicBezTo>
                    <a:pt x="5657" y="53867"/>
                    <a:pt x="5583" y="53978"/>
                    <a:pt x="5435" y="53978"/>
                  </a:cubicBezTo>
                  <a:lnTo>
                    <a:pt x="5398" y="53978"/>
                  </a:lnTo>
                  <a:cubicBezTo>
                    <a:pt x="5250" y="53978"/>
                    <a:pt x="5139" y="53904"/>
                    <a:pt x="5139" y="53756"/>
                  </a:cubicBezTo>
                  <a:lnTo>
                    <a:pt x="657" y="629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59"/>
                    <a:pt x="0" y="333"/>
                  </a:cubicBezTo>
                  <a:lnTo>
                    <a:pt x="4511" y="53830"/>
                  </a:lnTo>
                  <a:cubicBezTo>
                    <a:pt x="4585" y="54274"/>
                    <a:pt x="4955" y="54606"/>
                    <a:pt x="5398" y="54606"/>
                  </a:cubicBezTo>
                  <a:cubicBezTo>
                    <a:pt x="5472" y="54606"/>
                    <a:pt x="5509" y="54606"/>
                    <a:pt x="5583" y="54569"/>
                  </a:cubicBezTo>
                  <a:cubicBezTo>
                    <a:pt x="5990" y="54495"/>
                    <a:pt x="6248" y="54126"/>
                    <a:pt x="6248" y="53719"/>
                  </a:cubicBezTo>
                  <a:lnTo>
                    <a:pt x="6248" y="53645"/>
                  </a:lnTo>
                  <a:lnTo>
                    <a:pt x="3217" y="296"/>
                  </a:lnTo>
                  <a:cubicBezTo>
                    <a:pt x="3180" y="112"/>
                    <a:pt x="3069" y="1"/>
                    <a:pt x="2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51"/>
            <p:cNvSpPr/>
            <p:nvPr/>
          </p:nvSpPr>
          <p:spPr>
            <a:xfrm>
              <a:off x="2587625" y="3728150"/>
              <a:ext cx="123875" cy="1337800"/>
            </a:xfrm>
            <a:custGeom>
              <a:avLst/>
              <a:gdLst/>
              <a:ahLst/>
              <a:cxnLst/>
              <a:rect l="l" t="t" r="r" b="b"/>
              <a:pathLst>
                <a:path w="4955" h="53512" extrusionOk="0">
                  <a:moveTo>
                    <a:pt x="2404" y="0"/>
                  </a:moveTo>
                  <a:lnTo>
                    <a:pt x="38" y="52869"/>
                  </a:lnTo>
                  <a:cubicBezTo>
                    <a:pt x="1" y="53164"/>
                    <a:pt x="186" y="53423"/>
                    <a:pt x="482" y="53497"/>
                  </a:cubicBezTo>
                  <a:cubicBezTo>
                    <a:pt x="520" y="53507"/>
                    <a:pt x="559" y="53511"/>
                    <a:pt x="598" y="53511"/>
                  </a:cubicBezTo>
                  <a:cubicBezTo>
                    <a:pt x="859" y="53511"/>
                    <a:pt x="1115" y="53306"/>
                    <a:pt x="1147" y="53016"/>
                  </a:cubicBezTo>
                  <a:lnTo>
                    <a:pt x="49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51"/>
            <p:cNvSpPr/>
            <p:nvPr/>
          </p:nvSpPr>
          <p:spPr>
            <a:xfrm>
              <a:off x="2580250" y="3720750"/>
              <a:ext cx="138650" cy="1352225"/>
            </a:xfrm>
            <a:custGeom>
              <a:avLst/>
              <a:gdLst/>
              <a:ahLst/>
              <a:cxnLst/>
              <a:rect l="l" t="t" r="r" b="b"/>
              <a:pathLst>
                <a:path w="5546" h="54089" extrusionOk="0">
                  <a:moveTo>
                    <a:pt x="4917" y="629"/>
                  </a:moveTo>
                  <a:lnTo>
                    <a:pt x="1149" y="53239"/>
                  </a:lnTo>
                  <a:lnTo>
                    <a:pt x="1149" y="53239"/>
                  </a:lnTo>
                  <a:lnTo>
                    <a:pt x="1146" y="53238"/>
                  </a:lnTo>
                  <a:cubicBezTo>
                    <a:pt x="1146" y="53386"/>
                    <a:pt x="998" y="53497"/>
                    <a:pt x="887" y="53497"/>
                  </a:cubicBezTo>
                  <a:lnTo>
                    <a:pt x="850" y="53460"/>
                  </a:lnTo>
                  <a:cubicBezTo>
                    <a:pt x="703" y="53460"/>
                    <a:pt x="629" y="53349"/>
                    <a:pt x="629" y="53202"/>
                  </a:cubicBezTo>
                  <a:lnTo>
                    <a:pt x="629" y="53165"/>
                  </a:lnTo>
                  <a:lnTo>
                    <a:pt x="2982" y="629"/>
                  </a:lnTo>
                  <a:close/>
                  <a:moveTo>
                    <a:pt x="2699" y="1"/>
                  </a:moveTo>
                  <a:cubicBezTo>
                    <a:pt x="2514" y="1"/>
                    <a:pt x="2366" y="112"/>
                    <a:pt x="2366" y="296"/>
                  </a:cubicBezTo>
                  <a:lnTo>
                    <a:pt x="0" y="53128"/>
                  </a:lnTo>
                  <a:lnTo>
                    <a:pt x="0" y="53202"/>
                  </a:lnTo>
                  <a:cubicBezTo>
                    <a:pt x="0" y="53608"/>
                    <a:pt x="296" y="53978"/>
                    <a:pt x="703" y="54089"/>
                  </a:cubicBezTo>
                  <a:lnTo>
                    <a:pt x="887" y="54089"/>
                  </a:lnTo>
                  <a:cubicBezTo>
                    <a:pt x="1331" y="54089"/>
                    <a:pt x="1701" y="53793"/>
                    <a:pt x="1775" y="53349"/>
                  </a:cubicBezTo>
                  <a:lnTo>
                    <a:pt x="1775" y="53312"/>
                  </a:lnTo>
                  <a:lnTo>
                    <a:pt x="5546" y="333"/>
                  </a:lnTo>
                  <a:cubicBezTo>
                    <a:pt x="5546" y="259"/>
                    <a:pt x="5509" y="149"/>
                    <a:pt x="5472" y="112"/>
                  </a:cubicBezTo>
                  <a:cubicBezTo>
                    <a:pt x="5398" y="38"/>
                    <a:pt x="5324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51"/>
            <p:cNvSpPr/>
            <p:nvPr/>
          </p:nvSpPr>
          <p:spPr>
            <a:xfrm>
              <a:off x="1894425" y="3728150"/>
              <a:ext cx="122975" cy="1333175"/>
            </a:xfrm>
            <a:custGeom>
              <a:avLst/>
              <a:gdLst/>
              <a:ahLst/>
              <a:cxnLst/>
              <a:rect l="l" t="t" r="r" b="b"/>
              <a:pathLst>
                <a:path w="4919" h="53327" extrusionOk="0">
                  <a:moveTo>
                    <a:pt x="2367" y="0"/>
                  </a:moveTo>
                  <a:lnTo>
                    <a:pt x="38" y="52684"/>
                  </a:lnTo>
                  <a:cubicBezTo>
                    <a:pt x="1" y="52979"/>
                    <a:pt x="186" y="53238"/>
                    <a:pt x="445" y="53312"/>
                  </a:cubicBezTo>
                  <a:cubicBezTo>
                    <a:pt x="488" y="53322"/>
                    <a:pt x="531" y="53326"/>
                    <a:pt x="574" y="53326"/>
                  </a:cubicBezTo>
                  <a:cubicBezTo>
                    <a:pt x="859" y="53326"/>
                    <a:pt x="1115" y="53121"/>
                    <a:pt x="1147" y="52832"/>
                  </a:cubicBezTo>
                  <a:lnTo>
                    <a:pt x="49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51"/>
            <p:cNvSpPr/>
            <p:nvPr/>
          </p:nvSpPr>
          <p:spPr>
            <a:xfrm>
              <a:off x="1887050" y="3720750"/>
              <a:ext cx="138650" cy="1348525"/>
            </a:xfrm>
            <a:custGeom>
              <a:avLst/>
              <a:gdLst/>
              <a:ahLst/>
              <a:cxnLst/>
              <a:rect l="l" t="t" r="r" b="b"/>
              <a:pathLst>
                <a:path w="5546" h="53941" extrusionOk="0">
                  <a:moveTo>
                    <a:pt x="4880" y="629"/>
                  </a:moveTo>
                  <a:lnTo>
                    <a:pt x="1146" y="53091"/>
                  </a:lnTo>
                  <a:cubicBezTo>
                    <a:pt x="1109" y="53202"/>
                    <a:pt x="998" y="53312"/>
                    <a:pt x="887" y="53312"/>
                  </a:cubicBezTo>
                  <a:lnTo>
                    <a:pt x="814" y="53312"/>
                  </a:lnTo>
                  <a:cubicBezTo>
                    <a:pt x="703" y="53275"/>
                    <a:pt x="629" y="53165"/>
                    <a:pt x="629" y="53017"/>
                  </a:cubicBezTo>
                  <a:lnTo>
                    <a:pt x="629" y="52980"/>
                  </a:lnTo>
                  <a:lnTo>
                    <a:pt x="2982" y="629"/>
                  </a:lnTo>
                  <a:close/>
                  <a:moveTo>
                    <a:pt x="2662" y="1"/>
                  </a:moveTo>
                  <a:cubicBezTo>
                    <a:pt x="2514" y="1"/>
                    <a:pt x="2366" y="112"/>
                    <a:pt x="2366" y="296"/>
                  </a:cubicBezTo>
                  <a:lnTo>
                    <a:pt x="2" y="52943"/>
                  </a:lnTo>
                  <a:lnTo>
                    <a:pt x="2" y="52943"/>
                  </a:lnTo>
                  <a:lnTo>
                    <a:pt x="0" y="52943"/>
                  </a:lnTo>
                  <a:lnTo>
                    <a:pt x="0" y="53017"/>
                  </a:lnTo>
                  <a:cubicBezTo>
                    <a:pt x="0" y="53423"/>
                    <a:pt x="296" y="53793"/>
                    <a:pt x="666" y="53904"/>
                  </a:cubicBezTo>
                  <a:cubicBezTo>
                    <a:pt x="740" y="53904"/>
                    <a:pt x="814" y="53941"/>
                    <a:pt x="887" y="53941"/>
                  </a:cubicBezTo>
                  <a:cubicBezTo>
                    <a:pt x="1331" y="53941"/>
                    <a:pt x="1701" y="53608"/>
                    <a:pt x="1775" y="53165"/>
                  </a:cubicBezTo>
                  <a:lnTo>
                    <a:pt x="1775" y="53128"/>
                  </a:lnTo>
                  <a:lnTo>
                    <a:pt x="5546" y="333"/>
                  </a:lnTo>
                  <a:cubicBezTo>
                    <a:pt x="5546" y="259"/>
                    <a:pt x="5509" y="149"/>
                    <a:pt x="5435" y="112"/>
                  </a:cubicBezTo>
                  <a:cubicBezTo>
                    <a:pt x="5398" y="38"/>
                    <a:pt x="5324" y="1"/>
                    <a:pt x="5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51"/>
            <p:cNvSpPr/>
            <p:nvPr/>
          </p:nvSpPr>
          <p:spPr>
            <a:xfrm>
              <a:off x="1912000" y="3654200"/>
              <a:ext cx="3986375" cy="114650"/>
            </a:xfrm>
            <a:custGeom>
              <a:avLst/>
              <a:gdLst/>
              <a:ahLst/>
              <a:cxnLst/>
              <a:rect l="l" t="t" r="r" b="b"/>
              <a:pathLst>
                <a:path w="159455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159455" y="4585"/>
                  </a:lnTo>
                  <a:lnTo>
                    <a:pt x="1594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51"/>
            <p:cNvSpPr/>
            <p:nvPr/>
          </p:nvSpPr>
          <p:spPr>
            <a:xfrm>
              <a:off x="1904600" y="3646800"/>
              <a:ext cx="4001175" cy="130350"/>
            </a:xfrm>
            <a:custGeom>
              <a:avLst/>
              <a:gdLst/>
              <a:ahLst/>
              <a:cxnLst/>
              <a:rect l="l" t="t" r="r" b="b"/>
              <a:pathLst>
                <a:path w="160047" h="5214" extrusionOk="0">
                  <a:moveTo>
                    <a:pt x="159455" y="629"/>
                  </a:moveTo>
                  <a:lnTo>
                    <a:pt x="159455" y="4585"/>
                  </a:lnTo>
                  <a:lnTo>
                    <a:pt x="592" y="4585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9" y="38"/>
                    <a:pt x="75" y="112"/>
                  </a:cubicBezTo>
                  <a:cubicBezTo>
                    <a:pt x="38" y="149"/>
                    <a:pt x="1" y="223"/>
                    <a:pt x="1" y="297"/>
                  </a:cubicBezTo>
                  <a:lnTo>
                    <a:pt x="1" y="4881"/>
                  </a:lnTo>
                  <a:cubicBezTo>
                    <a:pt x="1" y="4955"/>
                    <a:pt x="38" y="5066"/>
                    <a:pt x="75" y="5103"/>
                  </a:cubicBezTo>
                  <a:cubicBezTo>
                    <a:pt x="149" y="5177"/>
                    <a:pt x="222" y="5214"/>
                    <a:pt x="296" y="5214"/>
                  </a:cubicBezTo>
                  <a:lnTo>
                    <a:pt x="159751" y="5214"/>
                  </a:lnTo>
                  <a:cubicBezTo>
                    <a:pt x="159824" y="5214"/>
                    <a:pt x="159898" y="5177"/>
                    <a:pt x="159972" y="5103"/>
                  </a:cubicBezTo>
                  <a:cubicBezTo>
                    <a:pt x="160046" y="5066"/>
                    <a:pt x="160046" y="4955"/>
                    <a:pt x="160046" y="4881"/>
                  </a:cubicBezTo>
                  <a:lnTo>
                    <a:pt x="160046" y="297"/>
                  </a:lnTo>
                  <a:cubicBezTo>
                    <a:pt x="160046" y="223"/>
                    <a:pt x="160046" y="149"/>
                    <a:pt x="159972" y="112"/>
                  </a:cubicBezTo>
                  <a:cubicBezTo>
                    <a:pt x="159898" y="38"/>
                    <a:pt x="159824" y="1"/>
                    <a:pt x="159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51"/>
            <p:cNvSpPr/>
            <p:nvPr/>
          </p:nvSpPr>
          <p:spPr>
            <a:xfrm>
              <a:off x="1912000" y="3654200"/>
              <a:ext cx="3986375" cy="39775"/>
            </a:xfrm>
            <a:custGeom>
              <a:avLst/>
              <a:gdLst/>
              <a:ahLst/>
              <a:cxnLst/>
              <a:rect l="l" t="t" r="r" b="b"/>
              <a:pathLst>
                <a:path w="159455" h="1591" extrusionOk="0">
                  <a:moveTo>
                    <a:pt x="0" y="1"/>
                  </a:moveTo>
                  <a:lnTo>
                    <a:pt x="0" y="1591"/>
                  </a:lnTo>
                  <a:lnTo>
                    <a:pt x="159455" y="1591"/>
                  </a:lnTo>
                  <a:lnTo>
                    <a:pt x="159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51"/>
            <p:cNvSpPr/>
            <p:nvPr/>
          </p:nvSpPr>
          <p:spPr>
            <a:xfrm>
              <a:off x="1904600" y="3646800"/>
              <a:ext cx="4001175" cy="54575"/>
            </a:xfrm>
            <a:custGeom>
              <a:avLst/>
              <a:gdLst/>
              <a:ahLst/>
              <a:cxnLst/>
              <a:rect l="l" t="t" r="r" b="b"/>
              <a:pathLst>
                <a:path w="160047" h="2183" extrusionOk="0">
                  <a:moveTo>
                    <a:pt x="159455" y="629"/>
                  </a:moveTo>
                  <a:lnTo>
                    <a:pt x="159455" y="1591"/>
                  </a:lnTo>
                  <a:lnTo>
                    <a:pt x="592" y="1591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9" y="38"/>
                    <a:pt x="75" y="112"/>
                  </a:cubicBezTo>
                  <a:cubicBezTo>
                    <a:pt x="38" y="149"/>
                    <a:pt x="1" y="223"/>
                    <a:pt x="1" y="297"/>
                  </a:cubicBezTo>
                  <a:lnTo>
                    <a:pt x="1" y="1887"/>
                  </a:lnTo>
                  <a:cubicBezTo>
                    <a:pt x="1" y="1960"/>
                    <a:pt x="38" y="2034"/>
                    <a:pt x="75" y="2108"/>
                  </a:cubicBezTo>
                  <a:cubicBezTo>
                    <a:pt x="149" y="2145"/>
                    <a:pt x="222" y="2182"/>
                    <a:pt x="296" y="2182"/>
                  </a:cubicBezTo>
                  <a:lnTo>
                    <a:pt x="159751" y="2182"/>
                  </a:lnTo>
                  <a:cubicBezTo>
                    <a:pt x="159824" y="2182"/>
                    <a:pt x="159898" y="2145"/>
                    <a:pt x="159972" y="2108"/>
                  </a:cubicBezTo>
                  <a:cubicBezTo>
                    <a:pt x="160046" y="2034"/>
                    <a:pt x="160046" y="1960"/>
                    <a:pt x="160046" y="1887"/>
                  </a:cubicBezTo>
                  <a:lnTo>
                    <a:pt x="160046" y="297"/>
                  </a:lnTo>
                  <a:cubicBezTo>
                    <a:pt x="160046" y="223"/>
                    <a:pt x="160046" y="149"/>
                    <a:pt x="159972" y="112"/>
                  </a:cubicBezTo>
                  <a:cubicBezTo>
                    <a:pt x="159898" y="38"/>
                    <a:pt x="159824" y="1"/>
                    <a:pt x="159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51"/>
            <p:cNvSpPr/>
            <p:nvPr/>
          </p:nvSpPr>
          <p:spPr>
            <a:xfrm>
              <a:off x="4901075" y="3654200"/>
              <a:ext cx="997300" cy="114650"/>
            </a:xfrm>
            <a:custGeom>
              <a:avLst/>
              <a:gdLst/>
              <a:ahLst/>
              <a:cxnLst/>
              <a:rect l="l" t="t" r="r" b="b"/>
              <a:pathLst>
                <a:path w="39892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39892" y="4585"/>
                  </a:lnTo>
                  <a:lnTo>
                    <a:pt x="39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51"/>
            <p:cNvSpPr/>
            <p:nvPr/>
          </p:nvSpPr>
          <p:spPr>
            <a:xfrm>
              <a:off x="4893675" y="3646800"/>
              <a:ext cx="1012100" cy="130350"/>
            </a:xfrm>
            <a:custGeom>
              <a:avLst/>
              <a:gdLst/>
              <a:ahLst/>
              <a:cxnLst/>
              <a:rect l="l" t="t" r="r" b="b"/>
              <a:pathLst>
                <a:path w="40484" h="5214" extrusionOk="0">
                  <a:moveTo>
                    <a:pt x="39892" y="629"/>
                  </a:moveTo>
                  <a:lnTo>
                    <a:pt x="39892" y="4585"/>
                  </a:lnTo>
                  <a:lnTo>
                    <a:pt x="592" y="4585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2"/>
                  </a:cubicBezTo>
                  <a:cubicBezTo>
                    <a:pt x="1" y="149"/>
                    <a:pt x="1" y="223"/>
                    <a:pt x="1" y="297"/>
                  </a:cubicBezTo>
                  <a:lnTo>
                    <a:pt x="1" y="4881"/>
                  </a:lnTo>
                  <a:cubicBezTo>
                    <a:pt x="1" y="4955"/>
                    <a:pt x="1" y="5066"/>
                    <a:pt x="74" y="5103"/>
                  </a:cubicBezTo>
                  <a:cubicBezTo>
                    <a:pt x="148" y="5177"/>
                    <a:pt x="222" y="5214"/>
                    <a:pt x="296" y="5214"/>
                  </a:cubicBezTo>
                  <a:lnTo>
                    <a:pt x="40188" y="5214"/>
                  </a:lnTo>
                  <a:cubicBezTo>
                    <a:pt x="40261" y="5214"/>
                    <a:pt x="40335" y="5177"/>
                    <a:pt x="40409" y="5103"/>
                  </a:cubicBezTo>
                  <a:cubicBezTo>
                    <a:pt x="40483" y="5066"/>
                    <a:pt x="40483" y="4955"/>
                    <a:pt x="40483" y="4881"/>
                  </a:cubicBezTo>
                  <a:lnTo>
                    <a:pt x="40483" y="297"/>
                  </a:lnTo>
                  <a:cubicBezTo>
                    <a:pt x="40483" y="223"/>
                    <a:pt x="40483" y="149"/>
                    <a:pt x="40409" y="112"/>
                  </a:cubicBezTo>
                  <a:cubicBezTo>
                    <a:pt x="40335" y="38"/>
                    <a:pt x="40261" y="1"/>
                    <a:pt x="40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51"/>
            <p:cNvSpPr/>
            <p:nvPr/>
          </p:nvSpPr>
          <p:spPr>
            <a:xfrm>
              <a:off x="1876875" y="3616300"/>
              <a:ext cx="4057550" cy="43475"/>
            </a:xfrm>
            <a:custGeom>
              <a:avLst/>
              <a:gdLst/>
              <a:ahLst/>
              <a:cxnLst/>
              <a:rect l="l" t="t" r="r" b="b"/>
              <a:pathLst>
                <a:path w="162302" h="1739" extrusionOk="0">
                  <a:moveTo>
                    <a:pt x="1" y="1"/>
                  </a:moveTo>
                  <a:lnTo>
                    <a:pt x="1" y="1739"/>
                  </a:lnTo>
                  <a:lnTo>
                    <a:pt x="162301" y="1739"/>
                  </a:lnTo>
                  <a:lnTo>
                    <a:pt x="1623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51"/>
            <p:cNvSpPr/>
            <p:nvPr/>
          </p:nvSpPr>
          <p:spPr>
            <a:xfrm>
              <a:off x="1868550" y="3608925"/>
              <a:ext cx="4073275" cy="59175"/>
            </a:xfrm>
            <a:custGeom>
              <a:avLst/>
              <a:gdLst/>
              <a:ahLst/>
              <a:cxnLst/>
              <a:rect l="l" t="t" r="r" b="b"/>
              <a:pathLst>
                <a:path w="162931" h="2367" extrusionOk="0">
                  <a:moveTo>
                    <a:pt x="162302" y="629"/>
                  </a:moveTo>
                  <a:lnTo>
                    <a:pt x="162302" y="1738"/>
                  </a:lnTo>
                  <a:lnTo>
                    <a:pt x="629" y="1738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2034"/>
                  </a:lnTo>
                  <a:cubicBezTo>
                    <a:pt x="1" y="2144"/>
                    <a:pt x="38" y="2218"/>
                    <a:pt x="112" y="2255"/>
                  </a:cubicBezTo>
                  <a:cubicBezTo>
                    <a:pt x="149" y="2329"/>
                    <a:pt x="223" y="2366"/>
                    <a:pt x="334" y="2366"/>
                  </a:cubicBezTo>
                  <a:lnTo>
                    <a:pt x="162634" y="2366"/>
                  </a:lnTo>
                  <a:cubicBezTo>
                    <a:pt x="162708" y="2366"/>
                    <a:pt x="162782" y="2329"/>
                    <a:pt x="162819" y="2255"/>
                  </a:cubicBezTo>
                  <a:cubicBezTo>
                    <a:pt x="162893" y="2218"/>
                    <a:pt x="162930" y="2144"/>
                    <a:pt x="162930" y="2034"/>
                  </a:cubicBezTo>
                  <a:lnTo>
                    <a:pt x="162930" y="296"/>
                  </a:lnTo>
                  <a:cubicBezTo>
                    <a:pt x="162930" y="222"/>
                    <a:pt x="162893" y="148"/>
                    <a:pt x="162819" y="74"/>
                  </a:cubicBezTo>
                  <a:cubicBezTo>
                    <a:pt x="162782" y="37"/>
                    <a:pt x="162708" y="0"/>
                    <a:pt x="162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51"/>
            <p:cNvSpPr/>
            <p:nvPr/>
          </p:nvSpPr>
          <p:spPr>
            <a:xfrm>
              <a:off x="4942650" y="3616300"/>
              <a:ext cx="991775" cy="43475"/>
            </a:xfrm>
            <a:custGeom>
              <a:avLst/>
              <a:gdLst/>
              <a:ahLst/>
              <a:cxnLst/>
              <a:rect l="l" t="t" r="r" b="b"/>
              <a:pathLst>
                <a:path w="39671" h="1739" extrusionOk="0">
                  <a:moveTo>
                    <a:pt x="1" y="1"/>
                  </a:moveTo>
                  <a:lnTo>
                    <a:pt x="1" y="1739"/>
                  </a:lnTo>
                  <a:lnTo>
                    <a:pt x="39670" y="1739"/>
                  </a:lnTo>
                  <a:lnTo>
                    <a:pt x="396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51"/>
            <p:cNvSpPr/>
            <p:nvPr/>
          </p:nvSpPr>
          <p:spPr>
            <a:xfrm>
              <a:off x="4935275" y="3608925"/>
              <a:ext cx="1006550" cy="59175"/>
            </a:xfrm>
            <a:custGeom>
              <a:avLst/>
              <a:gdLst/>
              <a:ahLst/>
              <a:cxnLst/>
              <a:rect l="l" t="t" r="r" b="b"/>
              <a:pathLst>
                <a:path w="40262" h="2367" extrusionOk="0">
                  <a:moveTo>
                    <a:pt x="39633" y="629"/>
                  </a:moveTo>
                  <a:lnTo>
                    <a:pt x="39633" y="1738"/>
                  </a:lnTo>
                  <a:lnTo>
                    <a:pt x="592" y="1738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0" y="148"/>
                    <a:pt x="0" y="222"/>
                    <a:pt x="0" y="296"/>
                  </a:cubicBezTo>
                  <a:lnTo>
                    <a:pt x="0" y="2034"/>
                  </a:lnTo>
                  <a:cubicBezTo>
                    <a:pt x="0" y="2144"/>
                    <a:pt x="0" y="2218"/>
                    <a:pt x="74" y="2255"/>
                  </a:cubicBezTo>
                  <a:cubicBezTo>
                    <a:pt x="148" y="2329"/>
                    <a:pt x="222" y="2366"/>
                    <a:pt x="296" y="2366"/>
                  </a:cubicBezTo>
                  <a:lnTo>
                    <a:pt x="39965" y="2366"/>
                  </a:lnTo>
                  <a:cubicBezTo>
                    <a:pt x="40039" y="2366"/>
                    <a:pt x="40113" y="2329"/>
                    <a:pt x="40150" y="2255"/>
                  </a:cubicBezTo>
                  <a:cubicBezTo>
                    <a:pt x="40224" y="2218"/>
                    <a:pt x="40261" y="2144"/>
                    <a:pt x="40261" y="2034"/>
                  </a:cubicBezTo>
                  <a:lnTo>
                    <a:pt x="40261" y="296"/>
                  </a:lnTo>
                  <a:cubicBezTo>
                    <a:pt x="40261" y="222"/>
                    <a:pt x="40224" y="148"/>
                    <a:pt x="40150" y="74"/>
                  </a:cubicBezTo>
                  <a:cubicBezTo>
                    <a:pt x="40113" y="37"/>
                    <a:pt x="40039" y="0"/>
                    <a:pt x="39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51"/>
            <p:cNvSpPr/>
            <p:nvPr/>
          </p:nvSpPr>
          <p:spPr>
            <a:xfrm>
              <a:off x="5555450" y="2786125"/>
              <a:ext cx="416875" cy="365650"/>
            </a:xfrm>
            <a:custGeom>
              <a:avLst/>
              <a:gdLst/>
              <a:ahLst/>
              <a:cxnLst/>
              <a:rect l="l" t="t" r="r" b="b"/>
              <a:pathLst>
                <a:path w="16675" h="14626" extrusionOk="0">
                  <a:moveTo>
                    <a:pt x="6176" y="1"/>
                  </a:moveTo>
                  <a:cubicBezTo>
                    <a:pt x="5854" y="1"/>
                    <a:pt x="5521" y="27"/>
                    <a:pt x="5176" y="82"/>
                  </a:cubicBezTo>
                  <a:cubicBezTo>
                    <a:pt x="555" y="785"/>
                    <a:pt x="0" y="2966"/>
                    <a:pt x="296" y="4260"/>
                  </a:cubicBezTo>
                  <a:cubicBezTo>
                    <a:pt x="296" y="4260"/>
                    <a:pt x="2736" y="9842"/>
                    <a:pt x="4289" y="12320"/>
                  </a:cubicBezTo>
                  <a:cubicBezTo>
                    <a:pt x="5353" y="13953"/>
                    <a:pt x="6550" y="14625"/>
                    <a:pt x="7480" y="14625"/>
                  </a:cubicBezTo>
                  <a:cubicBezTo>
                    <a:pt x="7939" y="14625"/>
                    <a:pt x="8333" y="14461"/>
                    <a:pt x="8615" y="14168"/>
                  </a:cubicBezTo>
                  <a:lnTo>
                    <a:pt x="11055" y="11728"/>
                  </a:lnTo>
                  <a:lnTo>
                    <a:pt x="14086" y="14464"/>
                  </a:lnTo>
                  <a:lnTo>
                    <a:pt x="16674" y="10582"/>
                  </a:lnTo>
                  <a:cubicBezTo>
                    <a:pt x="16674" y="10582"/>
                    <a:pt x="14382" y="7550"/>
                    <a:pt x="13384" y="5702"/>
                  </a:cubicBezTo>
                  <a:cubicBezTo>
                    <a:pt x="12426" y="3958"/>
                    <a:pt x="10141" y="1"/>
                    <a:pt x="6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51"/>
            <p:cNvSpPr/>
            <p:nvPr/>
          </p:nvSpPr>
          <p:spPr>
            <a:xfrm>
              <a:off x="5552675" y="2778000"/>
              <a:ext cx="427950" cy="381750"/>
            </a:xfrm>
            <a:custGeom>
              <a:avLst/>
              <a:gdLst/>
              <a:ahLst/>
              <a:cxnLst/>
              <a:rect l="l" t="t" r="r" b="b"/>
              <a:pathLst>
                <a:path w="17118" h="15270" extrusionOk="0">
                  <a:moveTo>
                    <a:pt x="6249" y="629"/>
                  </a:moveTo>
                  <a:cubicBezTo>
                    <a:pt x="8134" y="629"/>
                    <a:pt x="9650" y="1553"/>
                    <a:pt x="10796" y="2736"/>
                  </a:cubicBezTo>
                  <a:cubicBezTo>
                    <a:pt x="11942" y="3919"/>
                    <a:pt x="12755" y="5287"/>
                    <a:pt x="13199" y="6175"/>
                  </a:cubicBezTo>
                  <a:cubicBezTo>
                    <a:pt x="14086" y="7790"/>
                    <a:pt x="15895" y="10246"/>
                    <a:pt x="16396" y="10917"/>
                  </a:cubicBezTo>
                  <a:lnTo>
                    <a:pt x="16396" y="10917"/>
                  </a:lnTo>
                  <a:lnTo>
                    <a:pt x="14123" y="14308"/>
                  </a:lnTo>
                  <a:lnTo>
                    <a:pt x="11387" y="11831"/>
                  </a:lnTo>
                  <a:cubicBezTo>
                    <a:pt x="11332" y="11776"/>
                    <a:pt x="11258" y="11748"/>
                    <a:pt x="11180" y="11748"/>
                  </a:cubicBezTo>
                  <a:cubicBezTo>
                    <a:pt x="11101" y="11748"/>
                    <a:pt x="11018" y="11776"/>
                    <a:pt x="10944" y="11831"/>
                  </a:cubicBezTo>
                  <a:cubicBezTo>
                    <a:pt x="10944" y="11831"/>
                    <a:pt x="9391" y="13421"/>
                    <a:pt x="8504" y="14271"/>
                  </a:cubicBezTo>
                  <a:cubicBezTo>
                    <a:pt x="8282" y="14493"/>
                    <a:pt x="7986" y="14641"/>
                    <a:pt x="7616" y="14641"/>
                  </a:cubicBezTo>
                  <a:cubicBezTo>
                    <a:pt x="6840" y="14641"/>
                    <a:pt x="5694" y="14049"/>
                    <a:pt x="4659" y="12460"/>
                  </a:cubicBezTo>
                  <a:cubicBezTo>
                    <a:pt x="3919" y="11277"/>
                    <a:pt x="2884" y="9243"/>
                    <a:pt x="2108" y="7543"/>
                  </a:cubicBezTo>
                  <a:cubicBezTo>
                    <a:pt x="1701" y="6692"/>
                    <a:pt x="1331" y="5916"/>
                    <a:pt x="1073" y="5361"/>
                  </a:cubicBezTo>
                  <a:cubicBezTo>
                    <a:pt x="883" y="4955"/>
                    <a:pt x="753" y="4647"/>
                    <a:pt x="697" y="4512"/>
                  </a:cubicBezTo>
                  <a:lnTo>
                    <a:pt x="697" y="4512"/>
                  </a:lnTo>
                  <a:lnTo>
                    <a:pt x="703" y="4511"/>
                  </a:lnTo>
                  <a:cubicBezTo>
                    <a:pt x="666" y="4363"/>
                    <a:pt x="629" y="4178"/>
                    <a:pt x="629" y="4030"/>
                  </a:cubicBezTo>
                  <a:cubicBezTo>
                    <a:pt x="629" y="3439"/>
                    <a:pt x="851" y="2810"/>
                    <a:pt x="1516" y="2182"/>
                  </a:cubicBezTo>
                  <a:cubicBezTo>
                    <a:pt x="2182" y="1590"/>
                    <a:pt x="3365" y="999"/>
                    <a:pt x="5324" y="703"/>
                  </a:cubicBezTo>
                  <a:cubicBezTo>
                    <a:pt x="5657" y="666"/>
                    <a:pt x="5953" y="629"/>
                    <a:pt x="6249" y="629"/>
                  </a:cubicBezTo>
                  <a:close/>
                  <a:moveTo>
                    <a:pt x="6249" y="1"/>
                  </a:moveTo>
                  <a:cubicBezTo>
                    <a:pt x="5916" y="1"/>
                    <a:pt x="5583" y="37"/>
                    <a:pt x="5250" y="111"/>
                  </a:cubicBezTo>
                  <a:cubicBezTo>
                    <a:pt x="3217" y="407"/>
                    <a:pt x="1923" y="999"/>
                    <a:pt x="1110" y="1738"/>
                  </a:cubicBezTo>
                  <a:cubicBezTo>
                    <a:pt x="296" y="2441"/>
                    <a:pt x="1" y="3291"/>
                    <a:pt x="38" y="4030"/>
                  </a:cubicBezTo>
                  <a:cubicBezTo>
                    <a:pt x="38" y="4252"/>
                    <a:pt x="38" y="4437"/>
                    <a:pt x="74" y="4659"/>
                  </a:cubicBezTo>
                  <a:lnTo>
                    <a:pt x="111" y="4696"/>
                  </a:lnTo>
                  <a:cubicBezTo>
                    <a:pt x="111" y="4696"/>
                    <a:pt x="740" y="6101"/>
                    <a:pt x="1516" y="7801"/>
                  </a:cubicBezTo>
                  <a:cubicBezTo>
                    <a:pt x="2330" y="9539"/>
                    <a:pt x="3365" y="11535"/>
                    <a:pt x="4141" y="12792"/>
                  </a:cubicBezTo>
                  <a:cubicBezTo>
                    <a:pt x="5250" y="14493"/>
                    <a:pt x="6507" y="15232"/>
                    <a:pt x="7616" y="15269"/>
                  </a:cubicBezTo>
                  <a:cubicBezTo>
                    <a:pt x="8134" y="15269"/>
                    <a:pt x="8615" y="15048"/>
                    <a:pt x="8947" y="14715"/>
                  </a:cubicBezTo>
                  <a:lnTo>
                    <a:pt x="10500" y="13162"/>
                  </a:lnTo>
                  <a:lnTo>
                    <a:pt x="11193" y="12469"/>
                  </a:lnTo>
                  <a:lnTo>
                    <a:pt x="13975" y="15011"/>
                  </a:lnTo>
                  <a:cubicBezTo>
                    <a:pt x="14030" y="15065"/>
                    <a:pt x="14103" y="15099"/>
                    <a:pt x="14168" y="15099"/>
                  </a:cubicBezTo>
                  <a:cubicBezTo>
                    <a:pt x="14192" y="15099"/>
                    <a:pt x="14214" y="15094"/>
                    <a:pt x="14234" y="15085"/>
                  </a:cubicBezTo>
                  <a:cubicBezTo>
                    <a:pt x="14308" y="15085"/>
                    <a:pt x="14419" y="15048"/>
                    <a:pt x="14456" y="14974"/>
                  </a:cubicBezTo>
                  <a:lnTo>
                    <a:pt x="17044" y="11092"/>
                  </a:lnTo>
                  <a:cubicBezTo>
                    <a:pt x="17118" y="10981"/>
                    <a:pt x="17118" y="10833"/>
                    <a:pt x="17044" y="10722"/>
                  </a:cubicBezTo>
                  <a:cubicBezTo>
                    <a:pt x="17044" y="10722"/>
                    <a:pt x="16896" y="10537"/>
                    <a:pt x="16674" y="10204"/>
                  </a:cubicBezTo>
                  <a:cubicBezTo>
                    <a:pt x="15972" y="9280"/>
                    <a:pt x="14493" y="7247"/>
                    <a:pt x="13754" y="5879"/>
                  </a:cubicBezTo>
                  <a:cubicBezTo>
                    <a:pt x="13273" y="4992"/>
                    <a:pt x="12460" y="3550"/>
                    <a:pt x="11240" y="2293"/>
                  </a:cubicBezTo>
                  <a:cubicBezTo>
                    <a:pt x="10020" y="1073"/>
                    <a:pt x="8356" y="1"/>
                    <a:pt x="6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51"/>
            <p:cNvSpPr/>
            <p:nvPr/>
          </p:nvSpPr>
          <p:spPr>
            <a:xfrm>
              <a:off x="5414950" y="2624850"/>
              <a:ext cx="546275" cy="391175"/>
            </a:xfrm>
            <a:custGeom>
              <a:avLst/>
              <a:gdLst/>
              <a:ahLst/>
              <a:cxnLst/>
              <a:rect l="l" t="t" r="r" b="b"/>
              <a:pathLst>
                <a:path w="21851" h="15647" extrusionOk="0">
                  <a:moveTo>
                    <a:pt x="13545" y="0"/>
                  </a:moveTo>
                  <a:cubicBezTo>
                    <a:pt x="11427" y="0"/>
                    <a:pt x="9026" y="650"/>
                    <a:pt x="6619" y="2060"/>
                  </a:cubicBezTo>
                  <a:cubicBezTo>
                    <a:pt x="999" y="5387"/>
                    <a:pt x="1" y="11265"/>
                    <a:pt x="3033" y="12153"/>
                  </a:cubicBezTo>
                  <a:cubicBezTo>
                    <a:pt x="3273" y="12221"/>
                    <a:pt x="3520" y="12252"/>
                    <a:pt x="3773" y="12252"/>
                  </a:cubicBezTo>
                  <a:cubicBezTo>
                    <a:pt x="6670" y="12252"/>
                    <a:pt x="10204" y="8124"/>
                    <a:pt x="10205" y="8123"/>
                  </a:cubicBezTo>
                  <a:lnTo>
                    <a:pt x="10205" y="8123"/>
                  </a:lnTo>
                  <a:cubicBezTo>
                    <a:pt x="8763" y="10711"/>
                    <a:pt x="11351" y="10711"/>
                    <a:pt x="11351" y="10711"/>
                  </a:cubicBezTo>
                  <a:cubicBezTo>
                    <a:pt x="11351" y="10711"/>
                    <a:pt x="11499" y="12412"/>
                    <a:pt x="12238" y="13595"/>
                  </a:cubicBezTo>
                  <a:cubicBezTo>
                    <a:pt x="12355" y="13785"/>
                    <a:pt x="12456" y="13864"/>
                    <a:pt x="12544" y="13864"/>
                  </a:cubicBezTo>
                  <a:cubicBezTo>
                    <a:pt x="12986" y="13864"/>
                    <a:pt x="13089" y="11857"/>
                    <a:pt x="13089" y="11857"/>
                  </a:cubicBezTo>
                  <a:cubicBezTo>
                    <a:pt x="13089" y="11857"/>
                    <a:pt x="15529" y="14297"/>
                    <a:pt x="17414" y="15295"/>
                  </a:cubicBezTo>
                  <a:cubicBezTo>
                    <a:pt x="17865" y="15539"/>
                    <a:pt x="18268" y="15646"/>
                    <a:pt x="18625" y="15646"/>
                  </a:cubicBezTo>
                  <a:cubicBezTo>
                    <a:pt x="19731" y="15646"/>
                    <a:pt x="20397" y="14620"/>
                    <a:pt x="20704" y="13447"/>
                  </a:cubicBezTo>
                  <a:cubicBezTo>
                    <a:pt x="21148" y="11857"/>
                    <a:pt x="21851" y="6829"/>
                    <a:pt x="19854" y="3206"/>
                  </a:cubicBezTo>
                  <a:cubicBezTo>
                    <a:pt x="18692" y="1156"/>
                    <a:pt x="16370" y="0"/>
                    <a:pt x="13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51"/>
            <p:cNvSpPr/>
            <p:nvPr/>
          </p:nvSpPr>
          <p:spPr>
            <a:xfrm>
              <a:off x="5440850" y="2617175"/>
              <a:ext cx="512050" cy="406700"/>
            </a:xfrm>
            <a:custGeom>
              <a:avLst/>
              <a:gdLst/>
              <a:ahLst/>
              <a:cxnLst/>
              <a:rect l="l" t="t" r="r" b="b"/>
              <a:pathLst>
                <a:path w="20482" h="16268" extrusionOk="0">
                  <a:moveTo>
                    <a:pt x="12496" y="629"/>
                  </a:moveTo>
                  <a:cubicBezTo>
                    <a:pt x="15269" y="629"/>
                    <a:pt x="17450" y="1738"/>
                    <a:pt x="18559" y="3698"/>
                  </a:cubicBezTo>
                  <a:cubicBezTo>
                    <a:pt x="19558" y="5472"/>
                    <a:pt x="19853" y="7654"/>
                    <a:pt x="19853" y="9576"/>
                  </a:cubicBezTo>
                  <a:cubicBezTo>
                    <a:pt x="19853" y="11351"/>
                    <a:pt x="19595" y="12940"/>
                    <a:pt x="19373" y="13680"/>
                  </a:cubicBezTo>
                  <a:cubicBezTo>
                    <a:pt x="19225" y="14234"/>
                    <a:pt x="19003" y="14752"/>
                    <a:pt x="18707" y="15122"/>
                  </a:cubicBezTo>
                  <a:cubicBezTo>
                    <a:pt x="18374" y="15454"/>
                    <a:pt x="18042" y="15639"/>
                    <a:pt x="17598" y="15676"/>
                  </a:cubicBezTo>
                  <a:cubicBezTo>
                    <a:pt x="17302" y="15676"/>
                    <a:pt x="16933" y="15565"/>
                    <a:pt x="16526" y="15343"/>
                  </a:cubicBezTo>
                  <a:cubicBezTo>
                    <a:pt x="15639" y="14863"/>
                    <a:pt x="14567" y="14013"/>
                    <a:pt x="13716" y="13273"/>
                  </a:cubicBezTo>
                  <a:cubicBezTo>
                    <a:pt x="13310" y="12903"/>
                    <a:pt x="12940" y="12571"/>
                    <a:pt x="12681" y="12349"/>
                  </a:cubicBezTo>
                  <a:cubicBezTo>
                    <a:pt x="12533" y="12201"/>
                    <a:pt x="12459" y="12127"/>
                    <a:pt x="12385" y="12053"/>
                  </a:cubicBezTo>
                  <a:cubicBezTo>
                    <a:pt x="12311" y="11979"/>
                    <a:pt x="12274" y="11942"/>
                    <a:pt x="12274" y="11942"/>
                  </a:cubicBezTo>
                  <a:cubicBezTo>
                    <a:pt x="12220" y="11888"/>
                    <a:pt x="12126" y="11854"/>
                    <a:pt x="12037" y="11854"/>
                  </a:cubicBezTo>
                  <a:cubicBezTo>
                    <a:pt x="12004" y="11854"/>
                    <a:pt x="11971" y="11858"/>
                    <a:pt x="11942" y="11868"/>
                  </a:cubicBezTo>
                  <a:cubicBezTo>
                    <a:pt x="11831" y="11905"/>
                    <a:pt x="11757" y="12016"/>
                    <a:pt x="11757" y="12127"/>
                  </a:cubicBezTo>
                  <a:cubicBezTo>
                    <a:pt x="11757" y="12127"/>
                    <a:pt x="11757" y="12275"/>
                    <a:pt x="11720" y="12460"/>
                  </a:cubicBezTo>
                  <a:cubicBezTo>
                    <a:pt x="11720" y="12719"/>
                    <a:pt x="11646" y="13125"/>
                    <a:pt x="11572" y="13458"/>
                  </a:cubicBezTo>
                  <a:cubicBezTo>
                    <a:pt x="11544" y="13571"/>
                    <a:pt x="11515" y="13684"/>
                    <a:pt x="11487" y="13764"/>
                  </a:cubicBezTo>
                  <a:lnTo>
                    <a:pt x="11487" y="13764"/>
                  </a:lnTo>
                  <a:cubicBezTo>
                    <a:pt x="11479" y="13750"/>
                    <a:pt x="11470" y="13734"/>
                    <a:pt x="11461" y="13717"/>
                  </a:cubicBezTo>
                  <a:cubicBezTo>
                    <a:pt x="11128" y="13199"/>
                    <a:pt x="10906" y="12497"/>
                    <a:pt x="10796" y="11942"/>
                  </a:cubicBezTo>
                  <a:cubicBezTo>
                    <a:pt x="10722" y="11683"/>
                    <a:pt x="10685" y="11425"/>
                    <a:pt x="10685" y="11240"/>
                  </a:cubicBezTo>
                  <a:cubicBezTo>
                    <a:pt x="10648" y="11166"/>
                    <a:pt x="10648" y="11092"/>
                    <a:pt x="10648" y="11055"/>
                  </a:cubicBezTo>
                  <a:lnTo>
                    <a:pt x="10648" y="10981"/>
                  </a:lnTo>
                  <a:cubicBezTo>
                    <a:pt x="10611" y="10833"/>
                    <a:pt x="10500" y="10685"/>
                    <a:pt x="10315" y="10685"/>
                  </a:cubicBezTo>
                  <a:cubicBezTo>
                    <a:pt x="10241" y="10685"/>
                    <a:pt x="9908" y="10685"/>
                    <a:pt x="9575" y="10537"/>
                  </a:cubicBezTo>
                  <a:cubicBezTo>
                    <a:pt x="9428" y="10463"/>
                    <a:pt x="9317" y="10389"/>
                    <a:pt x="9206" y="10278"/>
                  </a:cubicBezTo>
                  <a:cubicBezTo>
                    <a:pt x="9132" y="10131"/>
                    <a:pt x="9058" y="9983"/>
                    <a:pt x="9058" y="9761"/>
                  </a:cubicBezTo>
                  <a:cubicBezTo>
                    <a:pt x="9058" y="9502"/>
                    <a:pt x="9169" y="9095"/>
                    <a:pt x="9465" y="8578"/>
                  </a:cubicBezTo>
                  <a:cubicBezTo>
                    <a:pt x="9539" y="8430"/>
                    <a:pt x="9502" y="8245"/>
                    <a:pt x="9354" y="8171"/>
                  </a:cubicBezTo>
                  <a:cubicBezTo>
                    <a:pt x="9307" y="8125"/>
                    <a:pt x="9248" y="8104"/>
                    <a:pt x="9186" y="8104"/>
                  </a:cubicBezTo>
                  <a:cubicBezTo>
                    <a:pt x="9101" y="8104"/>
                    <a:pt x="9011" y="8144"/>
                    <a:pt x="8947" y="8208"/>
                  </a:cubicBezTo>
                  <a:lnTo>
                    <a:pt x="8910" y="8245"/>
                  </a:lnTo>
                  <a:cubicBezTo>
                    <a:pt x="8725" y="8467"/>
                    <a:pt x="7801" y="9502"/>
                    <a:pt x="6618" y="10426"/>
                  </a:cubicBezTo>
                  <a:cubicBezTo>
                    <a:pt x="5435" y="11388"/>
                    <a:pt x="3956" y="12238"/>
                    <a:pt x="2736" y="12238"/>
                  </a:cubicBezTo>
                  <a:cubicBezTo>
                    <a:pt x="2514" y="12238"/>
                    <a:pt x="2292" y="12201"/>
                    <a:pt x="2070" y="12164"/>
                  </a:cubicBezTo>
                  <a:cubicBezTo>
                    <a:pt x="1590" y="12016"/>
                    <a:pt x="1257" y="11757"/>
                    <a:pt x="998" y="11351"/>
                  </a:cubicBezTo>
                  <a:cubicBezTo>
                    <a:pt x="740" y="10981"/>
                    <a:pt x="629" y="10463"/>
                    <a:pt x="629" y="9872"/>
                  </a:cubicBezTo>
                  <a:cubicBezTo>
                    <a:pt x="629" y="8800"/>
                    <a:pt x="1035" y="7506"/>
                    <a:pt x="1886" y="6249"/>
                  </a:cubicBezTo>
                  <a:cubicBezTo>
                    <a:pt x="2699" y="4955"/>
                    <a:pt x="3993" y="3661"/>
                    <a:pt x="5731" y="2626"/>
                  </a:cubicBezTo>
                  <a:cubicBezTo>
                    <a:pt x="8097" y="1258"/>
                    <a:pt x="10463" y="629"/>
                    <a:pt x="12496" y="629"/>
                  </a:cubicBezTo>
                  <a:close/>
                  <a:moveTo>
                    <a:pt x="12496" y="1"/>
                  </a:moveTo>
                  <a:cubicBezTo>
                    <a:pt x="10315" y="1"/>
                    <a:pt x="7875" y="666"/>
                    <a:pt x="5435" y="2108"/>
                  </a:cubicBezTo>
                  <a:cubicBezTo>
                    <a:pt x="3623" y="3180"/>
                    <a:pt x="2255" y="4511"/>
                    <a:pt x="1368" y="5879"/>
                  </a:cubicBezTo>
                  <a:cubicBezTo>
                    <a:pt x="444" y="7284"/>
                    <a:pt x="0" y="8652"/>
                    <a:pt x="0" y="9872"/>
                  </a:cubicBezTo>
                  <a:cubicBezTo>
                    <a:pt x="0" y="10537"/>
                    <a:pt x="148" y="11166"/>
                    <a:pt x="481" y="11683"/>
                  </a:cubicBezTo>
                  <a:cubicBezTo>
                    <a:pt x="776" y="12201"/>
                    <a:pt x="1294" y="12571"/>
                    <a:pt x="1886" y="12756"/>
                  </a:cubicBezTo>
                  <a:cubicBezTo>
                    <a:pt x="2181" y="12829"/>
                    <a:pt x="2440" y="12866"/>
                    <a:pt x="2736" y="12866"/>
                  </a:cubicBezTo>
                  <a:cubicBezTo>
                    <a:pt x="4363" y="12829"/>
                    <a:pt x="5989" y="11757"/>
                    <a:pt x="7246" y="10722"/>
                  </a:cubicBezTo>
                  <a:cubicBezTo>
                    <a:pt x="7697" y="10351"/>
                    <a:pt x="8100" y="9975"/>
                    <a:pt x="8433" y="9646"/>
                  </a:cubicBezTo>
                  <a:lnTo>
                    <a:pt x="8433" y="9646"/>
                  </a:lnTo>
                  <a:cubicBezTo>
                    <a:pt x="8431" y="9685"/>
                    <a:pt x="8429" y="9723"/>
                    <a:pt x="8429" y="9761"/>
                  </a:cubicBezTo>
                  <a:cubicBezTo>
                    <a:pt x="8429" y="10131"/>
                    <a:pt x="8577" y="10463"/>
                    <a:pt x="8762" y="10685"/>
                  </a:cubicBezTo>
                  <a:cubicBezTo>
                    <a:pt x="9058" y="11018"/>
                    <a:pt x="9428" y="11166"/>
                    <a:pt x="9760" y="11240"/>
                  </a:cubicBezTo>
                  <a:cubicBezTo>
                    <a:pt x="9864" y="11266"/>
                    <a:pt x="9963" y="11283"/>
                    <a:pt x="10049" y="11293"/>
                  </a:cubicBezTo>
                  <a:lnTo>
                    <a:pt x="10049" y="11293"/>
                  </a:lnTo>
                  <a:cubicBezTo>
                    <a:pt x="10075" y="11486"/>
                    <a:pt x="10123" y="11766"/>
                    <a:pt x="10204" y="12090"/>
                  </a:cubicBezTo>
                  <a:cubicBezTo>
                    <a:pt x="10315" y="12682"/>
                    <a:pt x="10537" y="13421"/>
                    <a:pt x="10943" y="14049"/>
                  </a:cubicBezTo>
                  <a:cubicBezTo>
                    <a:pt x="11017" y="14160"/>
                    <a:pt x="11091" y="14271"/>
                    <a:pt x="11165" y="14345"/>
                  </a:cubicBezTo>
                  <a:cubicBezTo>
                    <a:pt x="11239" y="14419"/>
                    <a:pt x="11350" y="14456"/>
                    <a:pt x="11498" y="14456"/>
                  </a:cubicBezTo>
                  <a:cubicBezTo>
                    <a:pt x="11683" y="14456"/>
                    <a:pt x="11831" y="14345"/>
                    <a:pt x="11905" y="14271"/>
                  </a:cubicBezTo>
                  <a:cubicBezTo>
                    <a:pt x="12016" y="14086"/>
                    <a:pt x="12089" y="13902"/>
                    <a:pt x="12163" y="13680"/>
                  </a:cubicBezTo>
                  <a:cubicBezTo>
                    <a:pt x="12226" y="13412"/>
                    <a:pt x="12269" y="13104"/>
                    <a:pt x="12298" y="12836"/>
                  </a:cubicBezTo>
                  <a:lnTo>
                    <a:pt x="12298" y="12836"/>
                  </a:lnTo>
                  <a:cubicBezTo>
                    <a:pt x="12557" y="13081"/>
                    <a:pt x="12909" y="13405"/>
                    <a:pt x="13310" y="13754"/>
                  </a:cubicBezTo>
                  <a:cubicBezTo>
                    <a:pt x="14160" y="14493"/>
                    <a:pt x="15269" y="15343"/>
                    <a:pt x="16230" y="15898"/>
                  </a:cubicBezTo>
                  <a:cubicBezTo>
                    <a:pt x="16711" y="16157"/>
                    <a:pt x="17154" y="16268"/>
                    <a:pt x="17598" y="16268"/>
                  </a:cubicBezTo>
                  <a:cubicBezTo>
                    <a:pt x="18264" y="16268"/>
                    <a:pt x="18781" y="15972"/>
                    <a:pt x="19151" y="15491"/>
                  </a:cubicBezTo>
                  <a:cubicBezTo>
                    <a:pt x="19558" y="15048"/>
                    <a:pt x="19816" y="14456"/>
                    <a:pt x="19964" y="13828"/>
                  </a:cubicBezTo>
                  <a:cubicBezTo>
                    <a:pt x="20186" y="13014"/>
                    <a:pt x="20482" y="11425"/>
                    <a:pt x="20482" y="9576"/>
                  </a:cubicBezTo>
                  <a:cubicBezTo>
                    <a:pt x="20482" y="7580"/>
                    <a:pt x="20149" y="5287"/>
                    <a:pt x="19077" y="3365"/>
                  </a:cubicBezTo>
                  <a:cubicBezTo>
                    <a:pt x="17857" y="1221"/>
                    <a:pt x="15417" y="1"/>
                    <a:pt x="12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51"/>
            <p:cNvSpPr/>
            <p:nvPr/>
          </p:nvSpPr>
          <p:spPr>
            <a:xfrm>
              <a:off x="5732875" y="2898975"/>
              <a:ext cx="70300" cy="90700"/>
            </a:xfrm>
            <a:custGeom>
              <a:avLst/>
              <a:gdLst/>
              <a:ahLst/>
              <a:cxnLst/>
              <a:rect l="l" t="t" r="r" b="b"/>
              <a:pathLst>
                <a:path w="2812" h="3628" extrusionOk="0">
                  <a:moveTo>
                    <a:pt x="1120" y="1"/>
                  </a:moveTo>
                  <a:cubicBezTo>
                    <a:pt x="0" y="1"/>
                    <a:pt x="519" y="2888"/>
                    <a:pt x="519" y="2888"/>
                  </a:cubicBezTo>
                  <a:lnTo>
                    <a:pt x="1961" y="3628"/>
                  </a:lnTo>
                  <a:cubicBezTo>
                    <a:pt x="2664" y="2334"/>
                    <a:pt x="2812" y="448"/>
                    <a:pt x="1370" y="42"/>
                  </a:cubicBezTo>
                  <a:cubicBezTo>
                    <a:pt x="1279" y="14"/>
                    <a:pt x="1196" y="1"/>
                    <a:pt x="1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51"/>
            <p:cNvSpPr/>
            <p:nvPr/>
          </p:nvSpPr>
          <p:spPr>
            <a:xfrm>
              <a:off x="5735675" y="2890750"/>
              <a:ext cx="67500" cy="106325"/>
            </a:xfrm>
            <a:custGeom>
              <a:avLst/>
              <a:gdLst/>
              <a:ahLst/>
              <a:cxnLst/>
              <a:rect l="l" t="t" r="r" b="b"/>
              <a:pathLst>
                <a:path w="2700" h="4253" extrusionOk="0">
                  <a:moveTo>
                    <a:pt x="1036" y="1"/>
                  </a:moveTo>
                  <a:cubicBezTo>
                    <a:pt x="814" y="1"/>
                    <a:pt x="592" y="75"/>
                    <a:pt x="444" y="223"/>
                  </a:cubicBezTo>
                  <a:cubicBezTo>
                    <a:pt x="223" y="445"/>
                    <a:pt x="149" y="703"/>
                    <a:pt x="75" y="999"/>
                  </a:cubicBezTo>
                  <a:cubicBezTo>
                    <a:pt x="1" y="1258"/>
                    <a:pt x="1" y="1591"/>
                    <a:pt x="1" y="1886"/>
                  </a:cubicBezTo>
                  <a:cubicBezTo>
                    <a:pt x="1" y="2626"/>
                    <a:pt x="112" y="3291"/>
                    <a:pt x="112" y="3291"/>
                  </a:cubicBezTo>
                  <a:cubicBezTo>
                    <a:pt x="149" y="3439"/>
                    <a:pt x="296" y="3550"/>
                    <a:pt x="444" y="3550"/>
                  </a:cubicBezTo>
                  <a:cubicBezTo>
                    <a:pt x="629" y="3513"/>
                    <a:pt x="740" y="3328"/>
                    <a:pt x="703" y="3180"/>
                  </a:cubicBezTo>
                  <a:cubicBezTo>
                    <a:pt x="703" y="3180"/>
                    <a:pt x="703" y="3143"/>
                    <a:pt x="703" y="3070"/>
                  </a:cubicBezTo>
                  <a:cubicBezTo>
                    <a:pt x="666" y="2848"/>
                    <a:pt x="592" y="2367"/>
                    <a:pt x="592" y="1886"/>
                  </a:cubicBezTo>
                  <a:cubicBezTo>
                    <a:pt x="592" y="1517"/>
                    <a:pt x="629" y="1147"/>
                    <a:pt x="740" y="925"/>
                  </a:cubicBezTo>
                  <a:cubicBezTo>
                    <a:pt x="777" y="814"/>
                    <a:pt x="814" y="740"/>
                    <a:pt x="851" y="666"/>
                  </a:cubicBezTo>
                  <a:cubicBezTo>
                    <a:pt x="925" y="629"/>
                    <a:pt x="962" y="629"/>
                    <a:pt x="1036" y="629"/>
                  </a:cubicBezTo>
                  <a:cubicBezTo>
                    <a:pt x="1073" y="629"/>
                    <a:pt x="1110" y="629"/>
                    <a:pt x="1184" y="666"/>
                  </a:cubicBezTo>
                  <a:cubicBezTo>
                    <a:pt x="1517" y="740"/>
                    <a:pt x="1701" y="925"/>
                    <a:pt x="1849" y="1147"/>
                  </a:cubicBezTo>
                  <a:cubicBezTo>
                    <a:pt x="1997" y="1406"/>
                    <a:pt x="2071" y="1702"/>
                    <a:pt x="2071" y="2034"/>
                  </a:cubicBezTo>
                  <a:cubicBezTo>
                    <a:pt x="2071" y="2589"/>
                    <a:pt x="1886" y="3254"/>
                    <a:pt x="1590" y="3809"/>
                  </a:cubicBezTo>
                  <a:cubicBezTo>
                    <a:pt x="1480" y="3957"/>
                    <a:pt x="1553" y="4142"/>
                    <a:pt x="1701" y="4216"/>
                  </a:cubicBezTo>
                  <a:cubicBezTo>
                    <a:pt x="1751" y="4240"/>
                    <a:pt x="1804" y="4253"/>
                    <a:pt x="1856" y="4253"/>
                  </a:cubicBezTo>
                  <a:cubicBezTo>
                    <a:pt x="1960" y="4253"/>
                    <a:pt x="2059" y="4203"/>
                    <a:pt x="2108" y="4105"/>
                  </a:cubicBezTo>
                  <a:cubicBezTo>
                    <a:pt x="2441" y="3476"/>
                    <a:pt x="2700" y="2737"/>
                    <a:pt x="2700" y="2034"/>
                  </a:cubicBezTo>
                  <a:cubicBezTo>
                    <a:pt x="2700" y="1628"/>
                    <a:pt x="2589" y="1184"/>
                    <a:pt x="2367" y="851"/>
                  </a:cubicBezTo>
                  <a:cubicBezTo>
                    <a:pt x="2182" y="482"/>
                    <a:pt x="1812" y="186"/>
                    <a:pt x="1369" y="75"/>
                  </a:cubicBezTo>
                  <a:cubicBezTo>
                    <a:pt x="1258" y="38"/>
                    <a:pt x="1147" y="1"/>
                    <a:pt x="1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51"/>
            <p:cNvSpPr/>
            <p:nvPr/>
          </p:nvSpPr>
          <p:spPr>
            <a:xfrm>
              <a:off x="5487050" y="4141300"/>
              <a:ext cx="251425" cy="785650"/>
            </a:xfrm>
            <a:custGeom>
              <a:avLst/>
              <a:gdLst/>
              <a:ahLst/>
              <a:cxnLst/>
              <a:rect l="l" t="t" r="r" b="b"/>
              <a:pathLst>
                <a:path w="10057" h="31426" extrusionOk="0">
                  <a:moveTo>
                    <a:pt x="7395" y="0"/>
                  </a:moveTo>
                  <a:lnTo>
                    <a:pt x="1" y="407"/>
                  </a:lnTo>
                  <a:lnTo>
                    <a:pt x="6581" y="31241"/>
                  </a:lnTo>
                  <a:lnTo>
                    <a:pt x="10057" y="31425"/>
                  </a:lnTo>
                  <a:lnTo>
                    <a:pt x="73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51"/>
            <p:cNvSpPr/>
            <p:nvPr/>
          </p:nvSpPr>
          <p:spPr>
            <a:xfrm>
              <a:off x="5478725" y="4133900"/>
              <a:ext cx="268075" cy="801375"/>
            </a:xfrm>
            <a:custGeom>
              <a:avLst/>
              <a:gdLst/>
              <a:ahLst/>
              <a:cxnLst/>
              <a:rect l="l" t="t" r="r" b="b"/>
              <a:pathLst>
                <a:path w="10723" h="32055" extrusionOk="0">
                  <a:moveTo>
                    <a:pt x="7432" y="629"/>
                  </a:moveTo>
                  <a:lnTo>
                    <a:pt x="10057" y="31389"/>
                  </a:lnTo>
                  <a:lnTo>
                    <a:pt x="7173" y="31241"/>
                  </a:lnTo>
                  <a:lnTo>
                    <a:pt x="704" y="1017"/>
                  </a:lnTo>
                  <a:lnTo>
                    <a:pt x="704" y="1017"/>
                  </a:lnTo>
                  <a:lnTo>
                    <a:pt x="7432" y="629"/>
                  </a:lnTo>
                  <a:close/>
                  <a:moveTo>
                    <a:pt x="7728" y="1"/>
                  </a:moveTo>
                  <a:lnTo>
                    <a:pt x="334" y="407"/>
                  </a:lnTo>
                  <a:cubicBezTo>
                    <a:pt x="223" y="407"/>
                    <a:pt x="149" y="444"/>
                    <a:pt x="75" y="518"/>
                  </a:cubicBezTo>
                  <a:cubicBezTo>
                    <a:pt x="38" y="592"/>
                    <a:pt x="1" y="703"/>
                    <a:pt x="38" y="777"/>
                  </a:cubicBezTo>
                  <a:lnTo>
                    <a:pt x="6619" y="31574"/>
                  </a:lnTo>
                  <a:cubicBezTo>
                    <a:pt x="6619" y="31721"/>
                    <a:pt x="6767" y="31832"/>
                    <a:pt x="6877" y="31832"/>
                  </a:cubicBezTo>
                  <a:lnTo>
                    <a:pt x="10390" y="32054"/>
                  </a:lnTo>
                  <a:cubicBezTo>
                    <a:pt x="10464" y="32054"/>
                    <a:pt x="10574" y="32017"/>
                    <a:pt x="10611" y="31943"/>
                  </a:cubicBezTo>
                  <a:cubicBezTo>
                    <a:pt x="10685" y="31869"/>
                    <a:pt x="10722" y="31795"/>
                    <a:pt x="10722" y="31721"/>
                  </a:cubicBezTo>
                  <a:lnTo>
                    <a:pt x="8024" y="296"/>
                  </a:lnTo>
                  <a:cubicBezTo>
                    <a:pt x="8024" y="111"/>
                    <a:pt x="7876" y="1"/>
                    <a:pt x="7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51"/>
            <p:cNvSpPr/>
            <p:nvPr/>
          </p:nvSpPr>
          <p:spPr>
            <a:xfrm>
              <a:off x="5471350" y="4922300"/>
              <a:ext cx="282850" cy="117400"/>
            </a:xfrm>
            <a:custGeom>
              <a:avLst/>
              <a:gdLst/>
              <a:ahLst/>
              <a:cxnLst/>
              <a:rect l="l" t="t" r="r" b="b"/>
              <a:pathLst>
                <a:path w="11314" h="4696" extrusionOk="0">
                  <a:moveTo>
                    <a:pt x="7209" y="1"/>
                  </a:moveTo>
                  <a:lnTo>
                    <a:pt x="0" y="4696"/>
                  </a:lnTo>
                  <a:lnTo>
                    <a:pt x="11313" y="4696"/>
                  </a:lnTo>
                  <a:lnTo>
                    <a:pt x="10685" y="185"/>
                  </a:lnTo>
                  <a:lnTo>
                    <a:pt x="7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51"/>
            <p:cNvSpPr/>
            <p:nvPr/>
          </p:nvSpPr>
          <p:spPr>
            <a:xfrm>
              <a:off x="5463025" y="4913975"/>
              <a:ext cx="299475" cy="134050"/>
            </a:xfrm>
            <a:custGeom>
              <a:avLst/>
              <a:gdLst/>
              <a:ahLst/>
              <a:cxnLst/>
              <a:rect l="l" t="t" r="r" b="b"/>
              <a:pathLst>
                <a:path w="11979" h="5362" extrusionOk="0">
                  <a:moveTo>
                    <a:pt x="7624" y="636"/>
                  </a:moveTo>
                  <a:lnTo>
                    <a:pt x="10759" y="814"/>
                  </a:lnTo>
                  <a:lnTo>
                    <a:pt x="11276" y="4733"/>
                  </a:lnTo>
                  <a:lnTo>
                    <a:pt x="1368" y="4733"/>
                  </a:lnTo>
                  <a:lnTo>
                    <a:pt x="7624" y="636"/>
                  </a:lnTo>
                  <a:close/>
                  <a:moveTo>
                    <a:pt x="7542" y="1"/>
                  </a:moveTo>
                  <a:cubicBezTo>
                    <a:pt x="7505" y="1"/>
                    <a:pt x="7431" y="38"/>
                    <a:pt x="7358" y="75"/>
                  </a:cubicBezTo>
                  <a:lnTo>
                    <a:pt x="185" y="4807"/>
                  </a:lnTo>
                  <a:cubicBezTo>
                    <a:pt x="74" y="4881"/>
                    <a:pt x="0" y="4992"/>
                    <a:pt x="37" y="5140"/>
                  </a:cubicBezTo>
                  <a:cubicBezTo>
                    <a:pt x="74" y="5251"/>
                    <a:pt x="222" y="5362"/>
                    <a:pt x="333" y="5362"/>
                  </a:cubicBezTo>
                  <a:lnTo>
                    <a:pt x="11646" y="5362"/>
                  </a:lnTo>
                  <a:cubicBezTo>
                    <a:pt x="11720" y="5362"/>
                    <a:pt x="11831" y="5325"/>
                    <a:pt x="11868" y="5251"/>
                  </a:cubicBezTo>
                  <a:cubicBezTo>
                    <a:pt x="11942" y="5177"/>
                    <a:pt x="11979" y="5103"/>
                    <a:pt x="11942" y="4992"/>
                  </a:cubicBezTo>
                  <a:lnTo>
                    <a:pt x="11350" y="481"/>
                  </a:lnTo>
                  <a:cubicBezTo>
                    <a:pt x="11313" y="334"/>
                    <a:pt x="11202" y="223"/>
                    <a:pt x="11055" y="223"/>
                  </a:cubicBezTo>
                  <a:lnTo>
                    <a:pt x="75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51"/>
            <p:cNvSpPr/>
            <p:nvPr/>
          </p:nvSpPr>
          <p:spPr>
            <a:xfrm>
              <a:off x="5231950" y="3802100"/>
              <a:ext cx="1096200" cy="1127625"/>
            </a:xfrm>
            <a:custGeom>
              <a:avLst/>
              <a:gdLst/>
              <a:ahLst/>
              <a:cxnLst/>
              <a:rect l="l" t="t" r="r" b="b"/>
              <a:pathLst>
                <a:path w="43848" h="45105" extrusionOk="0">
                  <a:moveTo>
                    <a:pt x="41704" y="0"/>
                  </a:moveTo>
                  <a:lnTo>
                    <a:pt x="28024" y="148"/>
                  </a:lnTo>
                  <a:lnTo>
                    <a:pt x="26730" y="3180"/>
                  </a:lnTo>
                  <a:cubicBezTo>
                    <a:pt x="26730" y="3180"/>
                    <a:pt x="16674" y="5028"/>
                    <a:pt x="11351" y="6174"/>
                  </a:cubicBezTo>
                  <a:cubicBezTo>
                    <a:pt x="6027" y="7357"/>
                    <a:pt x="1" y="9502"/>
                    <a:pt x="1" y="10796"/>
                  </a:cubicBezTo>
                  <a:cubicBezTo>
                    <a:pt x="1" y="12089"/>
                    <a:pt x="4474" y="44956"/>
                    <a:pt x="4474" y="44956"/>
                  </a:cubicBezTo>
                  <a:lnTo>
                    <a:pt x="7210" y="45104"/>
                  </a:lnTo>
                  <a:lnTo>
                    <a:pt x="7765" y="15269"/>
                  </a:lnTo>
                  <a:cubicBezTo>
                    <a:pt x="7765" y="15269"/>
                    <a:pt x="24290" y="14086"/>
                    <a:pt x="28912" y="13938"/>
                  </a:cubicBezTo>
                  <a:cubicBezTo>
                    <a:pt x="29406" y="13926"/>
                    <a:pt x="29890" y="13924"/>
                    <a:pt x="30365" y="13924"/>
                  </a:cubicBezTo>
                  <a:cubicBezTo>
                    <a:pt x="30708" y="13924"/>
                    <a:pt x="31045" y="13925"/>
                    <a:pt x="31379" y="13925"/>
                  </a:cubicBezTo>
                  <a:cubicBezTo>
                    <a:pt x="34868" y="13925"/>
                    <a:pt x="37847" y="13782"/>
                    <a:pt x="40557" y="10500"/>
                  </a:cubicBezTo>
                  <a:cubicBezTo>
                    <a:pt x="43848" y="6470"/>
                    <a:pt x="41704" y="0"/>
                    <a:pt x="41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51"/>
            <p:cNvSpPr/>
            <p:nvPr/>
          </p:nvSpPr>
          <p:spPr>
            <a:xfrm>
              <a:off x="5223650" y="3794700"/>
              <a:ext cx="1075850" cy="1142425"/>
            </a:xfrm>
            <a:custGeom>
              <a:avLst/>
              <a:gdLst/>
              <a:ahLst/>
              <a:cxnLst/>
              <a:rect l="l" t="t" r="r" b="b"/>
              <a:pathLst>
                <a:path w="43034" h="45697" extrusionOk="0">
                  <a:moveTo>
                    <a:pt x="41808" y="594"/>
                  </a:moveTo>
                  <a:cubicBezTo>
                    <a:pt x="41961" y="1163"/>
                    <a:pt x="42405" y="2897"/>
                    <a:pt x="42405" y="4917"/>
                  </a:cubicBezTo>
                  <a:cubicBezTo>
                    <a:pt x="42405" y="6803"/>
                    <a:pt x="41999" y="8947"/>
                    <a:pt x="40631" y="10611"/>
                  </a:cubicBezTo>
                  <a:cubicBezTo>
                    <a:pt x="39041" y="12570"/>
                    <a:pt x="37377" y="13347"/>
                    <a:pt x="35492" y="13679"/>
                  </a:cubicBezTo>
                  <a:cubicBezTo>
                    <a:pt x="33606" y="14012"/>
                    <a:pt x="31536" y="13864"/>
                    <a:pt x="29207" y="13938"/>
                  </a:cubicBezTo>
                  <a:cubicBezTo>
                    <a:pt x="24585" y="14086"/>
                    <a:pt x="8060" y="15232"/>
                    <a:pt x="8060" y="15232"/>
                  </a:cubicBezTo>
                  <a:cubicBezTo>
                    <a:pt x="7912" y="15269"/>
                    <a:pt x="7764" y="15380"/>
                    <a:pt x="7764" y="15528"/>
                  </a:cubicBezTo>
                  <a:lnTo>
                    <a:pt x="7246" y="45068"/>
                  </a:lnTo>
                  <a:lnTo>
                    <a:pt x="5102" y="44969"/>
                  </a:lnTo>
                  <a:lnTo>
                    <a:pt x="5102" y="44969"/>
                  </a:lnTo>
                  <a:cubicBezTo>
                    <a:pt x="5067" y="44733"/>
                    <a:pt x="5005" y="44337"/>
                    <a:pt x="4917" y="43811"/>
                  </a:cubicBezTo>
                  <a:cubicBezTo>
                    <a:pt x="4510" y="40631"/>
                    <a:pt x="3438" y="32756"/>
                    <a:pt x="2440" y="25473"/>
                  </a:cubicBezTo>
                  <a:cubicBezTo>
                    <a:pt x="1959" y="21850"/>
                    <a:pt x="1516" y="18375"/>
                    <a:pt x="1183" y="15750"/>
                  </a:cubicBezTo>
                  <a:cubicBezTo>
                    <a:pt x="998" y="14456"/>
                    <a:pt x="887" y="13347"/>
                    <a:pt x="776" y="12533"/>
                  </a:cubicBezTo>
                  <a:cubicBezTo>
                    <a:pt x="739" y="12127"/>
                    <a:pt x="702" y="11794"/>
                    <a:pt x="665" y="11535"/>
                  </a:cubicBezTo>
                  <a:cubicBezTo>
                    <a:pt x="629" y="11313"/>
                    <a:pt x="629" y="11128"/>
                    <a:pt x="629" y="11092"/>
                  </a:cubicBezTo>
                  <a:cubicBezTo>
                    <a:pt x="629" y="11055"/>
                    <a:pt x="665" y="10944"/>
                    <a:pt x="813" y="10759"/>
                  </a:cubicBezTo>
                  <a:cubicBezTo>
                    <a:pt x="1072" y="10500"/>
                    <a:pt x="1590" y="10167"/>
                    <a:pt x="2329" y="9798"/>
                  </a:cubicBezTo>
                  <a:cubicBezTo>
                    <a:pt x="4473" y="8725"/>
                    <a:pt x="8281" y="7542"/>
                    <a:pt x="11757" y="6803"/>
                  </a:cubicBezTo>
                  <a:cubicBezTo>
                    <a:pt x="14419" y="6211"/>
                    <a:pt x="18263" y="5472"/>
                    <a:pt x="21443" y="4843"/>
                  </a:cubicBezTo>
                  <a:cubicBezTo>
                    <a:pt x="23033" y="4548"/>
                    <a:pt x="24438" y="4289"/>
                    <a:pt x="25473" y="4067"/>
                  </a:cubicBezTo>
                  <a:cubicBezTo>
                    <a:pt x="26508" y="3882"/>
                    <a:pt x="27136" y="3771"/>
                    <a:pt x="27136" y="3771"/>
                  </a:cubicBezTo>
                  <a:cubicBezTo>
                    <a:pt x="27247" y="3734"/>
                    <a:pt x="27321" y="3697"/>
                    <a:pt x="27358" y="3586"/>
                  </a:cubicBezTo>
                  <a:lnTo>
                    <a:pt x="28574" y="737"/>
                  </a:lnTo>
                  <a:lnTo>
                    <a:pt x="28574" y="737"/>
                  </a:lnTo>
                  <a:lnTo>
                    <a:pt x="41808" y="594"/>
                  </a:lnTo>
                  <a:close/>
                  <a:moveTo>
                    <a:pt x="42036" y="0"/>
                  </a:moveTo>
                  <a:lnTo>
                    <a:pt x="28356" y="148"/>
                  </a:lnTo>
                  <a:cubicBezTo>
                    <a:pt x="28246" y="148"/>
                    <a:pt x="28135" y="222"/>
                    <a:pt x="28098" y="333"/>
                  </a:cubicBezTo>
                  <a:lnTo>
                    <a:pt x="26854" y="3211"/>
                  </a:lnTo>
                  <a:lnTo>
                    <a:pt x="26854" y="3211"/>
                  </a:lnTo>
                  <a:cubicBezTo>
                    <a:pt x="25505" y="3459"/>
                    <a:pt x="16524" y="5116"/>
                    <a:pt x="11609" y="6174"/>
                  </a:cubicBezTo>
                  <a:cubicBezTo>
                    <a:pt x="8947" y="6766"/>
                    <a:pt x="6100" y="7579"/>
                    <a:pt x="3882" y="8430"/>
                  </a:cubicBezTo>
                  <a:cubicBezTo>
                    <a:pt x="2810" y="8873"/>
                    <a:pt x="1849" y="9317"/>
                    <a:pt x="1183" y="9724"/>
                  </a:cubicBezTo>
                  <a:cubicBezTo>
                    <a:pt x="850" y="9945"/>
                    <a:pt x="555" y="10130"/>
                    <a:pt x="370" y="10352"/>
                  </a:cubicBezTo>
                  <a:cubicBezTo>
                    <a:pt x="148" y="10574"/>
                    <a:pt x="0" y="10796"/>
                    <a:pt x="0" y="11092"/>
                  </a:cubicBezTo>
                  <a:cubicBezTo>
                    <a:pt x="0" y="11202"/>
                    <a:pt x="37" y="11387"/>
                    <a:pt x="74" y="11720"/>
                  </a:cubicBezTo>
                  <a:cubicBezTo>
                    <a:pt x="555" y="16415"/>
                    <a:pt x="4510" y="45289"/>
                    <a:pt x="4510" y="45289"/>
                  </a:cubicBezTo>
                  <a:cubicBezTo>
                    <a:pt x="4547" y="45437"/>
                    <a:pt x="4658" y="45548"/>
                    <a:pt x="4806" y="45548"/>
                  </a:cubicBezTo>
                  <a:lnTo>
                    <a:pt x="7542" y="45696"/>
                  </a:lnTo>
                  <a:cubicBezTo>
                    <a:pt x="7616" y="45696"/>
                    <a:pt x="7690" y="45696"/>
                    <a:pt x="7764" y="45622"/>
                  </a:cubicBezTo>
                  <a:cubicBezTo>
                    <a:pt x="7838" y="45585"/>
                    <a:pt x="7875" y="45474"/>
                    <a:pt x="7875" y="45400"/>
                  </a:cubicBezTo>
                  <a:lnTo>
                    <a:pt x="8388" y="15840"/>
                  </a:lnTo>
                  <a:lnTo>
                    <a:pt x="8388" y="15840"/>
                  </a:lnTo>
                  <a:cubicBezTo>
                    <a:pt x="8803" y="15811"/>
                    <a:pt x="9641" y="15752"/>
                    <a:pt x="10758" y="15676"/>
                  </a:cubicBezTo>
                  <a:cubicBezTo>
                    <a:pt x="15639" y="15343"/>
                    <a:pt x="25805" y="14678"/>
                    <a:pt x="29244" y="14567"/>
                  </a:cubicBezTo>
                  <a:cubicBezTo>
                    <a:pt x="31536" y="14493"/>
                    <a:pt x="33606" y="14641"/>
                    <a:pt x="35603" y="14271"/>
                  </a:cubicBezTo>
                  <a:cubicBezTo>
                    <a:pt x="37562" y="13938"/>
                    <a:pt x="39411" y="13051"/>
                    <a:pt x="41111" y="10981"/>
                  </a:cubicBezTo>
                  <a:cubicBezTo>
                    <a:pt x="42627" y="9169"/>
                    <a:pt x="43034" y="6877"/>
                    <a:pt x="43034" y="4917"/>
                  </a:cubicBezTo>
                  <a:cubicBezTo>
                    <a:pt x="43034" y="2329"/>
                    <a:pt x="42331" y="222"/>
                    <a:pt x="42331" y="185"/>
                  </a:cubicBezTo>
                  <a:cubicBezTo>
                    <a:pt x="42294" y="74"/>
                    <a:pt x="42146" y="0"/>
                    <a:pt x="42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51"/>
            <p:cNvSpPr/>
            <p:nvPr/>
          </p:nvSpPr>
          <p:spPr>
            <a:xfrm>
              <a:off x="5111800" y="4926000"/>
              <a:ext cx="308725" cy="134975"/>
            </a:xfrm>
            <a:custGeom>
              <a:avLst/>
              <a:gdLst/>
              <a:ahLst/>
              <a:cxnLst/>
              <a:rect l="l" t="t" r="r" b="b"/>
              <a:pathLst>
                <a:path w="12349" h="5399" extrusionOk="0">
                  <a:moveTo>
                    <a:pt x="9280" y="0"/>
                  </a:moveTo>
                  <a:lnTo>
                    <a:pt x="8837" y="259"/>
                  </a:lnTo>
                  <a:lnTo>
                    <a:pt x="1" y="5398"/>
                  </a:lnTo>
                  <a:lnTo>
                    <a:pt x="12349" y="5398"/>
                  </a:lnTo>
                  <a:lnTo>
                    <a:pt x="12016" y="148"/>
                  </a:lnTo>
                  <a:lnTo>
                    <a:pt x="9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51"/>
            <p:cNvSpPr/>
            <p:nvPr/>
          </p:nvSpPr>
          <p:spPr>
            <a:xfrm>
              <a:off x="5103475" y="4918600"/>
              <a:ext cx="324450" cy="150675"/>
            </a:xfrm>
            <a:custGeom>
              <a:avLst/>
              <a:gdLst/>
              <a:ahLst/>
              <a:cxnLst/>
              <a:rect l="l" t="t" r="r" b="b"/>
              <a:pathLst>
                <a:path w="12978" h="6027" extrusionOk="0">
                  <a:moveTo>
                    <a:pt x="9698" y="597"/>
                  </a:moveTo>
                  <a:lnTo>
                    <a:pt x="12053" y="740"/>
                  </a:lnTo>
                  <a:lnTo>
                    <a:pt x="12349" y="5398"/>
                  </a:lnTo>
                  <a:lnTo>
                    <a:pt x="1480" y="5398"/>
                  </a:lnTo>
                  <a:lnTo>
                    <a:pt x="9317" y="851"/>
                  </a:lnTo>
                  <a:lnTo>
                    <a:pt x="9698" y="597"/>
                  </a:lnTo>
                  <a:close/>
                  <a:moveTo>
                    <a:pt x="9650" y="1"/>
                  </a:moveTo>
                  <a:cubicBezTo>
                    <a:pt x="9576" y="1"/>
                    <a:pt x="9539" y="1"/>
                    <a:pt x="9465" y="38"/>
                  </a:cubicBezTo>
                  <a:lnTo>
                    <a:pt x="9022" y="296"/>
                  </a:lnTo>
                  <a:lnTo>
                    <a:pt x="186" y="5435"/>
                  </a:lnTo>
                  <a:cubicBezTo>
                    <a:pt x="38" y="5509"/>
                    <a:pt x="1" y="5657"/>
                    <a:pt x="38" y="5805"/>
                  </a:cubicBezTo>
                  <a:cubicBezTo>
                    <a:pt x="75" y="5916"/>
                    <a:pt x="186" y="6027"/>
                    <a:pt x="334" y="6027"/>
                  </a:cubicBezTo>
                  <a:lnTo>
                    <a:pt x="12682" y="6027"/>
                  </a:lnTo>
                  <a:cubicBezTo>
                    <a:pt x="12756" y="6027"/>
                    <a:pt x="12830" y="5990"/>
                    <a:pt x="12904" y="5916"/>
                  </a:cubicBezTo>
                  <a:cubicBezTo>
                    <a:pt x="12941" y="5842"/>
                    <a:pt x="12978" y="5768"/>
                    <a:pt x="12978" y="5694"/>
                  </a:cubicBezTo>
                  <a:lnTo>
                    <a:pt x="12682" y="407"/>
                  </a:lnTo>
                  <a:cubicBezTo>
                    <a:pt x="12645" y="259"/>
                    <a:pt x="12534" y="149"/>
                    <a:pt x="12386" y="149"/>
                  </a:cubicBezTo>
                  <a:lnTo>
                    <a:pt x="96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51"/>
            <p:cNvSpPr/>
            <p:nvPr/>
          </p:nvSpPr>
          <p:spPr>
            <a:xfrm>
              <a:off x="5408500" y="3494300"/>
              <a:ext cx="201500" cy="90600"/>
            </a:xfrm>
            <a:custGeom>
              <a:avLst/>
              <a:gdLst/>
              <a:ahLst/>
              <a:cxnLst/>
              <a:rect l="l" t="t" r="r" b="b"/>
              <a:pathLst>
                <a:path w="8060" h="3624" extrusionOk="0">
                  <a:moveTo>
                    <a:pt x="2884" y="1"/>
                  </a:moveTo>
                  <a:cubicBezTo>
                    <a:pt x="1960" y="1"/>
                    <a:pt x="0" y="2367"/>
                    <a:pt x="0" y="2700"/>
                  </a:cubicBezTo>
                  <a:cubicBezTo>
                    <a:pt x="0" y="2933"/>
                    <a:pt x="46" y="3306"/>
                    <a:pt x="321" y="3306"/>
                  </a:cubicBezTo>
                  <a:cubicBezTo>
                    <a:pt x="394" y="3306"/>
                    <a:pt x="483" y="3279"/>
                    <a:pt x="592" y="3217"/>
                  </a:cubicBezTo>
                  <a:cubicBezTo>
                    <a:pt x="1109" y="2885"/>
                    <a:pt x="2366" y="2071"/>
                    <a:pt x="2366" y="2071"/>
                  </a:cubicBezTo>
                  <a:lnTo>
                    <a:pt x="7542" y="3624"/>
                  </a:lnTo>
                  <a:lnTo>
                    <a:pt x="8060" y="1443"/>
                  </a:lnTo>
                  <a:lnTo>
                    <a:pt x="5287" y="297"/>
                  </a:lnTo>
                  <a:cubicBezTo>
                    <a:pt x="5287" y="297"/>
                    <a:pt x="3808" y="1"/>
                    <a:pt x="2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51"/>
            <p:cNvSpPr/>
            <p:nvPr/>
          </p:nvSpPr>
          <p:spPr>
            <a:xfrm>
              <a:off x="5400175" y="3486925"/>
              <a:ext cx="218150" cy="105775"/>
            </a:xfrm>
            <a:custGeom>
              <a:avLst/>
              <a:gdLst/>
              <a:ahLst/>
              <a:cxnLst/>
              <a:rect l="l" t="t" r="r" b="b"/>
              <a:pathLst>
                <a:path w="8726" h="4231" extrusionOk="0">
                  <a:moveTo>
                    <a:pt x="3217" y="592"/>
                  </a:moveTo>
                  <a:cubicBezTo>
                    <a:pt x="3660" y="592"/>
                    <a:pt x="4252" y="666"/>
                    <a:pt x="4696" y="739"/>
                  </a:cubicBezTo>
                  <a:cubicBezTo>
                    <a:pt x="4954" y="776"/>
                    <a:pt x="5139" y="813"/>
                    <a:pt x="5287" y="850"/>
                  </a:cubicBezTo>
                  <a:cubicBezTo>
                    <a:pt x="5362" y="869"/>
                    <a:pt x="5428" y="878"/>
                    <a:pt x="5474" y="883"/>
                  </a:cubicBezTo>
                  <a:lnTo>
                    <a:pt x="5474" y="883"/>
                  </a:lnTo>
                  <a:lnTo>
                    <a:pt x="5472" y="887"/>
                  </a:lnTo>
                  <a:lnTo>
                    <a:pt x="8023" y="1923"/>
                  </a:lnTo>
                  <a:lnTo>
                    <a:pt x="7653" y="3512"/>
                  </a:lnTo>
                  <a:lnTo>
                    <a:pt x="2773" y="2070"/>
                  </a:lnTo>
                  <a:cubicBezTo>
                    <a:pt x="2752" y="2060"/>
                    <a:pt x="2730" y="2055"/>
                    <a:pt x="2707" y="2055"/>
                  </a:cubicBezTo>
                  <a:cubicBezTo>
                    <a:pt x="2653" y="2055"/>
                    <a:pt x="2593" y="2081"/>
                    <a:pt x="2514" y="2107"/>
                  </a:cubicBezTo>
                  <a:cubicBezTo>
                    <a:pt x="2514" y="2107"/>
                    <a:pt x="2219" y="2329"/>
                    <a:pt x="1849" y="2551"/>
                  </a:cubicBezTo>
                  <a:cubicBezTo>
                    <a:pt x="1479" y="2810"/>
                    <a:pt x="1036" y="3106"/>
                    <a:pt x="777" y="3253"/>
                  </a:cubicBezTo>
                  <a:cubicBezTo>
                    <a:pt x="743" y="3271"/>
                    <a:pt x="716" y="3280"/>
                    <a:pt x="698" y="3285"/>
                  </a:cubicBezTo>
                  <a:lnTo>
                    <a:pt x="698" y="3285"/>
                  </a:lnTo>
                  <a:cubicBezTo>
                    <a:pt x="688" y="3272"/>
                    <a:pt x="666" y="3237"/>
                    <a:pt x="666" y="3180"/>
                  </a:cubicBezTo>
                  <a:cubicBezTo>
                    <a:pt x="635" y="3149"/>
                    <a:pt x="630" y="3092"/>
                    <a:pt x="629" y="3031"/>
                  </a:cubicBezTo>
                  <a:lnTo>
                    <a:pt x="629" y="3031"/>
                  </a:lnTo>
                  <a:cubicBezTo>
                    <a:pt x="632" y="3026"/>
                    <a:pt x="669" y="2953"/>
                    <a:pt x="740" y="2847"/>
                  </a:cubicBezTo>
                  <a:cubicBezTo>
                    <a:pt x="962" y="2514"/>
                    <a:pt x="1442" y="1923"/>
                    <a:pt x="1960" y="1442"/>
                  </a:cubicBezTo>
                  <a:cubicBezTo>
                    <a:pt x="2182" y="1183"/>
                    <a:pt x="2477" y="961"/>
                    <a:pt x="2699" y="813"/>
                  </a:cubicBezTo>
                  <a:cubicBezTo>
                    <a:pt x="2921" y="666"/>
                    <a:pt x="3143" y="592"/>
                    <a:pt x="3217" y="592"/>
                  </a:cubicBezTo>
                  <a:close/>
                  <a:moveTo>
                    <a:pt x="3217" y="0"/>
                  </a:moveTo>
                  <a:cubicBezTo>
                    <a:pt x="2847" y="0"/>
                    <a:pt x="2551" y="185"/>
                    <a:pt x="2182" y="407"/>
                  </a:cubicBezTo>
                  <a:cubicBezTo>
                    <a:pt x="1701" y="776"/>
                    <a:pt x="1183" y="1331"/>
                    <a:pt x="740" y="1812"/>
                  </a:cubicBezTo>
                  <a:cubicBezTo>
                    <a:pt x="555" y="2033"/>
                    <a:pt x="370" y="2255"/>
                    <a:pt x="259" y="2440"/>
                  </a:cubicBezTo>
                  <a:cubicBezTo>
                    <a:pt x="185" y="2551"/>
                    <a:pt x="148" y="2625"/>
                    <a:pt x="111" y="2699"/>
                  </a:cubicBezTo>
                  <a:lnTo>
                    <a:pt x="37" y="2810"/>
                  </a:lnTo>
                  <a:cubicBezTo>
                    <a:pt x="37" y="2884"/>
                    <a:pt x="0" y="2921"/>
                    <a:pt x="0" y="2995"/>
                  </a:cubicBezTo>
                  <a:cubicBezTo>
                    <a:pt x="0" y="3143"/>
                    <a:pt x="37" y="3327"/>
                    <a:pt x="111" y="3512"/>
                  </a:cubicBezTo>
                  <a:cubicBezTo>
                    <a:pt x="148" y="3586"/>
                    <a:pt x="185" y="3697"/>
                    <a:pt x="296" y="3771"/>
                  </a:cubicBezTo>
                  <a:cubicBezTo>
                    <a:pt x="370" y="3845"/>
                    <a:pt x="518" y="3919"/>
                    <a:pt x="666" y="3919"/>
                  </a:cubicBezTo>
                  <a:cubicBezTo>
                    <a:pt x="814" y="3919"/>
                    <a:pt x="962" y="3845"/>
                    <a:pt x="1110" y="3771"/>
                  </a:cubicBezTo>
                  <a:cubicBezTo>
                    <a:pt x="1529" y="3501"/>
                    <a:pt x="2436" y="2915"/>
                    <a:pt x="2763" y="2703"/>
                  </a:cubicBezTo>
                  <a:lnTo>
                    <a:pt x="2763" y="2703"/>
                  </a:lnTo>
                  <a:lnTo>
                    <a:pt x="7801" y="4215"/>
                  </a:lnTo>
                  <a:cubicBezTo>
                    <a:pt x="7823" y="4226"/>
                    <a:pt x="7845" y="4230"/>
                    <a:pt x="7866" y="4230"/>
                  </a:cubicBezTo>
                  <a:cubicBezTo>
                    <a:pt x="7918" y="4230"/>
                    <a:pt x="7971" y="4204"/>
                    <a:pt x="8023" y="4178"/>
                  </a:cubicBezTo>
                  <a:cubicBezTo>
                    <a:pt x="8097" y="4141"/>
                    <a:pt x="8171" y="4067"/>
                    <a:pt x="8171" y="3993"/>
                  </a:cubicBezTo>
                  <a:lnTo>
                    <a:pt x="8688" y="1812"/>
                  </a:lnTo>
                  <a:cubicBezTo>
                    <a:pt x="8725" y="1664"/>
                    <a:pt x="8652" y="1516"/>
                    <a:pt x="8504" y="1442"/>
                  </a:cubicBezTo>
                  <a:lnTo>
                    <a:pt x="5731" y="333"/>
                  </a:lnTo>
                  <a:lnTo>
                    <a:pt x="5657" y="296"/>
                  </a:lnTo>
                  <a:cubicBezTo>
                    <a:pt x="5657" y="296"/>
                    <a:pt x="4215" y="0"/>
                    <a:pt x="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51"/>
            <p:cNvSpPr/>
            <p:nvPr/>
          </p:nvSpPr>
          <p:spPr>
            <a:xfrm>
              <a:off x="5410350" y="3530350"/>
              <a:ext cx="171000" cy="49025"/>
            </a:xfrm>
            <a:custGeom>
              <a:avLst/>
              <a:gdLst/>
              <a:ahLst/>
              <a:cxnLst/>
              <a:rect l="l" t="t" r="r" b="b"/>
              <a:pathLst>
                <a:path w="6840" h="1961" extrusionOk="0">
                  <a:moveTo>
                    <a:pt x="5213" y="1"/>
                  </a:moveTo>
                  <a:cubicBezTo>
                    <a:pt x="5213" y="1"/>
                    <a:pt x="1775" y="223"/>
                    <a:pt x="1035" y="333"/>
                  </a:cubicBezTo>
                  <a:cubicBezTo>
                    <a:pt x="333" y="407"/>
                    <a:pt x="0" y="1258"/>
                    <a:pt x="961" y="1258"/>
                  </a:cubicBezTo>
                  <a:cubicBezTo>
                    <a:pt x="1886" y="1258"/>
                    <a:pt x="3106" y="1147"/>
                    <a:pt x="3106" y="1147"/>
                  </a:cubicBezTo>
                  <a:cubicBezTo>
                    <a:pt x="3106" y="1147"/>
                    <a:pt x="3845" y="1775"/>
                    <a:pt x="5213" y="1886"/>
                  </a:cubicBezTo>
                  <a:cubicBezTo>
                    <a:pt x="6544" y="1960"/>
                    <a:pt x="6840" y="1960"/>
                    <a:pt x="6840" y="1960"/>
                  </a:cubicBezTo>
                  <a:lnTo>
                    <a:pt x="52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51"/>
            <p:cNvSpPr/>
            <p:nvPr/>
          </p:nvSpPr>
          <p:spPr>
            <a:xfrm>
              <a:off x="5412200" y="3522950"/>
              <a:ext cx="177475" cy="64725"/>
            </a:xfrm>
            <a:custGeom>
              <a:avLst/>
              <a:gdLst/>
              <a:ahLst/>
              <a:cxnLst/>
              <a:rect l="l" t="t" r="r" b="b"/>
              <a:pathLst>
                <a:path w="7099" h="2589" extrusionOk="0">
                  <a:moveTo>
                    <a:pt x="5102" y="1"/>
                  </a:moveTo>
                  <a:cubicBezTo>
                    <a:pt x="5102" y="1"/>
                    <a:pt x="4252" y="38"/>
                    <a:pt x="3290" y="112"/>
                  </a:cubicBezTo>
                  <a:cubicBezTo>
                    <a:pt x="2366" y="186"/>
                    <a:pt x="1331" y="260"/>
                    <a:pt x="924" y="297"/>
                  </a:cubicBezTo>
                  <a:cubicBezTo>
                    <a:pt x="665" y="334"/>
                    <a:pt x="444" y="445"/>
                    <a:pt x="296" y="592"/>
                  </a:cubicBezTo>
                  <a:cubicBezTo>
                    <a:pt x="111" y="777"/>
                    <a:pt x="0" y="962"/>
                    <a:pt x="0" y="1184"/>
                  </a:cubicBezTo>
                  <a:cubicBezTo>
                    <a:pt x="0" y="1369"/>
                    <a:pt x="74" y="1591"/>
                    <a:pt x="259" y="1702"/>
                  </a:cubicBezTo>
                  <a:cubicBezTo>
                    <a:pt x="444" y="1812"/>
                    <a:pt x="629" y="1849"/>
                    <a:pt x="887" y="1849"/>
                  </a:cubicBezTo>
                  <a:cubicBezTo>
                    <a:pt x="1642" y="1849"/>
                    <a:pt x="2618" y="1776"/>
                    <a:pt x="2951" y="1748"/>
                  </a:cubicBezTo>
                  <a:lnTo>
                    <a:pt x="2951" y="1748"/>
                  </a:lnTo>
                  <a:cubicBezTo>
                    <a:pt x="3210" y="1939"/>
                    <a:pt x="3940" y="2389"/>
                    <a:pt x="5102" y="2478"/>
                  </a:cubicBezTo>
                  <a:cubicBezTo>
                    <a:pt x="6433" y="2589"/>
                    <a:pt x="6766" y="2589"/>
                    <a:pt x="6766" y="2589"/>
                  </a:cubicBezTo>
                  <a:cubicBezTo>
                    <a:pt x="6950" y="2589"/>
                    <a:pt x="7098" y="2441"/>
                    <a:pt x="7098" y="2256"/>
                  </a:cubicBezTo>
                  <a:cubicBezTo>
                    <a:pt x="7098" y="2108"/>
                    <a:pt x="6950" y="1960"/>
                    <a:pt x="6766" y="1960"/>
                  </a:cubicBezTo>
                  <a:cubicBezTo>
                    <a:pt x="6692" y="1960"/>
                    <a:pt x="6322" y="1960"/>
                    <a:pt x="5139" y="1849"/>
                  </a:cubicBezTo>
                  <a:cubicBezTo>
                    <a:pt x="4510" y="1812"/>
                    <a:pt x="4030" y="1628"/>
                    <a:pt x="3697" y="1480"/>
                  </a:cubicBezTo>
                  <a:cubicBezTo>
                    <a:pt x="3549" y="1406"/>
                    <a:pt x="3438" y="1332"/>
                    <a:pt x="3364" y="1295"/>
                  </a:cubicBezTo>
                  <a:lnTo>
                    <a:pt x="3253" y="1221"/>
                  </a:lnTo>
                  <a:cubicBezTo>
                    <a:pt x="3199" y="1167"/>
                    <a:pt x="3145" y="1133"/>
                    <a:pt x="3091" y="1133"/>
                  </a:cubicBezTo>
                  <a:cubicBezTo>
                    <a:pt x="3071" y="1133"/>
                    <a:pt x="3051" y="1137"/>
                    <a:pt x="3032" y="1147"/>
                  </a:cubicBezTo>
                  <a:cubicBezTo>
                    <a:pt x="3032" y="1147"/>
                    <a:pt x="2699" y="1147"/>
                    <a:pt x="2292" y="1184"/>
                  </a:cubicBezTo>
                  <a:cubicBezTo>
                    <a:pt x="1886" y="1221"/>
                    <a:pt x="1331" y="1221"/>
                    <a:pt x="887" y="1221"/>
                  </a:cubicBezTo>
                  <a:cubicBezTo>
                    <a:pt x="702" y="1221"/>
                    <a:pt x="629" y="1184"/>
                    <a:pt x="592" y="1184"/>
                  </a:cubicBezTo>
                  <a:lnTo>
                    <a:pt x="629" y="1147"/>
                  </a:lnTo>
                  <a:cubicBezTo>
                    <a:pt x="665" y="1073"/>
                    <a:pt x="813" y="962"/>
                    <a:pt x="1035" y="925"/>
                  </a:cubicBezTo>
                  <a:cubicBezTo>
                    <a:pt x="1368" y="851"/>
                    <a:pt x="2403" y="777"/>
                    <a:pt x="3327" y="740"/>
                  </a:cubicBezTo>
                  <a:cubicBezTo>
                    <a:pt x="4289" y="666"/>
                    <a:pt x="5139" y="592"/>
                    <a:pt x="5139" y="592"/>
                  </a:cubicBezTo>
                  <a:cubicBezTo>
                    <a:pt x="5324" y="592"/>
                    <a:pt x="5435" y="445"/>
                    <a:pt x="5435" y="297"/>
                  </a:cubicBezTo>
                  <a:cubicBezTo>
                    <a:pt x="5435" y="112"/>
                    <a:pt x="5287" y="1"/>
                    <a:pt x="5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51"/>
            <p:cNvSpPr/>
            <p:nvPr/>
          </p:nvSpPr>
          <p:spPr>
            <a:xfrm>
              <a:off x="5597050" y="3530350"/>
              <a:ext cx="448275" cy="196900"/>
            </a:xfrm>
            <a:custGeom>
              <a:avLst/>
              <a:gdLst/>
              <a:ahLst/>
              <a:cxnLst/>
              <a:rect l="l" t="t" r="r" b="b"/>
              <a:pathLst>
                <a:path w="17931" h="7876" extrusionOk="0">
                  <a:moveTo>
                    <a:pt x="518" y="1"/>
                  </a:moveTo>
                  <a:lnTo>
                    <a:pt x="0" y="2182"/>
                  </a:lnTo>
                  <a:lnTo>
                    <a:pt x="17487" y="7875"/>
                  </a:lnTo>
                  <a:lnTo>
                    <a:pt x="17931" y="2810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51"/>
            <p:cNvSpPr/>
            <p:nvPr/>
          </p:nvSpPr>
          <p:spPr>
            <a:xfrm>
              <a:off x="5588725" y="3522775"/>
              <a:ext cx="464000" cy="212250"/>
            </a:xfrm>
            <a:custGeom>
              <a:avLst/>
              <a:gdLst/>
              <a:ahLst/>
              <a:cxnLst/>
              <a:rect l="l" t="t" r="r" b="b"/>
              <a:pathLst>
                <a:path w="18560" h="8490" extrusionOk="0">
                  <a:moveTo>
                    <a:pt x="1084" y="643"/>
                  </a:moveTo>
                  <a:lnTo>
                    <a:pt x="17931" y="3372"/>
                  </a:lnTo>
                  <a:lnTo>
                    <a:pt x="17561" y="7772"/>
                  </a:lnTo>
                  <a:lnTo>
                    <a:pt x="703" y="2263"/>
                  </a:lnTo>
                  <a:lnTo>
                    <a:pt x="1084" y="643"/>
                  </a:lnTo>
                  <a:close/>
                  <a:moveTo>
                    <a:pt x="830" y="1"/>
                  </a:moveTo>
                  <a:cubicBezTo>
                    <a:pt x="703" y="1"/>
                    <a:pt x="587" y="101"/>
                    <a:pt x="555" y="230"/>
                  </a:cubicBezTo>
                  <a:lnTo>
                    <a:pt x="37" y="2411"/>
                  </a:lnTo>
                  <a:cubicBezTo>
                    <a:pt x="0" y="2559"/>
                    <a:pt x="74" y="2744"/>
                    <a:pt x="259" y="2781"/>
                  </a:cubicBezTo>
                  <a:lnTo>
                    <a:pt x="17746" y="8474"/>
                  </a:lnTo>
                  <a:cubicBezTo>
                    <a:pt x="17768" y="8485"/>
                    <a:pt x="17793" y="8490"/>
                    <a:pt x="17819" y="8490"/>
                  </a:cubicBezTo>
                  <a:cubicBezTo>
                    <a:pt x="17882" y="8490"/>
                    <a:pt x="17953" y="8463"/>
                    <a:pt x="18005" y="8437"/>
                  </a:cubicBezTo>
                  <a:cubicBezTo>
                    <a:pt x="18079" y="8400"/>
                    <a:pt x="18153" y="8289"/>
                    <a:pt x="18153" y="8215"/>
                  </a:cubicBezTo>
                  <a:lnTo>
                    <a:pt x="18560" y="3113"/>
                  </a:lnTo>
                  <a:cubicBezTo>
                    <a:pt x="18560" y="2966"/>
                    <a:pt x="18449" y="2818"/>
                    <a:pt x="18301" y="2818"/>
                  </a:cubicBezTo>
                  <a:lnTo>
                    <a:pt x="888" y="8"/>
                  </a:lnTo>
                  <a:cubicBezTo>
                    <a:pt x="868" y="3"/>
                    <a:pt x="849" y="1"/>
                    <a:pt x="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51"/>
            <p:cNvSpPr/>
            <p:nvPr/>
          </p:nvSpPr>
          <p:spPr>
            <a:xfrm>
              <a:off x="5831800" y="3033350"/>
              <a:ext cx="475100" cy="853075"/>
            </a:xfrm>
            <a:custGeom>
              <a:avLst/>
              <a:gdLst/>
              <a:ahLst/>
              <a:cxnLst/>
              <a:rect l="l" t="t" r="r" b="b"/>
              <a:pathLst>
                <a:path w="19004" h="34123" extrusionOk="0">
                  <a:moveTo>
                    <a:pt x="9555" y="1"/>
                  </a:moveTo>
                  <a:cubicBezTo>
                    <a:pt x="8899" y="1"/>
                    <a:pt x="8262" y="269"/>
                    <a:pt x="7654" y="841"/>
                  </a:cubicBezTo>
                  <a:cubicBezTo>
                    <a:pt x="7654" y="841"/>
                    <a:pt x="2330" y="6571"/>
                    <a:pt x="1147" y="8605"/>
                  </a:cubicBezTo>
                  <a:cubicBezTo>
                    <a:pt x="1" y="10601"/>
                    <a:pt x="3476" y="19955"/>
                    <a:pt x="3772" y="22690"/>
                  </a:cubicBezTo>
                  <a:cubicBezTo>
                    <a:pt x="4030" y="25426"/>
                    <a:pt x="4918" y="27164"/>
                    <a:pt x="3624" y="28606"/>
                  </a:cubicBezTo>
                  <a:cubicBezTo>
                    <a:pt x="2330" y="30048"/>
                    <a:pt x="3476" y="30898"/>
                    <a:pt x="4178" y="31489"/>
                  </a:cubicBezTo>
                  <a:cubicBezTo>
                    <a:pt x="4861" y="32002"/>
                    <a:pt x="10182" y="34123"/>
                    <a:pt x="13583" y="34123"/>
                  </a:cubicBezTo>
                  <a:cubicBezTo>
                    <a:pt x="13864" y="34123"/>
                    <a:pt x="14131" y="34108"/>
                    <a:pt x="14382" y="34077"/>
                  </a:cubicBezTo>
                  <a:cubicBezTo>
                    <a:pt x="17710" y="33634"/>
                    <a:pt x="18412" y="31342"/>
                    <a:pt x="18708" y="27718"/>
                  </a:cubicBezTo>
                  <a:cubicBezTo>
                    <a:pt x="19004" y="24132"/>
                    <a:pt x="18708" y="11488"/>
                    <a:pt x="15824" y="6312"/>
                  </a:cubicBezTo>
                  <a:cubicBezTo>
                    <a:pt x="13687" y="2428"/>
                    <a:pt x="11530" y="1"/>
                    <a:pt x="9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51"/>
            <p:cNvSpPr/>
            <p:nvPr/>
          </p:nvSpPr>
          <p:spPr>
            <a:xfrm>
              <a:off x="5847525" y="3025700"/>
              <a:ext cx="462150" cy="867925"/>
            </a:xfrm>
            <a:custGeom>
              <a:avLst/>
              <a:gdLst/>
              <a:ahLst/>
              <a:cxnLst/>
              <a:rect l="l" t="t" r="r" b="b"/>
              <a:pathLst>
                <a:path w="18486" h="34717" extrusionOk="0">
                  <a:moveTo>
                    <a:pt x="8910" y="592"/>
                  </a:moveTo>
                  <a:cubicBezTo>
                    <a:pt x="9760" y="592"/>
                    <a:pt x="10759" y="1147"/>
                    <a:pt x="11757" y="2219"/>
                  </a:cubicBezTo>
                  <a:cubicBezTo>
                    <a:pt x="12792" y="3254"/>
                    <a:pt x="13864" y="4844"/>
                    <a:pt x="14936" y="6766"/>
                  </a:cubicBezTo>
                  <a:cubicBezTo>
                    <a:pt x="16082" y="8800"/>
                    <a:pt x="16822" y="12090"/>
                    <a:pt x="17265" y="15528"/>
                  </a:cubicBezTo>
                  <a:cubicBezTo>
                    <a:pt x="17709" y="19004"/>
                    <a:pt x="17857" y="22553"/>
                    <a:pt x="17857" y="25141"/>
                  </a:cubicBezTo>
                  <a:cubicBezTo>
                    <a:pt x="17857" y="26361"/>
                    <a:pt x="17820" y="27359"/>
                    <a:pt x="17783" y="28024"/>
                  </a:cubicBezTo>
                  <a:cubicBezTo>
                    <a:pt x="17635" y="29799"/>
                    <a:pt x="17376" y="31241"/>
                    <a:pt x="16785" y="32239"/>
                  </a:cubicBezTo>
                  <a:cubicBezTo>
                    <a:pt x="16193" y="33237"/>
                    <a:pt x="15306" y="33866"/>
                    <a:pt x="13716" y="34051"/>
                  </a:cubicBezTo>
                  <a:cubicBezTo>
                    <a:pt x="13494" y="34088"/>
                    <a:pt x="13199" y="34125"/>
                    <a:pt x="12903" y="34125"/>
                  </a:cubicBezTo>
                  <a:cubicBezTo>
                    <a:pt x="11276" y="34125"/>
                    <a:pt x="9095" y="33607"/>
                    <a:pt x="7283" y="33016"/>
                  </a:cubicBezTo>
                  <a:cubicBezTo>
                    <a:pt x="6396" y="32720"/>
                    <a:pt x="5583" y="32387"/>
                    <a:pt x="4954" y="32128"/>
                  </a:cubicBezTo>
                  <a:cubicBezTo>
                    <a:pt x="4621" y="31980"/>
                    <a:pt x="4363" y="31869"/>
                    <a:pt x="4141" y="31759"/>
                  </a:cubicBezTo>
                  <a:cubicBezTo>
                    <a:pt x="3956" y="31685"/>
                    <a:pt x="3808" y="31574"/>
                    <a:pt x="3734" y="31537"/>
                  </a:cubicBezTo>
                  <a:cubicBezTo>
                    <a:pt x="3512" y="31352"/>
                    <a:pt x="3217" y="31130"/>
                    <a:pt x="3032" y="30908"/>
                  </a:cubicBezTo>
                  <a:cubicBezTo>
                    <a:pt x="2810" y="30649"/>
                    <a:pt x="2699" y="30428"/>
                    <a:pt x="2699" y="30132"/>
                  </a:cubicBezTo>
                  <a:cubicBezTo>
                    <a:pt x="2699" y="29873"/>
                    <a:pt x="2810" y="29540"/>
                    <a:pt x="3217" y="29097"/>
                  </a:cubicBezTo>
                  <a:cubicBezTo>
                    <a:pt x="3771" y="28468"/>
                    <a:pt x="3993" y="27729"/>
                    <a:pt x="3993" y="26989"/>
                  </a:cubicBezTo>
                  <a:cubicBezTo>
                    <a:pt x="3993" y="25843"/>
                    <a:pt x="3586" y="24586"/>
                    <a:pt x="3438" y="22959"/>
                  </a:cubicBezTo>
                  <a:cubicBezTo>
                    <a:pt x="3291" y="21739"/>
                    <a:pt x="2588" y="19373"/>
                    <a:pt x="1923" y="16859"/>
                  </a:cubicBezTo>
                  <a:cubicBezTo>
                    <a:pt x="1257" y="14345"/>
                    <a:pt x="592" y="11720"/>
                    <a:pt x="592" y="10168"/>
                  </a:cubicBezTo>
                  <a:cubicBezTo>
                    <a:pt x="592" y="9650"/>
                    <a:pt x="703" y="9280"/>
                    <a:pt x="814" y="9058"/>
                  </a:cubicBezTo>
                  <a:cubicBezTo>
                    <a:pt x="1072" y="8578"/>
                    <a:pt x="1627" y="7838"/>
                    <a:pt x="2255" y="7025"/>
                  </a:cubicBezTo>
                  <a:cubicBezTo>
                    <a:pt x="3254" y="5805"/>
                    <a:pt x="4511" y="4400"/>
                    <a:pt x="5509" y="3291"/>
                  </a:cubicBezTo>
                  <a:cubicBezTo>
                    <a:pt x="5989" y="2700"/>
                    <a:pt x="6433" y="2219"/>
                    <a:pt x="6729" y="1886"/>
                  </a:cubicBezTo>
                  <a:cubicBezTo>
                    <a:pt x="7062" y="1553"/>
                    <a:pt x="7246" y="1369"/>
                    <a:pt x="7246" y="1369"/>
                  </a:cubicBezTo>
                  <a:lnTo>
                    <a:pt x="7229" y="1351"/>
                  </a:lnTo>
                  <a:lnTo>
                    <a:pt x="7229" y="1351"/>
                  </a:lnTo>
                  <a:cubicBezTo>
                    <a:pt x="7813" y="809"/>
                    <a:pt x="8361" y="592"/>
                    <a:pt x="8910" y="592"/>
                  </a:cubicBezTo>
                  <a:close/>
                  <a:moveTo>
                    <a:pt x="8910" y="1"/>
                  </a:moveTo>
                  <a:cubicBezTo>
                    <a:pt x="8171" y="1"/>
                    <a:pt x="7431" y="296"/>
                    <a:pt x="6803" y="925"/>
                  </a:cubicBezTo>
                  <a:lnTo>
                    <a:pt x="6766" y="925"/>
                  </a:lnTo>
                  <a:cubicBezTo>
                    <a:pt x="6766" y="925"/>
                    <a:pt x="5435" y="2367"/>
                    <a:pt x="3956" y="4067"/>
                  </a:cubicBezTo>
                  <a:cubicBezTo>
                    <a:pt x="3217" y="4918"/>
                    <a:pt x="2440" y="5842"/>
                    <a:pt x="1775" y="6655"/>
                  </a:cubicBezTo>
                  <a:cubicBezTo>
                    <a:pt x="1109" y="7469"/>
                    <a:pt x="592" y="8208"/>
                    <a:pt x="259" y="8763"/>
                  </a:cubicBezTo>
                  <a:cubicBezTo>
                    <a:pt x="74" y="9132"/>
                    <a:pt x="0" y="9613"/>
                    <a:pt x="0" y="10168"/>
                  </a:cubicBezTo>
                  <a:cubicBezTo>
                    <a:pt x="0" y="11868"/>
                    <a:pt x="666" y="14493"/>
                    <a:pt x="1331" y="17007"/>
                  </a:cubicBezTo>
                  <a:cubicBezTo>
                    <a:pt x="1997" y="19521"/>
                    <a:pt x="2699" y="21924"/>
                    <a:pt x="2810" y="23033"/>
                  </a:cubicBezTo>
                  <a:cubicBezTo>
                    <a:pt x="2995" y="24697"/>
                    <a:pt x="3364" y="25991"/>
                    <a:pt x="3364" y="26989"/>
                  </a:cubicBezTo>
                  <a:cubicBezTo>
                    <a:pt x="3364" y="27655"/>
                    <a:pt x="3217" y="28172"/>
                    <a:pt x="2736" y="28690"/>
                  </a:cubicBezTo>
                  <a:cubicBezTo>
                    <a:pt x="2292" y="29208"/>
                    <a:pt x="2071" y="29688"/>
                    <a:pt x="2071" y="30132"/>
                  </a:cubicBezTo>
                  <a:cubicBezTo>
                    <a:pt x="2071" y="30612"/>
                    <a:pt x="2292" y="30982"/>
                    <a:pt x="2551" y="31278"/>
                  </a:cubicBezTo>
                  <a:cubicBezTo>
                    <a:pt x="2810" y="31574"/>
                    <a:pt x="3143" y="31832"/>
                    <a:pt x="3364" y="32017"/>
                  </a:cubicBezTo>
                  <a:cubicBezTo>
                    <a:pt x="3475" y="32128"/>
                    <a:pt x="3660" y="32202"/>
                    <a:pt x="3882" y="32313"/>
                  </a:cubicBezTo>
                  <a:cubicBezTo>
                    <a:pt x="4658" y="32720"/>
                    <a:pt x="6137" y="33311"/>
                    <a:pt x="7801" y="33829"/>
                  </a:cubicBezTo>
                  <a:cubicBezTo>
                    <a:pt x="9502" y="34309"/>
                    <a:pt x="11387" y="34716"/>
                    <a:pt x="12903" y="34716"/>
                  </a:cubicBezTo>
                  <a:cubicBezTo>
                    <a:pt x="13236" y="34716"/>
                    <a:pt x="13531" y="34716"/>
                    <a:pt x="13827" y="34679"/>
                  </a:cubicBezTo>
                  <a:cubicBezTo>
                    <a:pt x="15528" y="34457"/>
                    <a:pt x="16674" y="33718"/>
                    <a:pt x="17339" y="32535"/>
                  </a:cubicBezTo>
                  <a:cubicBezTo>
                    <a:pt x="18005" y="31389"/>
                    <a:pt x="18227" y="29873"/>
                    <a:pt x="18375" y="28061"/>
                  </a:cubicBezTo>
                  <a:cubicBezTo>
                    <a:pt x="18448" y="27359"/>
                    <a:pt x="18485" y="26361"/>
                    <a:pt x="18485" y="25141"/>
                  </a:cubicBezTo>
                  <a:cubicBezTo>
                    <a:pt x="18485" y="22553"/>
                    <a:pt x="18338" y="18930"/>
                    <a:pt x="17857" y="15454"/>
                  </a:cubicBezTo>
                  <a:cubicBezTo>
                    <a:pt x="17413" y="11979"/>
                    <a:pt x="16674" y="8615"/>
                    <a:pt x="15491" y="6471"/>
                  </a:cubicBezTo>
                  <a:cubicBezTo>
                    <a:pt x="14382" y="4511"/>
                    <a:pt x="13310" y="2921"/>
                    <a:pt x="12200" y="1775"/>
                  </a:cubicBezTo>
                  <a:cubicBezTo>
                    <a:pt x="11128" y="666"/>
                    <a:pt x="10019" y="1"/>
                    <a:pt x="8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51"/>
            <p:cNvSpPr/>
            <p:nvPr/>
          </p:nvSpPr>
          <p:spPr>
            <a:xfrm>
              <a:off x="5828100" y="2996750"/>
              <a:ext cx="275450" cy="262825"/>
            </a:xfrm>
            <a:custGeom>
              <a:avLst/>
              <a:gdLst/>
              <a:ahLst/>
              <a:cxnLst/>
              <a:rect l="l" t="t" r="r" b="b"/>
              <a:pathLst>
                <a:path w="11018" h="10513" extrusionOk="0">
                  <a:moveTo>
                    <a:pt x="7766" y="0"/>
                  </a:moveTo>
                  <a:cubicBezTo>
                    <a:pt x="7188" y="0"/>
                    <a:pt x="6562" y="157"/>
                    <a:pt x="5916" y="567"/>
                  </a:cubicBezTo>
                  <a:lnTo>
                    <a:pt x="1" y="8331"/>
                  </a:lnTo>
                  <a:lnTo>
                    <a:pt x="740" y="10512"/>
                  </a:lnTo>
                  <a:cubicBezTo>
                    <a:pt x="740" y="10512"/>
                    <a:pt x="4215" y="6815"/>
                    <a:pt x="5657" y="5928"/>
                  </a:cubicBezTo>
                  <a:cubicBezTo>
                    <a:pt x="7099" y="5078"/>
                    <a:pt x="11018" y="1639"/>
                    <a:pt x="11018" y="1639"/>
                  </a:cubicBezTo>
                  <a:cubicBezTo>
                    <a:pt x="11018" y="1639"/>
                    <a:pt x="9638" y="0"/>
                    <a:pt x="77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51"/>
            <p:cNvSpPr/>
            <p:nvPr/>
          </p:nvSpPr>
          <p:spPr>
            <a:xfrm>
              <a:off x="5820725" y="2989650"/>
              <a:ext cx="291150" cy="277325"/>
            </a:xfrm>
            <a:custGeom>
              <a:avLst/>
              <a:gdLst/>
              <a:ahLst/>
              <a:cxnLst/>
              <a:rect l="l" t="t" r="r" b="b"/>
              <a:pathLst>
                <a:path w="11646" h="11093" extrusionOk="0">
                  <a:moveTo>
                    <a:pt x="8060" y="592"/>
                  </a:moveTo>
                  <a:cubicBezTo>
                    <a:pt x="8910" y="592"/>
                    <a:pt x="9649" y="962"/>
                    <a:pt x="10204" y="1369"/>
                  </a:cubicBezTo>
                  <a:cubicBezTo>
                    <a:pt x="10463" y="1554"/>
                    <a:pt x="10685" y="1738"/>
                    <a:pt x="10832" y="1886"/>
                  </a:cubicBezTo>
                  <a:cubicBezTo>
                    <a:pt x="10838" y="1892"/>
                    <a:pt x="10843" y="1897"/>
                    <a:pt x="10848" y="1902"/>
                  </a:cubicBezTo>
                  <a:lnTo>
                    <a:pt x="10848" y="1902"/>
                  </a:lnTo>
                  <a:cubicBezTo>
                    <a:pt x="10749" y="1985"/>
                    <a:pt x="10619" y="2091"/>
                    <a:pt x="10463" y="2219"/>
                  </a:cubicBezTo>
                  <a:cubicBezTo>
                    <a:pt x="9871" y="2737"/>
                    <a:pt x="8984" y="3513"/>
                    <a:pt x="8097" y="4252"/>
                  </a:cubicBezTo>
                  <a:cubicBezTo>
                    <a:pt x="7209" y="4992"/>
                    <a:pt x="6322" y="5657"/>
                    <a:pt x="5804" y="5953"/>
                  </a:cubicBezTo>
                  <a:cubicBezTo>
                    <a:pt x="5398" y="6212"/>
                    <a:pt x="4917" y="6619"/>
                    <a:pt x="4400" y="7062"/>
                  </a:cubicBezTo>
                  <a:cubicBezTo>
                    <a:pt x="3195" y="8129"/>
                    <a:pt x="1809" y="9541"/>
                    <a:pt x="1170" y="10202"/>
                  </a:cubicBezTo>
                  <a:lnTo>
                    <a:pt x="1170" y="10202"/>
                  </a:lnTo>
                  <a:lnTo>
                    <a:pt x="665" y="8689"/>
                  </a:lnTo>
                  <a:lnTo>
                    <a:pt x="6456" y="1054"/>
                  </a:lnTo>
                  <a:lnTo>
                    <a:pt x="6456" y="1054"/>
                  </a:lnTo>
                  <a:cubicBezTo>
                    <a:pt x="7045" y="725"/>
                    <a:pt x="7569" y="592"/>
                    <a:pt x="8060" y="592"/>
                  </a:cubicBezTo>
                  <a:close/>
                  <a:moveTo>
                    <a:pt x="8060" y="1"/>
                  </a:moveTo>
                  <a:cubicBezTo>
                    <a:pt x="7431" y="1"/>
                    <a:pt x="6729" y="149"/>
                    <a:pt x="6063" y="592"/>
                  </a:cubicBezTo>
                  <a:lnTo>
                    <a:pt x="5952" y="666"/>
                  </a:lnTo>
                  <a:lnTo>
                    <a:pt x="74" y="8430"/>
                  </a:lnTo>
                  <a:cubicBezTo>
                    <a:pt x="0" y="8504"/>
                    <a:pt x="0" y="8615"/>
                    <a:pt x="37" y="8726"/>
                  </a:cubicBezTo>
                  <a:lnTo>
                    <a:pt x="739" y="10870"/>
                  </a:lnTo>
                  <a:cubicBezTo>
                    <a:pt x="776" y="10981"/>
                    <a:pt x="850" y="11055"/>
                    <a:pt x="961" y="11092"/>
                  </a:cubicBezTo>
                  <a:cubicBezTo>
                    <a:pt x="1072" y="11092"/>
                    <a:pt x="1183" y="11055"/>
                    <a:pt x="1257" y="10981"/>
                  </a:cubicBezTo>
                  <a:cubicBezTo>
                    <a:pt x="1257" y="10981"/>
                    <a:pt x="1479" y="10759"/>
                    <a:pt x="1812" y="10390"/>
                  </a:cubicBezTo>
                  <a:cubicBezTo>
                    <a:pt x="2329" y="9872"/>
                    <a:pt x="3179" y="9059"/>
                    <a:pt x="3993" y="8282"/>
                  </a:cubicBezTo>
                  <a:cubicBezTo>
                    <a:pt x="4806" y="7506"/>
                    <a:pt x="5620" y="6803"/>
                    <a:pt x="6137" y="6508"/>
                  </a:cubicBezTo>
                  <a:cubicBezTo>
                    <a:pt x="6877" y="6027"/>
                    <a:pt x="8207" y="4955"/>
                    <a:pt x="9354" y="3994"/>
                  </a:cubicBezTo>
                  <a:cubicBezTo>
                    <a:pt x="10537" y="2995"/>
                    <a:pt x="11498" y="2145"/>
                    <a:pt x="11498" y="2145"/>
                  </a:cubicBezTo>
                  <a:cubicBezTo>
                    <a:pt x="11646" y="2034"/>
                    <a:pt x="11646" y="1849"/>
                    <a:pt x="11535" y="1701"/>
                  </a:cubicBezTo>
                  <a:cubicBezTo>
                    <a:pt x="11535" y="1701"/>
                    <a:pt x="11165" y="1295"/>
                    <a:pt x="10574" y="851"/>
                  </a:cubicBezTo>
                  <a:cubicBezTo>
                    <a:pt x="9945" y="444"/>
                    <a:pt x="9095" y="1"/>
                    <a:pt x="80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51"/>
            <p:cNvSpPr/>
            <p:nvPr/>
          </p:nvSpPr>
          <p:spPr>
            <a:xfrm>
              <a:off x="5256900" y="3187450"/>
              <a:ext cx="816150" cy="609925"/>
            </a:xfrm>
            <a:custGeom>
              <a:avLst/>
              <a:gdLst/>
              <a:ahLst/>
              <a:cxnLst/>
              <a:rect l="l" t="t" r="r" b="b"/>
              <a:pathLst>
                <a:path w="32646" h="24397" extrusionOk="0">
                  <a:moveTo>
                    <a:pt x="29060" y="1"/>
                  </a:moveTo>
                  <a:cubicBezTo>
                    <a:pt x="29060" y="1"/>
                    <a:pt x="25732" y="1590"/>
                    <a:pt x="24032" y="3882"/>
                  </a:cubicBezTo>
                  <a:cubicBezTo>
                    <a:pt x="22294" y="6175"/>
                    <a:pt x="15381" y="17820"/>
                    <a:pt x="15381" y="17820"/>
                  </a:cubicBezTo>
                  <a:lnTo>
                    <a:pt x="149" y="15085"/>
                  </a:lnTo>
                  <a:lnTo>
                    <a:pt x="1" y="17118"/>
                  </a:lnTo>
                  <a:cubicBezTo>
                    <a:pt x="1" y="17118"/>
                    <a:pt x="8911" y="21702"/>
                    <a:pt x="13089" y="22738"/>
                  </a:cubicBezTo>
                  <a:cubicBezTo>
                    <a:pt x="16084" y="23453"/>
                    <a:pt x="18338" y="24397"/>
                    <a:pt x="19633" y="24397"/>
                  </a:cubicBezTo>
                  <a:cubicBezTo>
                    <a:pt x="20144" y="24397"/>
                    <a:pt x="20506" y="24250"/>
                    <a:pt x="20704" y="23884"/>
                  </a:cubicBezTo>
                  <a:cubicBezTo>
                    <a:pt x="21444" y="22590"/>
                    <a:pt x="27914" y="11794"/>
                    <a:pt x="27914" y="11794"/>
                  </a:cubicBezTo>
                  <a:lnTo>
                    <a:pt x="32646" y="8208"/>
                  </a:lnTo>
                  <a:lnTo>
                    <a:pt x="290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51"/>
            <p:cNvSpPr/>
            <p:nvPr/>
          </p:nvSpPr>
          <p:spPr>
            <a:xfrm>
              <a:off x="5248600" y="3179325"/>
              <a:ext cx="832775" cy="625550"/>
            </a:xfrm>
            <a:custGeom>
              <a:avLst/>
              <a:gdLst/>
              <a:ahLst/>
              <a:cxnLst/>
              <a:rect l="l" t="t" r="r" b="b"/>
              <a:pathLst>
                <a:path w="33311" h="25022" extrusionOk="0">
                  <a:moveTo>
                    <a:pt x="29368" y="1"/>
                  </a:moveTo>
                  <a:cubicBezTo>
                    <a:pt x="29326" y="1"/>
                    <a:pt x="29284" y="10"/>
                    <a:pt x="29244" y="30"/>
                  </a:cubicBezTo>
                  <a:cubicBezTo>
                    <a:pt x="29244" y="67"/>
                    <a:pt x="25917" y="1620"/>
                    <a:pt x="24105" y="4023"/>
                  </a:cubicBezTo>
                  <a:cubicBezTo>
                    <a:pt x="23661" y="4614"/>
                    <a:pt x="22922" y="5760"/>
                    <a:pt x="21998" y="7202"/>
                  </a:cubicBezTo>
                  <a:cubicBezTo>
                    <a:pt x="19602" y="11029"/>
                    <a:pt x="16218" y="16711"/>
                    <a:pt x="15565" y="17810"/>
                  </a:cubicBezTo>
                  <a:lnTo>
                    <a:pt x="15565" y="17810"/>
                  </a:lnTo>
                  <a:lnTo>
                    <a:pt x="518" y="15114"/>
                  </a:lnTo>
                  <a:cubicBezTo>
                    <a:pt x="444" y="15114"/>
                    <a:pt x="333" y="15114"/>
                    <a:pt x="296" y="15188"/>
                  </a:cubicBezTo>
                  <a:cubicBezTo>
                    <a:pt x="222" y="15225"/>
                    <a:pt x="185" y="15299"/>
                    <a:pt x="148" y="15410"/>
                  </a:cubicBezTo>
                  <a:lnTo>
                    <a:pt x="37" y="17406"/>
                  </a:lnTo>
                  <a:cubicBezTo>
                    <a:pt x="0" y="17554"/>
                    <a:pt x="74" y="17665"/>
                    <a:pt x="185" y="17702"/>
                  </a:cubicBezTo>
                  <a:cubicBezTo>
                    <a:pt x="185" y="17702"/>
                    <a:pt x="2403" y="18848"/>
                    <a:pt x="5176" y="20142"/>
                  </a:cubicBezTo>
                  <a:cubicBezTo>
                    <a:pt x="7949" y="21436"/>
                    <a:pt x="11202" y="22841"/>
                    <a:pt x="13347" y="23358"/>
                  </a:cubicBezTo>
                  <a:cubicBezTo>
                    <a:pt x="14825" y="23691"/>
                    <a:pt x="16119" y="24098"/>
                    <a:pt x="17229" y="24430"/>
                  </a:cubicBezTo>
                  <a:cubicBezTo>
                    <a:pt x="18338" y="24763"/>
                    <a:pt x="19225" y="25022"/>
                    <a:pt x="19964" y="25022"/>
                  </a:cubicBezTo>
                  <a:cubicBezTo>
                    <a:pt x="20260" y="25022"/>
                    <a:pt x="20519" y="24985"/>
                    <a:pt x="20741" y="24874"/>
                  </a:cubicBezTo>
                  <a:cubicBezTo>
                    <a:pt x="20963" y="24763"/>
                    <a:pt x="21184" y="24578"/>
                    <a:pt x="21295" y="24357"/>
                  </a:cubicBezTo>
                  <a:cubicBezTo>
                    <a:pt x="21665" y="23728"/>
                    <a:pt x="23477" y="20696"/>
                    <a:pt x="25177" y="17813"/>
                  </a:cubicBezTo>
                  <a:cubicBezTo>
                    <a:pt x="26028" y="16408"/>
                    <a:pt x="26841" y="15003"/>
                    <a:pt x="27469" y="13968"/>
                  </a:cubicBezTo>
                  <a:cubicBezTo>
                    <a:pt x="28016" y="13068"/>
                    <a:pt x="28395" y="12447"/>
                    <a:pt x="28484" y="12300"/>
                  </a:cubicBezTo>
                  <a:lnTo>
                    <a:pt x="28484" y="12300"/>
                  </a:lnTo>
                  <a:lnTo>
                    <a:pt x="33163" y="8755"/>
                  </a:lnTo>
                  <a:cubicBezTo>
                    <a:pt x="33311" y="8644"/>
                    <a:pt x="33311" y="8459"/>
                    <a:pt x="33237" y="8348"/>
                  </a:cubicBezTo>
                  <a:cubicBezTo>
                    <a:pt x="33170" y="8259"/>
                    <a:pt x="33075" y="8210"/>
                    <a:pt x="32979" y="8210"/>
                  </a:cubicBezTo>
                  <a:cubicBezTo>
                    <a:pt x="32916" y="8210"/>
                    <a:pt x="32851" y="8231"/>
                    <a:pt x="32793" y="8274"/>
                  </a:cubicBezTo>
                  <a:lnTo>
                    <a:pt x="28061" y="11860"/>
                  </a:lnTo>
                  <a:lnTo>
                    <a:pt x="27950" y="11971"/>
                  </a:lnTo>
                  <a:cubicBezTo>
                    <a:pt x="27950" y="11971"/>
                    <a:pt x="26360" y="14633"/>
                    <a:pt x="24660" y="17517"/>
                  </a:cubicBezTo>
                  <a:cubicBezTo>
                    <a:pt x="22922" y="20364"/>
                    <a:pt x="21147" y="23395"/>
                    <a:pt x="20778" y="24061"/>
                  </a:cubicBezTo>
                  <a:cubicBezTo>
                    <a:pt x="20704" y="24172"/>
                    <a:pt x="20630" y="24246"/>
                    <a:pt x="20482" y="24320"/>
                  </a:cubicBezTo>
                  <a:cubicBezTo>
                    <a:pt x="20371" y="24357"/>
                    <a:pt x="20186" y="24393"/>
                    <a:pt x="19964" y="24393"/>
                  </a:cubicBezTo>
                  <a:cubicBezTo>
                    <a:pt x="19373" y="24393"/>
                    <a:pt x="18486" y="24172"/>
                    <a:pt x="17413" y="23839"/>
                  </a:cubicBezTo>
                  <a:cubicBezTo>
                    <a:pt x="16304" y="23543"/>
                    <a:pt x="15010" y="23100"/>
                    <a:pt x="13494" y="22730"/>
                  </a:cubicBezTo>
                  <a:cubicBezTo>
                    <a:pt x="11461" y="22249"/>
                    <a:pt x="8171" y="20844"/>
                    <a:pt x="5435" y="19587"/>
                  </a:cubicBezTo>
                  <a:cubicBezTo>
                    <a:pt x="4067" y="18959"/>
                    <a:pt x="2810" y="18330"/>
                    <a:pt x="1923" y="17887"/>
                  </a:cubicBezTo>
                  <a:cubicBezTo>
                    <a:pt x="1318" y="17584"/>
                    <a:pt x="868" y="17351"/>
                    <a:pt x="643" y="17233"/>
                  </a:cubicBezTo>
                  <a:lnTo>
                    <a:pt x="643" y="17233"/>
                  </a:lnTo>
                  <a:lnTo>
                    <a:pt x="740" y="15779"/>
                  </a:lnTo>
                  <a:lnTo>
                    <a:pt x="15676" y="18441"/>
                  </a:lnTo>
                  <a:cubicBezTo>
                    <a:pt x="15695" y="18448"/>
                    <a:pt x="15716" y="18451"/>
                    <a:pt x="15737" y="18451"/>
                  </a:cubicBezTo>
                  <a:cubicBezTo>
                    <a:pt x="15836" y="18451"/>
                    <a:pt x="15941" y="18385"/>
                    <a:pt x="15972" y="18293"/>
                  </a:cubicBezTo>
                  <a:cubicBezTo>
                    <a:pt x="15972" y="18293"/>
                    <a:pt x="16415" y="17591"/>
                    <a:pt x="17081" y="16445"/>
                  </a:cubicBezTo>
                  <a:cubicBezTo>
                    <a:pt x="18116" y="14781"/>
                    <a:pt x="19669" y="12156"/>
                    <a:pt x="21110" y="9790"/>
                  </a:cubicBezTo>
                  <a:cubicBezTo>
                    <a:pt x="22589" y="7424"/>
                    <a:pt x="23957" y="5243"/>
                    <a:pt x="24586" y="4392"/>
                  </a:cubicBezTo>
                  <a:cubicBezTo>
                    <a:pt x="25436" y="3283"/>
                    <a:pt x="26656" y="2322"/>
                    <a:pt x="27691" y="1656"/>
                  </a:cubicBezTo>
                  <a:cubicBezTo>
                    <a:pt x="28209" y="1324"/>
                    <a:pt x="28652" y="1065"/>
                    <a:pt x="28985" y="880"/>
                  </a:cubicBezTo>
                  <a:cubicBezTo>
                    <a:pt x="29170" y="769"/>
                    <a:pt x="29281" y="695"/>
                    <a:pt x="29392" y="658"/>
                  </a:cubicBezTo>
                  <a:cubicBezTo>
                    <a:pt x="29466" y="621"/>
                    <a:pt x="29503" y="584"/>
                    <a:pt x="29503" y="584"/>
                  </a:cubicBezTo>
                  <a:cubicBezTo>
                    <a:pt x="29688" y="510"/>
                    <a:pt x="29725" y="326"/>
                    <a:pt x="29651" y="178"/>
                  </a:cubicBezTo>
                  <a:cubicBezTo>
                    <a:pt x="29597" y="69"/>
                    <a:pt x="29483" y="1"/>
                    <a:pt x="29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51"/>
            <p:cNvSpPr/>
            <p:nvPr/>
          </p:nvSpPr>
          <p:spPr>
            <a:xfrm>
              <a:off x="5945500" y="3431225"/>
              <a:ext cx="158050" cy="58725"/>
            </a:xfrm>
            <a:custGeom>
              <a:avLst/>
              <a:gdLst/>
              <a:ahLst/>
              <a:cxnLst/>
              <a:rect l="l" t="t" r="r" b="b"/>
              <a:pathLst>
                <a:path w="6322" h="2349" extrusionOk="0">
                  <a:moveTo>
                    <a:pt x="5955" y="1"/>
                  </a:moveTo>
                  <a:cubicBezTo>
                    <a:pt x="5929" y="1"/>
                    <a:pt x="5903" y="4"/>
                    <a:pt x="5878" y="10"/>
                  </a:cubicBezTo>
                  <a:lnTo>
                    <a:pt x="259" y="1747"/>
                  </a:lnTo>
                  <a:cubicBezTo>
                    <a:pt x="111" y="1784"/>
                    <a:pt x="0" y="1969"/>
                    <a:pt x="74" y="2117"/>
                  </a:cubicBezTo>
                  <a:cubicBezTo>
                    <a:pt x="105" y="2271"/>
                    <a:pt x="238" y="2348"/>
                    <a:pt x="368" y="2348"/>
                  </a:cubicBezTo>
                  <a:cubicBezTo>
                    <a:pt x="393" y="2348"/>
                    <a:pt x="419" y="2345"/>
                    <a:pt x="444" y="2339"/>
                  </a:cubicBezTo>
                  <a:lnTo>
                    <a:pt x="6063" y="601"/>
                  </a:lnTo>
                  <a:cubicBezTo>
                    <a:pt x="6211" y="564"/>
                    <a:pt x="6322" y="380"/>
                    <a:pt x="6248" y="232"/>
                  </a:cubicBezTo>
                  <a:cubicBezTo>
                    <a:pt x="6217" y="78"/>
                    <a:pt x="6084" y="1"/>
                    <a:pt x="5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51"/>
            <p:cNvSpPr/>
            <p:nvPr/>
          </p:nvSpPr>
          <p:spPr>
            <a:xfrm>
              <a:off x="5066625" y="3521850"/>
              <a:ext cx="194000" cy="95400"/>
            </a:xfrm>
            <a:custGeom>
              <a:avLst/>
              <a:gdLst/>
              <a:ahLst/>
              <a:cxnLst/>
              <a:rect l="l" t="t" r="r" b="b"/>
              <a:pathLst>
                <a:path w="7760" h="3816" extrusionOk="0">
                  <a:moveTo>
                    <a:pt x="3169" y="1"/>
                  </a:moveTo>
                  <a:cubicBezTo>
                    <a:pt x="2001" y="1"/>
                    <a:pt x="1" y="2029"/>
                    <a:pt x="144" y="2744"/>
                  </a:cubicBezTo>
                  <a:cubicBezTo>
                    <a:pt x="168" y="2894"/>
                    <a:pt x="286" y="2953"/>
                    <a:pt x="457" y="2953"/>
                  </a:cubicBezTo>
                  <a:cubicBezTo>
                    <a:pt x="1087" y="2953"/>
                    <a:pt x="2436" y="2152"/>
                    <a:pt x="2436" y="2152"/>
                  </a:cubicBezTo>
                  <a:cubicBezTo>
                    <a:pt x="2436" y="2152"/>
                    <a:pt x="2843" y="2855"/>
                    <a:pt x="4580" y="3446"/>
                  </a:cubicBezTo>
                  <a:cubicBezTo>
                    <a:pt x="5449" y="3742"/>
                    <a:pt x="6207" y="3816"/>
                    <a:pt x="6748" y="3816"/>
                  </a:cubicBezTo>
                  <a:cubicBezTo>
                    <a:pt x="7288" y="3816"/>
                    <a:pt x="7612" y="3742"/>
                    <a:pt x="7612" y="3742"/>
                  </a:cubicBezTo>
                  <a:lnTo>
                    <a:pt x="7760" y="1709"/>
                  </a:lnTo>
                  <a:cubicBezTo>
                    <a:pt x="7760" y="1709"/>
                    <a:pt x="4432" y="156"/>
                    <a:pt x="3286" y="8"/>
                  </a:cubicBezTo>
                  <a:cubicBezTo>
                    <a:pt x="3248" y="3"/>
                    <a:pt x="3209" y="1"/>
                    <a:pt x="31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51"/>
            <p:cNvSpPr/>
            <p:nvPr/>
          </p:nvSpPr>
          <p:spPr>
            <a:xfrm>
              <a:off x="5061900" y="3513725"/>
              <a:ext cx="206125" cy="110925"/>
            </a:xfrm>
            <a:custGeom>
              <a:avLst/>
              <a:gdLst/>
              <a:ahLst/>
              <a:cxnLst/>
              <a:rect l="l" t="t" r="r" b="b"/>
              <a:pathLst>
                <a:path w="8245" h="4437" extrusionOk="0">
                  <a:moveTo>
                    <a:pt x="3438" y="629"/>
                  </a:moveTo>
                  <a:cubicBezTo>
                    <a:pt x="3697" y="666"/>
                    <a:pt x="4104" y="777"/>
                    <a:pt x="4548" y="924"/>
                  </a:cubicBezTo>
                  <a:cubicBezTo>
                    <a:pt x="5250" y="1183"/>
                    <a:pt x="6063" y="1553"/>
                    <a:pt x="6692" y="1812"/>
                  </a:cubicBezTo>
                  <a:cubicBezTo>
                    <a:pt x="7025" y="1960"/>
                    <a:pt x="7283" y="2071"/>
                    <a:pt x="7505" y="2181"/>
                  </a:cubicBezTo>
                  <a:cubicBezTo>
                    <a:pt x="7542" y="2196"/>
                    <a:pt x="7575" y="2211"/>
                    <a:pt x="7605" y="2225"/>
                  </a:cubicBezTo>
                  <a:lnTo>
                    <a:pt x="7605" y="2225"/>
                  </a:lnTo>
                  <a:lnTo>
                    <a:pt x="7519" y="3787"/>
                  </a:lnTo>
                  <a:lnTo>
                    <a:pt x="7519" y="3787"/>
                  </a:lnTo>
                  <a:cubicBezTo>
                    <a:pt x="7386" y="3797"/>
                    <a:pt x="7197" y="3808"/>
                    <a:pt x="6951" y="3808"/>
                  </a:cubicBezTo>
                  <a:cubicBezTo>
                    <a:pt x="6433" y="3808"/>
                    <a:pt x="5694" y="3771"/>
                    <a:pt x="4880" y="3475"/>
                  </a:cubicBezTo>
                  <a:cubicBezTo>
                    <a:pt x="4030" y="3217"/>
                    <a:pt x="3549" y="2884"/>
                    <a:pt x="3254" y="2662"/>
                  </a:cubicBezTo>
                  <a:cubicBezTo>
                    <a:pt x="3106" y="2551"/>
                    <a:pt x="2995" y="2440"/>
                    <a:pt x="2958" y="2403"/>
                  </a:cubicBezTo>
                  <a:lnTo>
                    <a:pt x="2884" y="2329"/>
                  </a:lnTo>
                  <a:cubicBezTo>
                    <a:pt x="2835" y="2231"/>
                    <a:pt x="2720" y="2165"/>
                    <a:pt x="2615" y="2165"/>
                  </a:cubicBezTo>
                  <a:cubicBezTo>
                    <a:pt x="2563" y="2165"/>
                    <a:pt x="2514" y="2181"/>
                    <a:pt x="2477" y="2218"/>
                  </a:cubicBezTo>
                  <a:lnTo>
                    <a:pt x="2403" y="2255"/>
                  </a:lnTo>
                  <a:cubicBezTo>
                    <a:pt x="2292" y="2329"/>
                    <a:pt x="1960" y="2514"/>
                    <a:pt x="1590" y="2662"/>
                  </a:cubicBezTo>
                  <a:cubicBezTo>
                    <a:pt x="1405" y="2736"/>
                    <a:pt x="1220" y="2810"/>
                    <a:pt x="1072" y="2884"/>
                  </a:cubicBezTo>
                  <a:cubicBezTo>
                    <a:pt x="887" y="2921"/>
                    <a:pt x="740" y="2958"/>
                    <a:pt x="666" y="2958"/>
                  </a:cubicBezTo>
                  <a:lnTo>
                    <a:pt x="622" y="2958"/>
                  </a:lnTo>
                  <a:cubicBezTo>
                    <a:pt x="621" y="2855"/>
                    <a:pt x="726" y="2629"/>
                    <a:pt x="887" y="2403"/>
                  </a:cubicBezTo>
                  <a:cubicBezTo>
                    <a:pt x="1146" y="2034"/>
                    <a:pt x="1590" y="1553"/>
                    <a:pt x="2071" y="1220"/>
                  </a:cubicBezTo>
                  <a:cubicBezTo>
                    <a:pt x="2551" y="851"/>
                    <a:pt x="3069" y="629"/>
                    <a:pt x="3364" y="629"/>
                  </a:cubicBezTo>
                  <a:close/>
                  <a:moveTo>
                    <a:pt x="3364" y="0"/>
                  </a:moveTo>
                  <a:cubicBezTo>
                    <a:pt x="2995" y="0"/>
                    <a:pt x="2625" y="148"/>
                    <a:pt x="2255" y="370"/>
                  </a:cubicBezTo>
                  <a:cubicBezTo>
                    <a:pt x="1701" y="666"/>
                    <a:pt x="1183" y="1109"/>
                    <a:pt x="740" y="1590"/>
                  </a:cubicBezTo>
                  <a:cubicBezTo>
                    <a:pt x="555" y="1849"/>
                    <a:pt x="370" y="2071"/>
                    <a:pt x="222" y="2292"/>
                  </a:cubicBezTo>
                  <a:cubicBezTo>
                    <a:pt x="111" y="2514"/>
                    <a:pt x="0" y="2736"/>
                    <a:pt x="0" y="2995"/>
                  </a:cubicBezTo>
                  <a:lnTo>
                    <a:pt x="0" y="3106"/>
                  </a:lnTo>
                  <a:cubicBezTo>
                    <a:pt x="37" y="3254"/>
                    <a:pt x="148" y="3402"/>
                    <a:pt x="259" y="3475"/>
                  </a:cubicBezTo>
                  <a:cubicBezTo>
                    <a:pt x="407" y="3549"/>
                    <a:pt x="518" y="3586"/>
                    <a:pt x="666" y="3586"/>
                  </a:cubicBezTo>
                  <a:cubicBezTo>
                    <a:pt x="887" y="3586"/>
                    <a:pt x="1109" y="3512"/>
                    <a:pt x="1331" y="3438"/>
                  </a:cubicBezTo>
                  <a:cubicBezTo>
                    <a:pt x="1796" y="3267"/>
                    <a:pt x="2277" y="3015"/>
                    <a:pt x="2549" y="2864"/>
                  </a:cubicBezTo>
                  <a:lnTo>
                    <a:pt x="2549" y="2864"/>
                  </a:lnTo>
                  <a:cubicBezTo>
                    <a:pt x="2821" y="3156"/>
                    <a:pt x="3437" y="3656"/>
                    <a:pt x="4695" y="4067"/>
                  </a:cubicBezTo>
                  <a:cubicBezTo>
                    <a:pt x="5583" y="4363"/>
                    <a:pt x="6359" y="4437"/>
                    <a:pt x="6951" y="4437"/>
                  </a:cubicBezTo>
                  <a:cubicBezTo>
                    <a:pt x="7505" y="4437"/>
                    <a:pt x="7838" y="4363"/>
                    <a:pt x="7875" y="4363"/>
                  </a:cubicBezTo>
                  <a:cubicBezTo>
                    <a:pt x="7986" y="4326"/>
                    <a:pt x="8097" y="4215"/>
                    <a:pt x="8097" y="4067"/>
                  </a:cubicBezTo>
                  <a:lnTo>
                    <a:pt x="8245" y="2071"/>
                  </a:lnTo>
                  <a:cubicBezTo>
                    <a:pt x="8245" y="1923"/>
                    <a:pt x="8171" y="1812"/>
                    <a:pt x="8060" y="1775"/>
                  </a:cubicBezTo>
                  <a:cubicBezTo>
                    <a:pt x="8060" y="1775"/>
                    <a:pt x="7246" y="1368"/>
                    <a:pt x="6248" y="961"/>
                  </a:cubicBezTo>
                  <a:cubicBezTo>
                    <a:pt x="5768" y="740"/>
                    <a:pt x="5250" y="518"/>
                    <a:pt x="4769" y="370"/>
                  </a:cubicBezTo>
                  <a:cubicBezTo>
                    <a:pt x="4289" y="185"/>
                    <a:pt x="3845" y="74"/>
                    <a:pt x="3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51"/>
            <p:cNvSpPr/>
            <p:nvPr/>
          </p:nvSpPr>
          <p:spPr>
            <a:xfrm>
              <a:off x="5958425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3402" y="0"/>
                  </a:moveTo>
                  <a:lnTo>
                    <a:pt x="38" y="34235"/>
                  </a:lnTo>
                  <a:cubicBezTo>
                    <a:pt x="1" y="34531"/>
                    <a:pt x="185" y="34790"/>
                    <a:pt x="481" y="34827"/>
                  </a:cubicBezTo>
                  <a:cubicBezTo>
                    <a:pt x="525" y="34836"/>
                    <a:pt x="567" y="34841"/>
                    <a:pt x="609" y="34841"/>
                  </a:cubicBezTo>
                  <a:cubicBezTo>
                    <a:pt x="887" y="34841"/>
                    <a:pt x="1119" y="34635"/>
                    <a:pt x="1184" y="34346"/>
                  </a:cubicBezTo>
                  <a:lnTo>
                    <a:pt x="5916" y="555"/>
                  </a:lnTo>
                  <a:lnTo>
                    <a:pt x="34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51"/>
            <p:cNvSpPr/>
            <p:nvPr/>
          </p:nvSpPr>
          <p:spPr>
            <a:xfrm>
              <a:off x="5951950" y="4199525"/>
              <a:ext cx="162700" cy="886400"/>
            </a:xfrm>
            <a:custGeom>
              <a:avLst/>
              <a:gdLst/>
              <a:ahLst/>
              <a:cxnLst/>
              <a:rect l="l" t="t" r="r" b="b"/>
              <a:pathLst>
                <a:path w="6508" h="35456" extrusionOk="0">
                  <a:moveTo>
                    <a:pt x="3920" y="703"/>
                  </a:moveTo>
                  <a:lnTo>
                    <a:pt x="5835" y="1125"/>
                  </a:lnTo>
                  <a:lnTo>
                    <a:pt x="5835" y="1125"/>
                  </a:lnTo>
                  <a:lnTo>
                    <a:pt x="1110" y="34605"/>
                  </a:lnTo>
                  <a:cubicBezTo>
                    <a:pt x="1110" y="34753"/>
                    <a:pt x="999" y="34827"/>
                    <a:pt x="851" y="34827"/>
                  </a:cubicBezTo>
                  <a:lnTo>
                    <a:pt x="814" y="34827"/>
                  </a:lnTo>
                  <a:cubicBezTo>
                    <a:pt x="666" y="34790"/>
                    <a:pt x="592" y="34716"/>
                    <a:pt x="592" y="34568"/>
                  </a:cubicBezTo>
                  <a:lnTo>
                    <a:pt x="3920" y="703"/>
                  </a:lnTo>
                  <a:close/>
                  <a:moveTo>
                    <a:pt x="3698" y="0"/>
                  </a:moveTo>
                  <a:cubicBezTo>
                    <a:pt x="3624" y="0"/>
                    <a:pt x="3550" y="0"/>
                    <a:pt x="3476" y="74"/>
                  </a:cubicBezTo>
                  <a:cubicBezTo>
                    <a:pt x="3402" y="111"/>
                    <a:pt x="3328" y="185"/>
                    <a:pt x="3328" y="296"/>
                  </a:cubicBezTo>
                  <a:lnTo>
                    <a:pt x="1" y="34494"/>
                  </a:lnTo>
                  <a:lnTo>
                    <a:pt x="1" y="34568"/>
                  </a:lnTo>
                  <a:cubicBezTo>
                    <a:pt x="1" y="34975"/>
                    <a:pt x="260" y="35344"/>
                    <a:pt x="666" y="35418"/>
                  </a:cubicBezTo>
                  <a:cubicBezTo>
                    <a:pt x="740" y="35455"/>
                    <a:pt x="777" y="35455"/>
                    <a:pt x="851" y="35455"/>
                  </a:cubicBezTo>
                  <a:cubicBezTo>
                    <a:pt x="1295" y="35455"/>
                    <a:pt x="1665" y="35160"/>
                    <a:pt x="1738" y="34716"/>
                  </a:cubicBezTo>
                  <a:lnTo>
                    <a:pt x="6471" y="925"/>
                  </a:lnTo>
                  <a:cubicBezTo>
                    <a:pt x="6508" y="740"/>
                    <a:pt x="6397" y="592"/>
                    <a:pt x="6249" y="555"/>
                  </a:cubicBezTo>
                  <a:lnTo>
                    <a:pt x="36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51"/>
            <p:cNvSpPr/>
            <p:nvPr/>
          </p:nvSpPr>
          <p:spPr>
            <a:xfrm>
              <a:off x="6388200" y="4228175"/>
              <a:ext cx="260675" cy="847075"/>
            </a:xfrm>
            <a:custGeom>
              <a:avLst/>
              <a:gdLst/>
              <a:ahLst/>
              <a:cxnLst/>
              <a:rect l="l" t="t" r="r" b="b"/>
              <a:pathLst>
                <a:path w="10427" h="33883" extrusionOk="0">
                  <a:moveTo>
                    <a:pt x="2367" y="1"/>
                  </a:moveTo>
                  <a:lnTo>
                    <a:pt x="1" y="1258"/>
                  </a:lnTo>
                  <a:lnTo>
                    <a:pt x="9244" y="33459"/>
                  </a:lnTo>
                  <a:cubicBezTo>
                    <a:pt x="9307" y="33711"/>
                    <a:pt x="9503" y="33882"/>
                    <a:pt x="9743" y="33882"/>
                  </a:cubicBezTo>
                  <a:cubicBezTo>
                    <a:pt x="9785" y="33882"/>
                    <a:pt x="9828" y="33877"/>
                    <a:pt x="9872" y="33866"/>
                  </a:cubicBezTo>
                  <a:cubicBezTo>
                    <a:pt x="10205" y="33829"/>
                    <a:pt x="10427" y="33496"/>
                    <a:pt x="10316" y="33200"/>
                  </a:cubicBez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51"/>
            <p:cNvSpPr/>
            <p:nvPr/>
          </p:nvSpPr>
          <p:spPr>
            <a:xfrm>
              <a:off x="6379900" y="4220175"/>
              <a:ext cx="274525" cy="862975"/>
            </a:xfrm>
            <a:custGeom>
              <a:avLst/>
              <a:gdLst/>
              <a:ahLst/>
              <a:cxnLst/>
              <a:rect l="l" t="t" r="r" b="b"/>
              <a:pathLst>
                <a:path w="10981" h="34519" extrusionOk="0">
                  <a:moveTo>
                    <a:pt x="2493" y="769"/>
                  </a:moveTo>
                  <a:lnTo>
                    <a:pt x="10352" y="33594"/>
                  </a:lnTo>
                  <a:lnTo>
                    <a:pt x="10352" y="33631"/>
                  </a:lnTo>
                  <a:cubicBezTo>
                    <a:pt x="10352" y="33779"/>
                    <a:pt x="10278" y="33890"/>
                    <a:pt x="10130" y="33890"/>
                  </a:cubicBezTo>
                  <a:lnTo>
                    <a:pt x="10093" y="33890"/>
                  </a:lnTo>
                  <a:cubicBezTo>
                    <a:pt x="9982" y="33890"/>
                    <a:pt x="9871" y="33816"/>
                    <a:pt x="9871" y="33705"/>
                  </a:cubicBezTo>
                  <a:lnTo>
                    <a:pt x="703" y="1725"/>
                  </a:lnTo>
                  <a:lnTo>
                    <a:pt x="2493" y="769"/>
                  </a:lnTo>
                  <a:close/>
                  <a:moveTo>
                    <a:pt x="2741" y="1"/>
                  </a:moveTo>
                  <a:cubicBezTo>
                    <a:pt x="2687" y="1"/>
                    <a:pt x="2631" y="18"/>
                    <a:pt x="2588" y="62"/>
                  </a:cubicBezTo>
                  <a:lnTo>
                    <a:pt x="185" y="1319"/>
                  </a:lnTo>
                  <a:cubicBezTo>
                    <a:pt x="74" y="1393"/>
                    <a:pt x="0" y="1541"/>
                    <a:pt x="37" y="1688"/>
                  </a:cubicBezTo>
                  <a:lnTo>
                    <a:pt x="9280" y="33890"/>
                  </a:lnTo>
                  <a:cubicBezTo>
                    <a:pt x="9391" y="34260"/>
                    <a:pt x="9723" y="34518"/>
                    <a:pt x="10093" y="34518"/>
                  </a:cubicBezTo>
                  <a:lnTo>
                    <a:pt x="10241" y="34518"/>
                  </a:lnTo>
                  <a:cubicBezTo>
                    <a:pt x="10685" y="34445"/>
                    <a:pt x="10980" y="34075"/>
                    <a:pt x="10980" y="33631"/>
                  </a:cubicBezTo>
                  <a:cubicBezTo>
                    <a:pt x="10980" y="33557"/>
                    <a:pt x="10980" y="33520"/>
                    <a:pt x="10980" y="33446"/>
                  </a:cubicBezTo>
                  <a:lnTo>
                    <a:pt x="3032" y="247"/>
                  </a:lnTo>
                  <a:cubicBezTo>
                    <a:pt x="2995" y="173"/>
                    <a:pt x="2921" y="62"/>
                    <a:pt x="2847" y="25"/>
                  </a:cubicBezTo>
                  <a:cubicBezTo>
                    <a:pt x="2816" y="9"/>
                    <a:pt x="2779" y="1"/>
                    <a:pt x="2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51"/>
            <p:cNvSpPr/>
            <p:nvPr/>
          </p:nvSpPr>
          <p:spPr>
            <a:xfrm>
              <a:off x="6024975" y="4218000"/>
              <a:ext cx="189500" cy="859700"/>
            </a:xfrm>
            <a:custGeom>
              <a:avLst/>
              <a:gdLst/>
              <a:ahLst/>
              <a:cxnLst/>
              <a:rect l="l" t="t" r="r" b="b"/>
              <a:pathLst>
                <a:path w="7580" h="34388" extrusionOk="0">
                  <a:moveTo>
                    <a:pt x="2478" y="1"/>
                  </a:moveTo>
                  <a:lnTo>
                    <a:pt x="1" y="1073"/>
                  </a:lnTo>
                  <a:lnTo>
                    <a:pt x="6433" y="33940"/>
                  </a:lnTo>
                  <a:cubicBezTo>
                    <a:pt x="6468" y="34180"/>
                    <a:pt x="6692" y="34388"/>
                    <a:pt x="6960" y="34388"/>
                  </a:cubicBezTo>
                  <a:cubicBezTo>
                    <a:pt x="6981" y="34388"/>
                    <a:pt x="7003" y="34386"/>
                    <a:pt x="7025" y="34384"/>
                  </a:cubicBezTo>
                  <a:cubicBezTo>
                    <a:pt x="7358" y="34384"/>
                    <a:pt x="7579" y="34088"/>
                    <a:pt x="7543" y="33755"/>
                  </a:cubicBezTo>
                  <a:lnTo>
                    <a:pt x="24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51"/>
            <p:cNvSpPr/>
            <p:nvPr/>
          </p:nvSpPr>
          <p:spPr>
            <a:xfrm>
              <a:off x="6016650" y="4210000"/>
              <a:ext cx="205225" cy="875925"/>
            </a:xfrm>
            <a:custGeom>
              <a:avLst/>
              <a:gdLst/>
              <a:ahLst/>
              <a:cxnLst/>
              <a:rect l="l" t="t" r="r" b="b"/>
              <a:pathLst>
                <a:path w="8209" h="35037" extrusionOk="0">
                  <a:moveTo>
                    <a:pt x="2576" y="766"/>
                  </a:moveTo>
                  <a:lnTo>
                    <a:pt x="7580" y="34112"/>
                  </a:lnTo>
                  <a:lnTo>
                    <a:pt x="7580" y="34149"/>
                  </a:lnTo>
                  <a:cubicBezTo>
                    <a:pt x="7580" y="34297"/>
                    <a:pt x="7469" y="34408"/>
                    <a:pt x="7321" y="34408"/>
                  </a:cubicBezTo>
                  <a:cubicBezTo>
                    <a:pt x="7173" y="34408"/>
                    <a:pt x="7062" y="34334"/>
                    <a:pt x="7062" y="34186"/>
                  </a:cubicBezTo>
                  <a:lnTo>
                    <a:pt x="703" y="1578"/>
                  </a:lnTo>
                  <a:lnTo>
                    <a:pt x="2576" y="766"/>
                  </a:lnTo>
                  <a:close/>
                  <a:moveTo>
                    <a:pt x="2805" y="1"/>
                  </a:moveTo>
                  <a:cubicBezTo>
                    <a:pt x="2767" y="1"/>
                    <a:pt x="2730" y="10"/>
                    <a:pt x="2700" y="25"/>
                  </a:cubicBezTo>
                  <a:lnTo>
                    <a:pt x="223" y="1097"/>
                  </a:lnTo>
                  <a:cubicBezTo>
                    <a:pt x="75" y="1134"/>
                    <a:pt x="1" y="1282"/>
                    <a:pt x="38" y="1430"/>
                  </a:cubicBezTo>
                  <a:lnTo>
                    <a:pt x="6434" y="34334"/>
                  </a:lnTo>
                  <a:cubicBezTo>
                    <a:pt x="6545" y="34741"/>
                    <a:pt x="6877" y="35036"/>
                    <a:pt x="7321" y="35036"/>
                  </a:cubicBezTo>
                  <a:lnTo>
                    <a:pt x="7358" y="35036"/>
                  </a:lnTo>
                  <a:cubicBezTo>
                    <a:pt x="7839" y="34999"/>
                    <a:pt x="8208" y="34593"/>
                    <a:pt x="8208" y="34149"/>
                  </a:cubicBezTo>
                  <a:lnTo>
                    <a:pt x="8171" y="34001"/>
                  </a:lnTo>
                  <a:lnTo>
                    <a:pt x="3106" y="284"/>
                  </a:lnTo>
                  <a:cubicBezTo>
                    <a:pt x="3106" y="173"/>
                    <a:pt x="3069" y="99"/>
                    <a:pt x="2958" y="62"/>
                  </a:cubicBezTo>
                  <a:cubicBezTo>
                    <a:pt x="2915" y="19"/>
                    <a:pt x="2859" y="1"/>
                    <a:pt x="28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51"/>
            <p:cNvSpPr/>
            <p:nvPr/>
          </p:nvSpPr>
          <p:spPr>
            <a:xfrm>
              <a:off x="5491675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3365" y="0"/>
                  </a:moveTo>
                  <a:lnTo>
                    <a:pt x="37" y="34235"/>
                  </a:lnTo>
                  <a:cubicBezTo>
                    <a:pt x="0" y="34531"/>
                    <a:pt x="185" y="34790"/>
                    <a:pt x="481" y="34827"/>
                  </a:cubicBezTo>
                  <a:cubicBezTo>
                    <a:pt x="520" y="34836"/>
                    <a:pt x="559" y="34841"/>
                    <a:pt x="598" y="34841"/>
                  </a:cubicBezTo>
                  <a:cubicBezTo>
                    <a:pt x="859" y="34841"/>
                    <a:pt x="1114" y="34635"/>
                    <a:pt x="1147" y="34346"/>
                  </a:cubicBezTo>
                  <a:lnTo>
                    <a:pt x="5916" y="555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51"/>
            <p:cNvSpPr/>
            <p:nvPr/>
          </p:nvSpPr>
          <p:spPr>
            <a:xfrm>
              <a:off x="5484275" y="4199525"/>
              <a:ext cx="163625" cy="886400"/>
            </a:xfrm>
            <a:custGeom>
              <a:avLst/>
              <a:gdLst/>
              <a:ahLst/>
              <a:cxnLst/>
              <a:rect l="l" t="t" r="r" b="b"/>
              <a:pathLst>
                <a:path w="6545" h="35456" extrusionOk="0">
                  <a:moveTo>
                    <a:pt x="3957" y="703"/>
                  </a:moveTo>
                  <a:lnTo>
                    <a:pt x="5872" y="1125"/>
                  </a:lnTo>
                  <a:lnTo>
                    <a:pt x="5872" y="1125"/>
                  </a:lnTo>
                  <a:lnTo>
                    <a:pt x="1147" y="34605"/>
                  </a:lnTo>
                  <a:cubicBezTo>
                    <a:pt x="1147" y="34753"/>
                    <a:pt x="1036" y="34827"/>
                    <a:pt x="888" y="34827"/>
                  </a:cubicBezTo>
                  <a:lnTo>
                    <a:pt x="851" y="34827"/>
                  </a:lnTo>
                  <a:cubicBezTo>
                    <a:pt x="703" y="34790"/>
                    <a:pt x="629" y="34716"/>
                    <a:pt x="629" y="34568"/>
                  </a:cubicBezTo>
                  <a:lnTo>
                    <a:pt x="3957" y="703"/>
                  </a:lnTo>
                  <a:close/>
                  <a:moveTo>
                    <a:pt x="3735" y="0"/>
                  </a:moveTo>
                  <a:cubicBezTo>
                    <a:pt x="3661" y="0"/>
                    <a:pt x="3550" y="0"/>
                    <a:pt x="3513" y="74"/>
                  </a:cubicBezTo>
                  <a:cubicBezTo>
                    <a:pt x="3439" y="111"/>
                    <a:pt x="3365" y="185"/>
                    <a:pt x="3365" y="296"/>
                  </a:cubicBezTo>
                  <a:lnTo>
                    <a:pt x="38" y="34494"/>
                  </a:lnTo>
                  <a:lnTo>
                    <a:pt x="1" y="34568"/>
                  </a:lnTo>
                  <a:cubicBezTo>
                    <a:pt x="1" y="34975"/>
                    <a:pt x="296" y="35344"/>
                    <a:pt x="703" y="35418"/>
                  </a:cubicBezTo>
                  <a:cubicBezTo>
                    <a:pt x="777" y="35455"/>
                    <a:pt x="814" y="35455"/>
                    <a:pt x="888" y="35455"/>
                  </a:cubicBezTo>
                  <a:cubicBezTo>
                    <a:pt x="1332" y="35455"/>
                    <a:pt x="1701" y="35160"/>
                    <a:pt x="1775" y="34716"/>
                  </a:cubicBezTo>
                  <a:lnTo>
                    <a:pt x="6508" y="925"/>
                  </a:lnTo>
                  <a:cubicBezTo>
                    <a:pt x="6545" y="740"/>
                    <a:pt x="6434" y="592"/>
                    <a:pt x="6286" y="555"/>
                  </a:cubicBezTo>
                  <a:lnTo>
                    <a:pt x="3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51"/>
            <p:cNvSpPr/>
            <p:nvPr/>
          </p:nvSpPr>
          <p:spPr>
            <a:xfrm>
              <a:off x="5447300" y="3236425"/>
              <a:ext cx="1197875" cy="1049075"/>
            </a:xfrm>
            <a:custGeom>
              <a:avLst/>
              <a:gdLst/>
              <a:ahLst/>
              <a:cxnLst/>
              <a:rect l="l" t="t" r="r" b="b"/>
              <a:pathLst>
                <a:path w="47915" h="41963" extrusionOk="0">
                  <a:moveTo>
                    <a:pt x="29171" y="1"/>
                  </a:moveTo>
                  <a:cubicBezTo>
                    <a:pt x="26879" y="1"/>
                    <a:pt x="25104" y="2034"/>
                    <a:pt x="25437" y="4290"/>
                  </a:cubicBezTo>
                  <a:cubicBezTo>
                    <a:pt x="26546" y="11906"/>
                    <a:pt x="27433" y="31315"/>
                    <a:pt x="26842" y="31463"/>
                  </a:cubicBezTo>
                  <a:cubicBezTo>
                    <a:pt x="26831" y="31466"/>
                    <a:pt x="26816" y="31467"/>
                    <a:pt x="26798" y="31467"/>
                  </a:cubicBezTo>
                  <a:cubicBezTo>
                    <a:pt x="25697" y="31467"/>
                    <a:pt x="11235" y="26262"/>
                    <a:pt x="4776" y="26262"/>
                  </a:cubicBezTo>
                  <a:cubicBezTo>
                    <a:pt x="3239" y="26262"/>
                    <a:pt x="2156" y="26556"/>
                    <a:pt x="1812" y="27285"/>
                  </a:cubicBezTo>
                  <a:cubicBezTo>
                    <a:pt x="1" y="31130"/>
                    <a:pt x="592" y="41963"/>
                    <a:pt x="592" y="41963"/>
                  </a:cubicBezTo>
                  <a:lnTo>
                    <a:pt x="41778" y="41963"/>
                  </a:lnTo>
                  <a:lnTo>
                    <a:pt x="47545" y="4327"/>
                  </a:lnTo>
                  <a:cubicBezTo>
                    <a:pt x="47915" y="2071"/>
                    <a:pt x="46140" y="1"/>
                    <a:pt x="43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51"/>
            <p:cNvSpPr/>
            <p:nvPr/>
          </p:nvSpPr>
          <p:spPr>
            <a:xfrm>
              <a:off x="5451925" y="3229050"/>
              <a:ext cx="1193250" cy="1063850"/>
            </a:xfrm>
            <a:custGeom>
              <a:avLst/>
              <a:gdLst/>
              <a:ahLst/>
              <a:cxnLst/>
              <a:rect l="l" t="t" r="r" b="b"/>
              <a:pathLst>
                <a:path w="47730" h="42554" extrusionOk="0">
                  <a:moveTo>
                    <a:pt x="43626" y="592"/>
                  </a:moveTo>
                  <a:cubicBezTo>
                    <a:pt x="44624" y="592"/>
                    <a:pt x="45475" y="998"/>
                    <a:pt x="46103" y="1627"/>
                  </a:cubicBezTo>
                  <a:cubicBezTo>
                    <a:pt x="46732" y="2255"/>
                    <a:pt x="47101" y="3106"/>
                    <a:pt x="47101" y="4067"/>
                  </a:cubicBezTo>
                  <a:cubicBezTo>
                    <a:pt x="47101" y="4215"/>
                    <a:pt x="47101" y="4400"/>
                    <a:pt x="47064" y="4585"/>
                  </a:cubicBezTo>
                  <a:lnTo>
                    <a:pt x="41297" y="41962"/>
                  </a:lnTo>
                  <a:lnTo>
                    <a:pt x="720" y="41962"/>
                  </a:lnTo>
                  <a:cubicBezTo>
                    <a:pt x="706" y="41768"/>
                    <a:pt x="686" y="41469"/>
                    <a:pt x="666" y="41075"/>
                  </a:cubicBezTo>
                  <a:cubicBezTo>
                    <a:pt x="666" y="40335"/>
                    <a:pt x="629" y="39337"/>
                    <a:pt x="629" y="38154"/>
                  </a:cubicBezTo>
                  <a:cubicBezTo>
                    <a:pt x="629" y="36416"/>
                    <a:pt x="703" y="34346"/>
                    <a:pt x="888" y="32461"/>
                  </a:cubicBezTo>
                  <a:cubicBezTo>
                    <a:pt x="1073" y="30538"/>
                    <a:pt x="1406" y="28800"/>
                    <a:pt x="1923" y="27728"/>
                  </a:cubicBezTo>
                  <a:cubicBezTo>
                    <a:pt x="2034" y="27469"/>
                    <a:pt x="2293" y="27248"/>
                    <a:pt x="2774" y="27100"/>
                  </a:cubicBezTo>
                  <a:cubicBezTo>
                    <a:pt x="3217" y="26952"/>
                    <a:pt x="3846" y="26878"/>
                    <a:pt x="4585" y="26878"/>
                  </a:cubicBezTo>
                  <a:cubicBezTo>
                    <a:pt x="7765" y="26878"/>
                    <a:pt x="12977" y="28172"/>
                    <a:pt x="17525" y="29466"/>
                  </a:cubicBezTo>
                  <a:cubicBezTo>
                    <a:pt x="19817" y="30094"/>
                    <a:pt x="21924" y="30760"/>
                    <a:pt x="23551" y="31240"/>
                  </a:cubicBezTo>
                  <a:cubicBezTo>
                    <a:pt x="24327" y="31499"/>
                    <a:pt x="25030" y="31684"/>
                    <a:pt x="25547" y="31832"/>
                  </a:cubicBezTo>
                  <a:cubicBezTo>
                    <a:pt x="25806" y="31906"/>
                    <a:pt x="26028" y="31980"/>
                    <a:pt x="26176" y="32017"/>
                  </a:cubicBezTo>
                  <a:cubicBezTo>
                    <a:pt x="26361" y="32054"/>
                    <a:pt x="26472" y="32091"/>
                    <a:pt x="26620" y="32091"/>
                  </a:cubicBezTo>
                  <a:lnTo>
                    <a:pt x="26730" y="32054"/>
                  </a:lnTo>
                  <a:cubicBezTo>
                    <a:pt x="26804" y="32054"/>
                    <a:pt x="26878" y="31980"/>
                    <a:pt x="26915" y="31943"/>
                  </a:cubicBezTo>
                  <a:cubicBezTo>
                    <a:pt x="26989" y="31869"/>
                    <a:pt x="26989" y="31795"/>
                    <a:pt x="26989" y="31758"/>
                  </a:cubicBezTo>
                  <a:cubicBezTo>
                    <a:pt x="27063" y="31536"/>
                    <a:pt x="27100" y="31240"/>
                    <a:pt x="27100" y="30797"/>
                  </a:cubicBezTo>
                  <a:cubicBezTo>
                    <a:pt x="27137" y="30353"/>
                    <a:pt x="27137" y="29762"/>
                    <a:pt x="27137" y="29096"/>
                  </a:cubicBezTo>
                  <a:cubicBezTo>
                    <a:pt x="27137" y="23477"/>
                    <a:pt x="26435" y="10463"/>
                    <a:pt x="25584" y="4548"/>
                  </a:cubicBezTo>
                  <a:cubicBezTo>
                    <a:pt x="25547" y="4400"/>
                    <a:pt x="25547" y="4215"/>
                    <a:pt x="25547" y="4067"/>
                  </a:cubicBezTo>
                  <a:cubicBezTo>
                    <a:pt x="25547" y="3106"/>
                    <a:pt x="25917" y="2255"/>
                    <a:pt x="26546" y="1627"/>
                  </a:cubicBezTo>
                  <a:cubicBezTo>
                    <a:pt x="27174" y="998"/>
                    <a:pt x="28024" y="592"/>
                    <a:pt x="28986" y="592"/>
                  </a:cubicBezTo>
                  <a:close/>
                  <a:moveTo>
                    <a:pt x="28986" y="0"/>
                  </a:moveTo>
                  <a:cubicBezTo>
                    <a:pt x="26694" y="0"/>
                    <a:pt x="24919" y="1849"/>
                    <a:pt x="24919" y="4067"/>
                  </a:cubicBezTo>
                  <a:cubicBezTo>
                    <a:pt x="24919" y="4252"/>
                    <a:pt x="24919" y="4437"/>
                    <a:pt x="24956" y="4659"/>
                  </a:cubicBezTo>
                  <a:cubicBezTo>
                    <a:pt x="25806" y="10500"/>
                    <a:pt x="26546" y="23514"/>
                    <a:pt x="26546" y="29096"/>
                  </a:cubicBezTo>
                  <a:cubicBezTo>
                    <a:pt x="26546" y="29910"/>
                    <a:pt x="26509" y="30575"/>
                    <a:pt x="26472" y="31019"/>
                  </a:cubicBezTo>
                  <a:cubicBezTo>
                    <a:pt x="26472" y="31208"/>
                    <a:pt x="26445" y="31344"/>
                    <a:pt x="26437" y="31448"/>
                  </a:cubicBezTo>
                  <a:lnTo>
                    <a:pt x="26437" y="31448"/>
                  </a:lnTo>
                  <a:cubicBezTo>
                    <a:pt x="26402" y="31443"/>
                    <a:pt x="26365" y="31436"/>
                    <a:pt x="26324" y="31425"/>
                  </a:cubicBezTo>
                  <a:cubicBezTo>
                    <a:pt x="25732" y="31277"/>
                    <a:pt x="24438" y="30871"/>
                    <a:pt x="22775" y="30353"/>
                  </a:cubicBezTo>
                  <a:cubicBezTo>
                    <a:pt x="20261" y="29614"/>
                    <a:pt x="16859" y="28579"/>
                    <a:pt x="13532" y="27728"/>
                  </a:cubicBezTo>
                  <a:cubicBezTo>
                    <a:pt x="10205" y="26915"/>
                    <a:pt x="6914" y="26249"/>
                    <a:pt x="4585" y="26249"/>
                  </a:cubicBezTo>
                  <a:cubicBezTo>
                    <a:pt x="3809" y="26249"/>
                    <a:pt x="3106" y="26323"/>
                    <a:pt x="2552" y="26508"/>
                  </a:cubicBezTo>
                  <a:cubicBezTo>
                    <a:pt x="2034" y="26693"/>
                    <a:pt x="1554" y="26989"/>
                    <a:pt x="1332" y="27433"/>
                  </a:cubicBezTo>
                  <a:cubicBezTo>
                    <a:pt x="777" y="28653"/>
                    <a:pt x="444" y="30464"/>
                    <a:pt x="260" y="32387"/>
                  </a:cubicBezTo>
                  <a:cubicBezTo>
                    <a:pt x="75" y="34309"/>
                    <a:pt x="1" y="36416"/>
                    <a:pt x="1" y="38154"/>
                  </a:cubicBezTo>
                  <a:cubicBezTo>
                    <a:pt x="1" y="40520"/>
                    <a:pt x="112" y="42258"/>
                    <a:pt x="112" y="42258"/>
                  </a:cubicBezTo>
                  <a:cubicBezTo>
                    <a:pt x="112" y="42443"/>
                    <a:pt x="260" y="42554"/>
                    <a:pt x="407" y="42554"/>
                  </a:cubicBezTo>
                  <a:lnTo>
                    <a:pt x="41593" y="42554"/>
                  </a:lnTo>
                  <a:cubicBezTo>
                    <a:pt x="41741" y="42554"/>
                    <a:pt x="41851" y="42443"/>
                    <a:pt x="41888" y="42295"/>
                  </a:cubicBezTo>
                  <a:lnTo>
                    <a:pt x="47656" y="4696"/>
                  </a:lnTo>
                  <a:cubicBezTo>
                    <a:pt x="47693" y="4474"/>
                    <a:pt x="47730" y="4252"/>
                    <a:pt x="47730" y="4067"/>
                  </a:cubicBezTo>
                  <a:cubicBezTo>
                    <a:pt x="47730" y="1849"/>
                    <a:pt x="45918" y="0"/>
                    <a:pt x="43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51"/>
            <p:cNvSpPr/>
            <p:nvPr/>
          </p:nvSpPr>
          <p:spPr>
            <a:xfrm>
              <a:off x="5447300" y="3236425"/>
              <a:ext cx="824475" cy="1049075"/>
            </a:xfrm>
            <a:custGeom>
              <a:avLst/>
              <a:gdLst/>
              <a:ahLst/>
              <a:cxnLst/>
              <a:rect l="l" t="t" r="r" b="b"/>
              <a:pathLst>
                <a:path w="32979" h="41963" extrusionOk="0">
                  <a:moveTo>
                    <a:pt x="29023" y="1"/>
                  </a:moveTo>
                  <a:cubicBezTo>
                    <a:pt x="26805" y="75"/>
                    <a:pt x="25141" y="2071"/>
                    <a:pt x="25437" y="4290"/>
                  </a:cubicBezTo>
                  <a:cubicBezTo>
                    <a:pt x="26546" y="11906"/>
                    <a:pt x="27433" y="31315"/>
                    <a:pt x="26842" y="31463"/>
                  </a:cubicBezTo>
                  <a:cubicBezTo>
                    <a:pt x="26831" y="31466"/>
                    <a:pt x="26816" y="31467"/>
                    <a:pt x="26798" y="31467"/>
                  </a:cubicBezTo>
                  <a:cubicBezTo>
                    <a:pt x="25697" y="31467"/>
                    <a:pt x="11235" y="26262"/>
                    <a:pt x="4776" y="26262"/>
                  </a:cubicBezTo>
                  <a:cubicBezTo>
                    <a:pt x="3239" y="26262"/>
                    <a:pt x="2156" y="26556"/>
                    <a:pt x="1812" y="27285"/>
                  </a:cubicBezTo>
                  <a:cubicBezTo>
                    <a:pt x="1" y="31130"/>
                    <a:pt x="592" y="41963"/>
                    <a:pt x="592" y="41963"/>
                  </a:cubicBezTo>
                  <a:lnTo>
                    <a:pt x="26842" y="41963"/>
                  </a:lnTo>
                  <a:lnTo>
                    <a:pt x="32609" y="4327"/>
                  </a:lnTo>
                  <a:cubicBezTo>
                    <a:pt x="32979" y="2108"/>
                    <a:pt x="31278" y="75"/>
                    <a:pt x="290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51"/>
            <p:cNvSpPr/>
            <p:nvPr/>
          </p:nvSpPr>
          <p:spPr>
            <a:xfrm>
              <a:off x="5451925" y="3229050"/>
              <a:ext cx="819850" cy="1063850"/>
            </a:xfrm>
            <a:custGeom>
              <a:avLst/>
              <a:gdLst/>
              <a:ahLst/>
              <a:cxnLst/>
              <a:rect l="l" t="t" r="r" b="b"/>
              <a:pathLst>
                <a:path w="32794" h="42554" extrusionOk="0">
                  <a:moveTo>
                    <a:pt x="28856" y="629"/>
                  </a:moveTo>
                  <a:lnTo>
                    <a:pt x="28856" y="629"/>
                  </a:lnTo>
                  <a:cubicBezTo>
                    <a:pt x="30733" y="676"/>
                    <a:pt x="32165" y="2225"/>
                    <a:pt x="32165" y="4067"/>
                  </a:cubicBezTo>
                  <a:cubicBezTo>
                    <a:pt x="32165" y="4215"/>
                    <a:pt x="32165" y="4400"/>
                    <a:pt x="32128" y="4585"/>
                  </a:cubicBezTo>
                  <a:lnTo>
                    <a:pt x="26398" y="41962"/>
                  </a:lnTo>
                  <a:lnTo>
                    <a:pt x="720" y="41962"/>
                  </a:lnTo>
                  <a:cubicBezTo>
                    <a:pt x="706" y="41768"/>
                    <a:pt x="686" y="41469"/>
                    <a:pt x="666" y="41075"/>
                  </a:cubicBezTo>
                  <a:cubicBezTo>
                    <a:pt x="666" y="40335"/>
                    <a:pt x="629" y="39337"/>
                    <a:pt x="629" y="38154"/>
                  </a:cubicBezTo>
                  <a:cubicBezTo>
                    <a:pt x="629" y="36416"/>
                    <a:pt x="703" y="34346"/>
                    <a:pt x="888" y="32461"/>
                  </a:cubicBezTo>
                  <a:cubicBezTo>
                    <a:pt x="1073" y="30538"/>
                    <a:pt x="1406" y="28800"/>
                    <a:pt x="1923" y="27728"/>
                  </a:cubicBezTo>
                  <a:cubicBezTo>
                    <a:pt x="2034" y="27469"/>
                    <a:pt x="2293" y="27248"/>
                    <a:pt x="2774" y="27100"/>
                  </a:cubicBezTo>
                  <a:cubicBezTo>
                    <a:pt x="3217" y="26952"/>
                    <a:pt x="3846" y="26878"/>
                    <a:pt x="4585" y="26878"/>
                  </a:cubicBezTo>
                  <a:cubicBezTo>
                    <a:pt x="7765" y="26878"/>
                    <a:pt x="12977" y="28172"/>
                    <a:pt x="17525" y="29466"/>
                  </a:cubicBezTo>
                  <a:cubicBezTo>
                    <a:pt x="19817" y="30094"/>
                    <a:pt x="21924" y="30760"/>
                    <a:pt x="23551" y="31240"/>
                  </a:cubicBezTo>
                  <a:cubicBezTo>
                    <a:pt x="24327" y="31499"/>
                    <a:pt x="25030" y="31684"/>
                    <a:pt x="25547" y="31832"/>
                  </a:cubicBezTo>
                  <a:cubicBezTo>
                    <a:pt x="25806" y="31906"/>
                    <a:pt x="26028" y="31980"/>
                    <a:pt x="26176" y="32017"/>
                  </a:cubicBezTo>
                  <a:cubicBezTo>
                    <a:pt x="26361" y="32054"/>
                    <a:pt x="26472" y="32091"/>
                    <a:pt x="26620" y="32091"/>
                  </a:cubicBezTo>
                  <a:lnTo>
                    <a:pt x="26730" y="32054"/>
                  </a:lnTo>
                  <a:cubicBezTo>
                    <a:pt x="26804" y="32054"/>
                    <a:pt x="26878" y="31980"/>
                    <a:pt x="26915" y="31943"/>
                  </a:cubicBezTo>
                  <a:cubicBezTo>
                    <a:pt x="26989" y="31869"/>
                    <a:pt x="26989" y="31795"/>
                    <a:pt x="26989" y="31758"/>
                  </a:cubicBezTo>
                  <a:cubicBezTo>
                    <a:pt x="27063" y="31536"/>
                    <a:pt x="27100" y="31240"/>
                    <a:pt x="27100" y="30797"/>
                  </a:cubicBezTo>
                  <a:cubicBezTo>
                    <a:pt x="27137" y="30353"/>
                    <a:pt x="27137" y="29762"/>
                    <a:pt x="27137" y="29096"/>
                  </a:cubicBezTo>
                  <a:cubicBezTo>
                    <a:pt x="27137" y="23477"/>
                    <a:pt x="26435" y="10463"/>
                    <a:pt x="25584" y="4548"/>
                  </a:cubicBezTo>
                  <a:cubicBezTo>
                    <a:pt x="25547" y="4400"/>
                    <a:pt x="25547" y="4215"/>
                    <a:pt x="25547" y="4067"/>
                  </a:cubicBezTo>
                  <a:cubicBezTo>
                    <a:pt x="25547" y="2225"/>
                    <a:pt x="26980" y="676"/>
                    <a:pt x="28856" y="629"/>
                  </a:cubicBezTo>
                  <a:close/>
                  <a:moveTo>
                    <a:pt x="28838" y="0"/>
                  </a:moveTo>
                  <a:cubicBezTo>
                    <a:pt x="26620" y="74"/>
                    <a:pt x="24919" y="1886"/>
                    <a:pt x="24919" y="4067"/>
                  </a:cubicBezTo>
                  <a:cubicBezTo>
                    <a:pt x="24919" y="4252"/>
                    <a:pt x="24919" y="4437"/>
                    <a:pt x="24956" y="4659"/>
                  </a:cubicBezTo>
                  <a:cubicBezTo>
                    <a:pt x="25806" y="10500"/>
                    <a:pt x="26546" y="23514"/>
                    <a:pt x="26546" y="29096"/>
                  </a:cubicBezTo>
                  <a:cubicBezTo>
                    <a:pt x="26546" y="29910"/>
                    <a:pt x="26509" y="30575"/>
                    <a:pt x="26472" y="31019"/>
                  </a:cubicBezTo>
                  <a:cubicBezTo>
                    <a:pt x="26472" y="31208"/>
                    <a:pt x="26445" y="31344"/>
                    <a:pt x="26437" y="31448"/>
                  </a:cubicBezTo>
                  <a:lnTo>
                    <a:pt x="26437" y="31448"/>
                  </a:lnTo>
                  <a:cubicBezTo>
                    <a:pt x="26402" y="31443"/>
                    <a:pt x="26365" y="31436"/>
                    <a:pt x="26324" y="31425"/>
                  </a:cubicBezTo>
                  <a:cubicBezTo>
                    <a:pt x="25732" y="31277"/>
                    <a:pt x="24438" y="30871"/>
                    <a:pt x="22775" y="30353"/>
                  </a:cubicBezTo>
                  <a:cubicBezTo>
                    <a:pt x="20261" y="29614"/>
                    <a:pt x="16859" y="28579"/>
                    <a:pt x="13532" y="27728"/>
                  </a:cubicBezTo>
                  <a:cubicBezTo>
                    <a:pt x="10205" y="26915"/>
                    <a:pt x="6914" y="26249"/>
                    <a:pt x="4585" y="26249"/>
                  </a:cubicBezTo>
                  <a:cubicBezTo>
                    <a:pt x="3809" y="26249"/>
                    <a:pt x="3106" y="26323"/>
                    <a:pt x="2552" y="26508"/>
                  </a:cubicBezTo>
                  <a:cubicBezTo>
                    <a:pt x="2034" y="26693"/>
                    <a:pt x="1554" y="26989"/>
                    <a:pt x="1332" y="27433"/>
                  </a:cubicBezTo>
                  <a:cubicBezTo>
                    <a:pt x="777" y="28653"/>
                    <a:pt x="444" y="30464"/>
                    <a:pt x="260" y="32387"/>
                  </a:cubicBezTo>
                  <a:cubicBezTo>
                    <a:pt x="75" y="34309"/>
                    <a:pt x="1" y="36416"/>
                    <a:pt x="1" y="38154"/>
                  </a:cubicBezTo>
                  <a:cubicBezTo>
                    <a:pt x="1" y="40520"/>
                    <a:pt x="112" y="42258"/>
                    <a:pt x="112" y="42258"/>
                  </a:cubicBezTo>
                  <a:cubicBezTo>
                    <a:pt x="112" y="42443"/>
                    <a:pt x="260" y="42554"/>
                    <a:pt x="407" y="42554"/>
                  </a:cubicBezTo>
                  <a:lnTo>
                    <a:pt x="26657" y="42554"/>
                  </a:lnTo>
                  <a:cubicBezTo>
                    <a:pt x="26804" y="42554"/>
                    <a:pt x="26915" y="42443"/>
                    <a:pt x="26952" y="42295"/>
                  </a:cubicBezTo>
                  <a:lnTo>
                    <a:pt x="32757" y="4696"/>
                  </a:lnTo>
                  <a:cubicBezTo>
                    <a:pt x="32757" y="4474"/>
                    <a:pt x="32794" y="4252"/>
                    <a:pt x="32794" y="4067"/>
                  </a:cubicBezTo>
                  <a:cubicBezTo>
                    <a:pt x="32794" y="1886"/>
                    <a:pt x="31056" y="74"/>
                    <a:pt x="28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51"/>
            <p:cNvSpPr/>
            <p:nvPr/>
          </p:nvSpPr>
          <p:spPr>
            <a:xfrm>
              <a:off x="1921250" y="3013700"/>
              <a:ext cx="161750" cy="177475"/>
            </a:xfrm>
            <a:custGeom>
              <a:avLst/>
              <a:gdLst/>
              <a:ahLst/>
              <a:cxnLst/>
              <a:rect l="l" t="t" r="r" b="b"/>
              <a:pathLst>
                <a:path w="6470" h="7099" extrusionOk="0">
                  <a:moveTo>
                    <a:pt x="4880" y="0"/>
                  </a:moveTo>
                  <a:lnTo>
                    <a:pt x="0" y="4510"/>
                  </a:lnTo>
                  <a:lnTo>
                    <a:pt x="2921" y="7098"/>
                  </a:lnTo>
                  <a:lnTo>
                    <a:pt x="6470" y="4510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51"/>
            <p:cNvSpPr/>
            <p:nvPr/>
          </p:nvSpPr>
          <p:spPr>
            <a:xfrm>
              <a:off x="1913850" y="3005375"/>
              <a:ext cx="178400" cy="193650"/>
            </a:xfrm>
            <a:custGeom>
              <a:avLst/>
              <a:gdLst/>
              <a:ahLst/>
              <a:cxnLst/>
              <a:rect l="l" t="t" r="r" b="b"/>
              <a:pathLst>
                <a:path w="7136" h="7746" extrusionOk="0">
                  <a:moveTo>
                    <a:pt x="5028" y="851"/>
                  </a:moveTo>
                  <a:lnTo>
                    <a:pt x="6435" y="4754"/>
                  </a:lnTo>
                  <a:lnTo>
                    <a:pt x="3254" y="7062"/>
                  </a:lnTo>
                  <a:lnTo>
                    <a:pt x="777" y="4843"/>
                  </a:lnTo>
                  <a:lnTo>
                    <a:pt x="5028" y="851"/>
                  </a:lnTo>
                  <a:close/>
                  <a:moveTo>
                    <a:pt x="5250" y="0"/>
                  </a:moveTo>
                  <a:cubicBezTo>
                    <a:pt x="5139" y="0"/>
                    <a:pt x="5028" y="37"/>
                    <a:pt x="4954" y="74"/>
                  </a:cubicBezTo>
                  <a:lnTo>
                    <a:pt x="74" y="4622"/>
                  </a:lnTo>
                  <a:cubicBezTo>
                    <a:pt x="37" y="4696"/>
                    <a:pt x="0" y="4770"/>
                    <a:pt x="0" y="4843"/>
                  </a:cubicBezTo>
                  <a:cubicBezTo>
                    <a:pt x="0" y="4954"/>
                    <a:pt x="37" y="5028"/>
                    <a:pt x="111" y="5065"/>
                  </a:cubicBezTo>
                  <a:lnTo>
                    <a:pt x="2995" y="7690"/>
                  </a:lnTo>
                  <a:cubicBezTo>
                    <a:pt x="3050" y="7727"/>
                    <a:pt x="3124" y="7746"/>
                    <a:pt x="3198" y="7746"/>
                  </a:cubicBezTo>
                  <a:cubicBezTo>
                    <a:pt x="3272" y="7746"/>
                    <a:pt x="3346" y="7727"/>
                    <a:pt x="3402" y="7690"/>
                  </a:cubicBezTo>
                  <a:lnTo>
                    <a:pt x="6951" y="5102"/>
                  </a:lnTo>
                  <a:cubicBezTo>
                    <a:pt x="7062" y="5028"/>
                    <a:pt x="7136" y="4880"/>
                    <a:pt x="7062" y="4733"/>
                  </a:cubicBezTo>
                  <a:lnTo>
                    <a:pt x="5435" y="222"/>
                  </a:lnTo>
                  <a:cubicBezTo>
                    <a:pt x="5435" y="111"/>
                    <a:pt x="5324" y="37"/>
                    <a:pt x="5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51"/>
            <p:cNvSpPr/>
            <p:nvPr/>
          </p:nvSpPr>
          <p:spPr>
            <a:xfrm>
              <a:off x="2021050" y="3965400"/>
              <a:ext cx="612825" cy="1046575"/>
            </a:xfrm>
            <a:custGeom>
              <a:avLst/>
              <a:gdLst/>
              <a:ahLst/>
              <a:cxnLst/>
              <a:rect l="l" t="t" r="r" b="b"/>
              <a:pathLst>
                <a:path w="24513" h="41863" extrusionOk="0">
                  <a:moveTo>
                    <a:pt x="19199" y="0"/>
                  </a:moveTo>
                  <a:cubicBezTo>
                    <a:pt x="13895" y="0"/>
                    <a:pt x="1258" y="2156"/>
                    <a:pt x="1258" y="2156"/>
                  </a:cubicBezTo>
                  <a:cubicBezTo>
                    <a:pt x="1258" y="2156"/>
                    <a:pt x="1" y="6879"/>
                    <a:pt x="2405" y="6879"/>
                  </a:cubicBezTo>
                  <a:cubicBezTo>
                    <a:pt x="2508" y="6879"/>
                    <a:pt x="2619" y="6870"/>
                    <a:pt x="2737" y="6851"/>
                  </a:cubicBezTo>
                  <a:cubicBezTo>
                    <a:pt x="4610" y="6556"/>
                    <a:pt x="9622" y="6506"/>
                    <a:pt x="12754" y="6506"/>
                  </a:cubicBezTo>
                  <a:cubicBezTo>
                    <a:pt x="14321" y="6506"/>
                    <a:pt x="15418" y="6519"/>
                    <a:pt x="15418" y="6519"/>
                  </a:cubicBezTo>
                  <a:cubicBezTo>
                    <a:pt x="15418" y="6519"/>
                    <a:pt x="9096" y="21270"/>
                    <a:pt x="7506" y="29182"/>
                  </a:cubicBezTo>
                  <a:cubicBezTo>
                    <a:pt x="6656" y="33470"/>
                    <a:pt x="4253" y="35800"/>
                    <a:pt x="3698" y="37648"/>
                  </a:cubicBezTo>
                  <a:cubicBezTo>
                    <a:pt x="3143" y="39460"/>
                    <a:pt x="4807" y="38757"/>
                    <a:pt x="6471" y="39829"/>
                  </a:cubicBezTo>
                  <a:cubicBezTo>
                    <a:pt x="8097" y="40938"/>
                    <a:pt x="10870" y="41863"/>
                    <a:pt x="12904" y="41863"/>
                  </a:cubicBezTo>
                  <a:cubicBezTo>
                    <a:pt x="14900" y="41863"/>
                    <a:pt x="9391" y="38203"/>
                    <a:pt x="9391" y="35245"/>
                  </a:cubicBezTo>
                  <a:cubicBezTo>
                    <a:pt x="9391" y="32287"/>
                    <a:pt x="16083" y="22527"/>
                    <a:pt x="19374" y="17018"/>
                  </a:cubicBezTo>
                  <a:cubicBezTo>
                    <a:pt x="21967" y="12729"/>
                    <a:pt x="22246" y="12240"/>
                    <a:pt x="22122" y="12240"/>
                  </a:cubicBezTo>
                  <a:cubicBezTo>
                    <a:pt x="22085" y="12240"/>
                    <a:pt x="22013" y="12282"/>
                    <a:pt x="21955" y="12282"/>
                  </a:cubicBezTo>
                  <a:cubicBezTo>
                    <a:pt x="21846" y="12282"/>
                    <a:pt x="21787" y="12130"/>
                    <a:pt x="22109" y="11251"/>
                  </a:cubicBezTo>
                  <a:cubicBezTo>
                    <a:pt x="22516" y="10733"/>
                    <a:pt x="22849" y="10142"/>
                    <a:pt x="23034" y="9513"/>
                  </a:cubicBezTo>
                  <a:cubicBezTo>
                    <a:pt x="24217" y="5668"/>
                    <a:pt x="24512" y="677"/>
                    <a:pt x="20667" y="86"/>
                  </a:cubicBezTo>
                  <a:cubicBezTo>
                    <a:pt x="20287" y="27"/>
                    <a:pt x="19788" y="0"/>
                    <a:pt x="191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51"/>
            <p:cNvSpPr/>
            <p:nvPr/>
          </p:nvSpPr>
          <p:spPr>
            <a:xfrm>
              <a:off x="2036775" y="3957375"/>
              <a:ext cx="586925" cy="1062000"/>
            </a:xfrm>
            <a:custGeom>
              <a:avLst/>
              <a:gdLst/>
              <a:ahLst/>
              <a:cxnLst/>
              <a:rect l="l" t="t" r="r" b="b"/>
              <a:pathLst>
                <a:path w="23477" h="42480" extrusionOk="0">
                  <a:moveTo>
                    <a:pt x="18560" y="629"/>
                  </a:moveTo>
                  <a:cubicBezTo>
                    <a:pt x="19151" y="629"/>
                    <a:pt x="19632" y="666"/>
                    <a:pt x="20002" y="703"/>
                  </a:cubicBezTo>
                  <a:cubicBezTo>
                    <a:pt x="21074" y="887"/>
                    <a:pt x="21776" y="1405"/>
                    <a:pt x="22220" y="2181"/>
                  </a:cubicBezTo>
                  <a:cubicBezTo>
                    <a:pt x="22663" y="2958"/>
                    <a:pt x="22885" y="3993"/>
                    <a:pt x="22885" y="5139"/>
                  </a:cubicBezTo>
                  <a:cubicBezTo>
                    <a:pt x="22885" y="6618"/>
                    <a:pt x="22552" y="8245"/>
                    <a:pt x="22109" y="9723"/>
                  </a:cubicBezTo>
                  <a:cubicBezTo>
                    <a:pt x="21924" y="10315"/>
                    <a:pt x="21628" y="10870"/>
                    <a:pt x="21259" y="11387"/>
                  </a:cubicBezTo>
                  <a:lnTo>
                    <a:pt x="21222" y="11461"/>
                  </a:lnTo>
                  <a:cubicBezTo>
                    <a:pt x="21037" y="11979"/>
                    <a:pt x="20926" y="12237"/>
                    <a:pt x="20926" y="12459"/>
                  </a:cubicBezTo>
                  <a:cubicBezTo>
                    <a:pt x="20926" y="12570"/>
                    <a:pt x="20963" y="12644"/>
                    <a:pt x="21037" y="12755"/>
                  </a:cubicBezTo>
                  <a:cubicBezTo>
                    <a:pt x="21048" y="12766"/>
                    <a:pt x="21059" y="12781"/>
                    <a:pt x="21072" y="12796"/>
                  </a:cubicBezTo>
                  <a:lnTo>
                    <a:pt x="21072" y="12796"/>
                  </a:lnTo>
                  <a:cubicBezTo>
                    <a:pt x="20811" y="13316"/>
                    <a:pt x="20071" y="14537"/>
                    <a:pt x="18486" y="17192"/>
                  </a:cubicBezTo>
                  <a:cubicBezTo>
                    <a:pt x="16859" y="19927"/>
                    <a:pt x="14345" y="23735"/>
                    <a:pt x="12275" y="27248"/>
                  </a:cubicBezTo>
                  <a:cubicBezTo>
                    <a:pt x="11203" y="29022"/>
                    <a:pt x="10278" y="30686"/>
                    <a:pt x="9576" y="32128"/>
                  </a:cubicBezTo>
                  <a:cubicBezTo>
                    <a:pt x="9243" y="32830"/>
                    <a:pt x="8984" y="33496"/>
                    <a:pt x="8762" y="34050"/>
                  </a:cubicBezTo>
                  <a:cubicBezTo>
                    <a:pt x="8578" y="34642"/>
                    <a:pt x="8467" y="35159"/>
                    <a:pt x="8467" y="35566"/>
                  </a:cubicBezTo>
                  <a:cubicBezTo>
                    <a:pt x="8467" y="36268"/>
                    <a:pt x="8725" y="36971"/>
                    <a:pt x="9132" y="37636"/>
                  </a:cubicBezTo>
                  <a:cubicBezTo>
                    <a:pt x="9687" y="38635"/>
                    <a:pt x="10537" y="39596"/>
                    <a:pt x="11239" y="40409"/>
                  </a:cubicBezTo>
                  <a:cubicBezTo>
                    <a:pt x="11572" y="40779"/>
                    <a:pt x="11868" y="41149"/>
                    <a:pt x="12090" y="41444"/>
                  </a:cubicBezTo>
                  <a:cubicBezTo>
                    <a:pt x="12201" y="41555"/>
                    <a:pt x="12275" y="41703"/>
                    <a:pt x="12349" y="41777"/>
                  </a:cubicBezTo>
                  <a:lnTo>
                    <a:pt x="12386" y="41888"/>
                  </a:lnTo>
                  <a:lnTo>
                    <a:pt x="12275" y="41888"/>
                  </a:lnTo>
                  <a:cubicBezTo>
                    <a:pt x="10315" y="41888"/>
                    <a:pt x="7579" y="40964"/>
                    <a:pt x="5990" y="39892"/>
                  </a:cubicBezTo>
                  <a:cubicBezTo>
                    <a:pt x="5213" y="39411"/>
                    <a:pt x="4437" y="39263"/>
                    <a:pt x="3919" y="39115"/>
                  </a:cubicBezTo>
                  <a:cubicBezTo>
                    <a:pt x="3661" y="39041"/>
                    <a:pt x="3476" y="38967"/>
                    <a:pt x="3402" y="38893"/>
                  </a:cubicBezTo>
                  <a:cubicBezTo>
                    <a:pt x="3328" y="38819"/>
                    <a:pt x="3291" y="38782"/>
                    <a:pt x="3254" y="38561"/>
                  </a:cubicBezTo>
                  <a:cubicBezTo>
                    <a:pt x="3254" y="38450"/>
                    <a:pt x="3291" y="38265"/>
                    <a:pt x="3365" y="38043"/>
                  </a:cubicBezTo>
                  <a:cubicBezTo>
                    <a:pt x="3624" y="37193"/>
                    <a:pt x="4326" y="36158"/>
                    <a:pt x="5139" y="34827"/>
                  </a:cubicBezTo>
                  <a:cubicBezTo>
                    <a:pt x="5916" y="33459"/>
                    <a:pt x="6729" y="31758"/>
                    <a:pt x="7173" y="29577"/>
                  </a:cubicBezTo>
                  <a:cubicBezTo>
                    <a:pt x="7949" y="25658"/>
                    <a:pt x="9946" y="20001"/>
                    <a:pt x="11720" y="15306"/>
                  </a:cubicBezTo>
                  <a:cubicBezTo>
                    <a:pt x="12607" y="12977"/>
                    <a:pt x="13458" y="10907"/>
                    <a:pt x="14049" y="9391"/>
                  </a:cubicBezTo>
                  <a:cubicBezTo>
                    <a:pt x="14382" y="8651"/>
                    <a:pt x="14641" y="8023"/>
                    <a:pt x="14789" y="7616"/>
                  </a:cubicBezTo>
                  <a:cubicBezTo>
                    <a:pt x="14974" y="7172"/>
                    <a:pt x="15084" y="6951"/>
                    <a:pt x="15084" y="6951"/>
                  </a:cubicBezTo>
                  <a:cubicBezTo>
                    <a:pt x="15121" y="6877"/>
                    <a:pt x="15121" y="6766"/>
                    <a:pt x="15047" y="6655"/>
                  </a:cubicBezTo>
                  <a:cubicBezTo>
                    <a:pt x="15010" y="6581"/>
                    <a:pt x="14900" y="6544"/>
                    <a:pt x="14789" y="6544"/>
                  </a:cubicBezTo>
                  <a:cubicBezTo>
                    <a:pt x="14789" y="6544"/>
                    <a:pt x="13790" y="6507"/>
                    <a:pt x="12312" y="6507"/>
                  </a:cubicBezTo>
                  <a:cubicBezTo>
                    <a:pt x="10722" y="6507"/>
                    <a:pt x="8652" y="6544"/>
                    <a:pt x="6729" y="6581"/>
                  </a:cubicBezTo>
                  <a:cubicBezTo>
                    <a:pt x="4807" y="6618"/>
                    <a:pt x="3032" y="6729"/>
                    <a:pt x="2071" y="6877"/>
                  </a:cubicBezTo>
                  <a:lnTo>
                    <a:pt x="1775" y="6877"/>
                  </a:lnTo>
                  <a:cubicBezTo>
                    <a:pt x="1516" y="6877"/>
                    <a:pt x="1368" y="6840"/>
                    <a:pt x="1220" y="6729"/>
                  </a:cubicBezTo>
                  <a:cubicBezTo>
                    <a:pt x="999" y="6618"/>
                    <a:pt x="851" y="6359"/>
                    <a:pt x="740" y="6063"/>
                  </a:cubicBezTo>
                  <a:cubicBezTo>
                    <a:pt x="666" y="5731"/>
                    <a:pt x="629" y="5324"/>
                    <a:pt x="629" y="4917"/>
                  </a:cubicBezTo>
                  <a:cubicBezTo>
                    <a:pt x="629" y="4326"/>
                    <a:pt x="703" y="3734"/>
                    <a:pt x="777" y="3291"/>
                  </a:cubicBezTo>
                  <a:cubicBezTo>
                    <a:pt x="814" y="3069"/>
                    <a:pt x="851" y="2884"/>
                    <a:pt x="888" y="2736"/>
                  </a:cubicBezTo>
                  <a:cubicBezTo>
                    <a:pt x="888" y="2735"/>
                    <a:pt x="888" y="2735"/>
                    <a:pt x="888" y="2734"/>
                  </a:cubicBezTo>
                  <a:lnTo>
                    <a:pt x="888" y="2734"/>
                  </a:lnTo>
                  <a:cubicBezTo>
                    <a:pt x="1212" y="2678"/>
                    <a:pt x="1868" y="2568"/>
                    <a:pt x="2736" y="2440"/>
                  </a:cubicBezTo>
                  <a:cubicBezTo>
                    <a:pt x="6544" y="1812"/>
                    <a:pt x="14641" y="629"/>
                    <a:pt x="18560" y="629"/>
                  </a:cubicBezTo>
                  <a:close/>
                  <a:moveTo>
                    <a:pt x="18560" y="0"/>
                  </a:moveTo>
                  <a:cubicBezTo>
                    <a:pt x="15898" y="0"/>
                    <a:pt x="11387" y="555"/>
                    <a:pt x="7579" y="1072"/>
                  </a:cubicBezTo>
                  <a:cubicBezTo>
                    <a:pt x="3734" y="1627"/>
                    <a:pt x="592" y="2144"/>
                    <a:pt x="592" y="2144"/>
                  </a:cubicBezTo>
                  <a:cubicBezTo>
                    <a:pt x="444" y="2181"/>
                    <a:pt x="370" y="2255"/>
                    <a:pt x="333" y="2366"/>
                  </a:cubicBezTo>
                  <a:cubicBezTo>
                    <a:pt x="333" y="2403"/>
                    <a:pt x="0" y="3623"/>
                    <a:pt x="0" y="4917"/>
                  </a:cubicBezTo>
                  <a:cubicBezTo>
                    <a:pt x="0" y="5509"/>
                    <a:pt x="74" y="6137"/>
                    <a:pt x="333" y="6618"/>
                  </a:cubicBezTo>
                  <a:cubicBezTo>
                    <a:pt x="444" y="6877"/>
                    <a:pt x="629" y="7099"/>
                    <a:pt x="888" y="7246"/>
                  </a:cubicBezTo>
                  <a:cubicBezTo>
                    <a:pt x="1147" y="7431"/>
                    <a:pt x="1442" y="7505"/>
                    <a:pt x="1775" y="7505"/>
                  </a:cubicBezTo>
                  <a:cubicBezTo>
                    <a:pt x="1886" y="7505"/>
                    <a:pt x="2034" y="7505"/>
                    <a:pt x="2145" y="7468"/>
                  </a:cubicBezTo>
                  <a:cubicBezTo>
                    <a:pt x="3069" y="7320"/>
                    <a:pt x="4844" y="7246"/>
                    <a:pt x="6766" y="7209"/>
                  </a:cubicBezTo>
                  <a:cubicBezTo>
                    <a:pt x="8652" y="7136"/>
                    <a:pt x="10722" y="7136"/>
                    <a:pt x="12312" y="7136"/>
                  </a:cubicBezTo>
                  <a:lnTo>
                    <a:pt x="14323" y="7136"/>
                  </a:lnTo>
                  <a:cubicBezTo>
                    <a:pt x="13873" y="8217"/>
                    <a:pt x="12585" y="11340"/>
                    <a:pt x="11129" y="15084"/>
                  </a:cubicBezTo>
                  <a:cubicBezTo>
                    <a:pt x="9354" y="19779"/>
                    <a:pt x="7395" y="25473"/>
                    <a:pt x="6581" y="29466"/>
                  </a:cubicBezTo>
                  <a:cubicBezTo>
                    <a:pt x="6175" y="31573"/>
                    <a:pt x="5361" y="33163"/>
                    <a:pt x="4585" y="34494"/>
                  </a:cubicBezTo>
                  <a:cubicBezTo>
                    <a:pt x="3808" y="35825"/>
                    <a:pt x="3069" y="36860"/>
                    <a:pt x="2773" y="37858"/>
                  </a:cubicBezTo>
                  <a:cubicBezTo>
                    <a:pt x="2699" y="38117"/>
                    <a:pt x="2662" y="38376"/>
                    <a:pt x="2662" y="38561"/>
                  </a:cubicBezTo>
                  <a:cubicBezTo>
                    <a:pt x="2625" y="38893"/>
                    <a:pt x="2773" y="39189"/>
                    <a:pt x="3032" y="39374"/>
                  </a:cubicBezTo>
                  <a:cubicBezTo>
                    <a:pt x="3365" y="39633"/>
                    <a:pt x="3771" y="39707"/>
                    <a:pt x="4215" y="39818"/>
                  </a:cubicBezTo>
                  <a:cubicBezTo>
                    <a:pt x="4659" y="39929"/>
                    <a:pt x="5176" y="40076"/>
                    <a:pt x="5657" y="40409"/>
                  </a:cubicBezTo>
                  <a:cubicBezTo>
                    <a:pt x="7395" y="41555"/>
                    <a:pt x="10167" y="42480"/>
                    <a:pt x="12275" y="42480"/>
                  </a:cubicBezTo>
                  <a:cubicBezTo>
                    <a:pt x="12460" y="42480"/>
                    <a:pt x="12607" y="42480"/>
                    <a:pt x="12755" y="42406"/>
                  </a:cubicBezTo>
                  <a:cubicBezTo>
                    <a:pt x="12829" y="42332"/>
                    <a:pt x="12903" y="42295"/>
                    <a:pt x="12940" y="42184"/>
                  </a:cubicBezTo>
                  <a:cubicBezTo>
                    <a:pt x="13014" y="42110"/>
                    <a:pt x="13014" y="42036"/>
                    <a:pt x="13014" y="41925"/>
                  </a:cubicBezTo>
                  <a:cubicBezTo>
                    <a:pt x="13014" y="41703"/>
                    <a:pt x="12903" y="41555"/>
                    <a:pt x="12792" y="41370"/>
                  </a:cubicBezTo>
                  <a:cubicBezTo>
                    <a:pt x="12607" y="41038"/>
                    <a:pt x="12238" y="40631"/>
                    <a:pt x="11868" y="40187"/>
                  </a:cubicBezTo>
                  <a:cubicBezTo>
                    <a:pt x="11276" y="39522"/>
                    <a:pt x="10574" y="38745"/>
                    <a:pt x="10019" y="37932"/>
                  </a:cubicBezTo>
                  <a:cubicBezTo>
                    <a:pt x="9465" y="37119"/>
                    <a:pt x="9058" y="36268"/>
                    <a:pt x="9095" y="35566"/>
                  </a:cubicBezTo>
                  <a:cubicBezTo>
                    <a:pt x="9058" y="35270"/>
                    <a:pt x="9169" y="34790"/>
                    <a:pt x="9354" y="34272"/>
                  </a:cubicBezTo>
                  <a:cubicBezTo>
                    <a:pt x="9982" y="32350"/>
                    <a:pt x="11683" y="29355"/>
                    <a:pt x="13606" y="26249"/>
                  </a:cubicBezTo>
                  <a:cubicBezTo>
                    <a:pt x="15491" y="23144"/>
                    <a:pt x="17561" y="19927"/>
                    <a:pt x="19040" y="17524"/>
                  </a:cubicBezTo>
                  <a:cubicBezTo>
                    <a:pt x="20149" y="15602"/>
                    <a:pt x="20852" y="14456"/>
                    <a:pt x="21259" y="13753"/>
                  </a:cubicBezTo>
                  <a:cubicBezTo>
                    <a:pt x="21443" y="13384"/>
                    <a:pt x="21591" y="13162"/>
                    <a:pt x="21665" y="12977"/>
                  </a:cubicBezTo>
                  <a:cubicBezTo>
                    <a:pt x="21702" y="12903"/>
                    <a:pt x="21739" y="12829"/>
                    <a:pt x="21776" y="12792"/>
                  </a:cubicBezTo>
                  <a:cubicBezTo>
                    <a:pt x="21813" y="12718"/>
                    <a:pt x="21813" y="12681"/>
                    <a:pt x="21813" y="12570"/>
                  </a:cubicBezTo>
                  <a:cubicBezTo>
                    <a:pt x="21813" y="12533"/>
                    <a:pt x="21813" y="12422"/>
                    <a:pt x="21739" y="12348"/>
                  </a:cubicBezTo>
                  <a:cubicBezTo>
                    <a:pt x="21681" y="12310"/>
                    <a:pt x="21633" y="12281"/>
                    <a:pt x="21590" y="12263"/>
                  </a:cubicBezTo>
                  <a:lnTo>
                    <a:pt x="21590" y="12263"/>
                  </a:lnTo>
                  <a:cubicBezTo>
                    <a:pt x="21619" y="12141"/>
                    <a:pt x="21670" y="11964"/>
                    <a:pt x="21758" y="11732"/>
                  </a:cubicBezTo>
                  <a:lnTo>
                    <a:pt x="21758" y="11732"/>
                  </a:lnTo>
                  <a:cubicBezTo>
                    <a:pt x="22156" y="11184"/>
                    <a:pt x="22482" y="10600"/>
                    <a:pt x="22700" y="9908"/>
                  </a:cubicBezTo>
                  <a:cubicBezTo>
                    <a:pt x="23181" y="8393"/>
                    <a:pt x="23477" y="6692"/>
                    <a:pt x="23477" y="5139"/>
                  </a:cubicBezTo>
                  <a:cubicBezTo>
                    <a:pt x="23477" y="3919"/>
                    <a:pt x="23292" y="2773"/>
                    <a:pt x="22774" y="1849"/>
                  </a:cubicBezTo>
                  <a:cubicBezTo>
                    <a:pt x="22220" y="961"/>
                    <a:pt x="21332" y="296"/>
                    <a:pt x="20112" y="111"/>
                  </a:cubicBezTo>
                  <a:cubicBezTo>
                    <a:pt x="19706" y="37"/>
                    <a:pt x="19188" y="0"/>
                    <a:pt x="18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51"/>
            <p:cNvSpPr/>
            <p:nvPr/>
          </p:nvSpPr>
          <p:spPr>
            <a:xfrm>
              <a:off x="2073750" y="4916750"/>
              <a:ext cx="287200" cy="118325"/>
            </a:xfrm>
            <a:custGeom>
              <a:avLst/>
              <a:gdLst/>
              <a:ahLst/>
              <a:cxnLst/>
              <a:rect l="l" t="t" r="r" b="b"/>
              <a:pathLst>
                <a:path w="11488" h="4733" extrusionOk="0">
                  <a:moveTo>
                    <a:pt x="1072" y="1"/>
                  </a:moveTo>
                  <a:cubicBezTo>
                    <a:pt x="1072" y="1"/>
                    <a:pt x="0" y="1"/>
                    <a:pt x="888" y="888"/>
                  </a:cubicBezTo>
                  <a:cubicBezTo>
                    <a:pt x="1775" y="1775"/>
                    <a:pt x="1775" y="4585"/>
                    <a:pt x="1775" y="4585"/>
                  </a:cubicBezTo>
                  <a:lnTo>
                    <a:pt x="2810" y="4585"/>
                  </a:lnTo>
                  <a:cubicBezTo>
                    <a:pt x="2810" y="4585"/>
                    <a:pt x="2477" y="3180"/>
                    <a:pt x="2995" y="2478"/>
                  </a:cubicBezTo>
                  <a:cubicBezTo>
                    <a:pt x="2995" y="2478"/>
                    <a:pt x="3092" y="2470"/>
                    <a:pt x="3246" y="2470"/>
                  </a:cubicBezTo>
                  <a:cubicBezTo>
                    <a:pt x="3785" y="2470"/>
                    <a:pt x="5028" y="2560"/>
                    <a:pt x="5287" y="3365"/>
                  </a:cubicBezTo>
                  <a:cubicBezTo>
                    <a:pt x="5509" y="4031"/>
                    <a:pt x="6248" y="4733"/>
                    <a:pt x="6248" y="4733"/>
                  </a:cubicBezTo>
                  <a:lnTo>
                    <a:pt x="9650" y="4733"/>
                  </a:lnTo>
                  <a:cubicBezTo>
                    <a:pt x="10574" y="4733"/>
                    <a:pt x="11165" y="4326"/>
                    <a:pt x="11313" y="4031"/>
                  </a:cubicBezTo>
                  <a:cubicBezTo>
                    <a:pt x="11443" y="3804"/>
                    <a:pt x="11487" y="3691"/>
                    <a:pt x="11075" y="3691"/>
                  </a:cubicBezTo>
                  <a:cubicBezTo>
                    <a:pt x="11016" y="3691"/>
                    <a:pt x="10948" y="3693"/>
                    <a:pt x="10870" y="3698"/>
                  </a:cubicBezTo>
                  <a:cubicBezTo>
                    <a:pt x="10782" y="3703"/>
                    <a:pt x="10655" y="3706"/>
                    <a:pt x="10501" y="3706"/>
                  </a:cubicBezTo>
                  <a:cubicBezTo>
                    <a:pt x="9614" y="3706"/>
                    <a:pt x="7819" y="3606"/>
                    <a:pt x="7283" y="3291"/>
                  </a:cubicBezTo>
                  <a:cubicBezTo>
                    <a:pt x="6951" y="3069"/>
                    <a:pt x="6581" y="2626"/>
                    <a:pt x="6322" y="2256"/>
                  </a:cubicBezTo>
                  <a:cubicBezTo>
                    <a:pt x="6063" y="1923"/>
                    <a:pt x="3697" y="814"/>
                    <a:pt x="2403" y="370"/>
                  </a:cubicBezTo>
                  <a:lnTo>
                    <a:pt x="10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51"/>
            <p:cNvSpPr/>
            <p:nvPr/>
          </p:nvSpPr>
          <p:spPr>
            <a:xfrm>
              <a:off x="2079300" y="4909350"/>
              <a:ext cx="287450" cy="134050"/>
            </a:xfrm>
            <a:custGeom>
              <a:avLst/>
              <a:gdLst/>
              <a:ahLst/>
              <a:cxnLst/>
              <a:rect l="l" t="t" r="r" b="b"/>
              <a:pathLst>
                <a:path w="11498" h="5362" extrusionOk="0">
                  <a:moveTo>
                    <a:pt x="850" y="613"/>
                  </a:moveTo>
                  <a:lnTo>
                    <a:pt x="2107" y="962"/>
                  </a:lnTo>
                  <a:lnTo>
                    <a:pt x="2113" y="940"/>
                  </a:lnTo>
                  <a:lnTo>
                    <a:pt x="2113" y="940"/>
                  </a:lnTo>
                  <a:cubicBezTo>
                    <a:pt x="2740" y="1165"/>
                    <a:pt x="3640" y="1562"/>
                    <a:pt x="4400" y="1923"/>
                  </a:cubicBezTo>
                  <a:cubicBezTo>
                    <a:pt x="4769" y="2108"/>
                    <a:pt x="5139" y="2293"/>
                    <a:pt x="5398" y="2441"/>
                  </a:cubicBezTo>
                  <a:cubicBezTo>
                    <a:pt x="5546" y="2515"/>
                    <a:pt x="5657" y="2589"/>
                    <a:pt x="5731" y="2663"/>
                  </a:cubicBezTo>
                  <a:lnTo>
                    <a:pt x="5841" y="2737"/>
                  </a:lnTo>
                  <a:cubicBezTo>
                    <a:pt x="6137" y="3107"/>
                    <a:pt x="6507" y="3550"/>
                    <a:pt x="6914" y="3846"/>
                  </a:cubicBezTo>
                  <a:cubicBezTo>
                    <a:pt x="7098" y="3957"/>
                    <a:pt x="7320" y="4031"/>
                    <a:pt x="7616" y="4068"/>
                  </a:cubicBezTo>
                  <a:cubicBezTo>
                    <a:pt x="8429" y="4253"/>
                    <a:pt x="9575" y="4327"/>
                    <a:pt x="10278" y="4327"/>
                  </a:cubicBezTo>
                  <a:cubicBezTo>
                    <a:pt x="10426" y="4327"/>
                    <a:pt x="10574" y="4327"/>
                    <a:pt x="10685" y="4290"/>
                  </a:cubicBezTo>
                  <a:lnTo>
                    <a:pt x="10742" y="4290"/>
                  </a:lnTo>
                  <a:cubicBezTo>
                    <a:pt x="10666" y="4360"/>
                    <a:pt x="10549" y="4443"/>
                    <a:pt x="10389" y="4511"/>
                  </a:cubicBezTo>
                  <a:cubicBezTo>
                    <a:pt x="10167" y="4622"/>
                    <a:pt x="9834" y="4733"/>
                    <a:pt x="9428" y="4733"/>
                  </a:cubicBezTo>
                  <a:lnTo>
                    <a:pt x="6157" y="4733"/>
                  </a:lnTo>
                  <a:cubicBezTo>
                    <a:pt x="6066" y="4661"/>
                    <a:pt x="5917" y="4506"/>
                    <a:pt x="5767" y="4327"/>
                  </a:cubicBezTo>
                  <a:cubicBezTo>
                    <a:pt x="5620" y="4068"/>
                    <a:pt x="5435" y="3809"/>
                    <a:pt x="5361" y="3550"/>
                  </a:cubicBezTo>
                  <a:cubicBezTo>
                    <a:pt x="5250" y="3291"/>
                    <a:pt x="5102" y="3070"/>
                    <a:pt x="4880" y="2922"/>
                  </a:cubicBezTo>
                  <a:cubicBezTo>
                    <a:pt x="4584" y="2700"/>
                    <a:pt x="4215" y="2589"/>
                    <a:pt x="3882" y="2515"/>
                  </a:cubicBezTo>
                  <a:cubicBezTo>
                    <a:pt x="3549" y="2478"/>
                    <a:pt x="3217" y="2441"/>
                    <a:pt x="2995" y="2441"/>
                  </a:cubicBezTo>
                  <a:cubicBezTo>
                    <a:pt x="2847" y="2441"/>
                    <a:pt x="2773" y="2478"/>
                    <a:pt x="2736" y="2478"/>
                  </a:cubicBezTo>
                  <a:cubicBezTo>
                    <a:pt x="2662" y="2478"/>
                    <a:pt x="2588" y="2515"/>
                    <a:pt x="2514" y="2589"/>
                  </a:cubicBezTo>
                  <a:cubicBezTo>
                    <a:pt x="2218" y="2996"/>
                    <a:pt x="2181" y="3476"/>
                    <a:pt x="2181" y="3883"/>
                  </a:cubicBezTo>
                  <a:cubicBezTo>
                    <a:pt x="2181" y="4158"/>
                    <a:pt x="2205" y="4400"/>
                    <a:pt x="2231" y="4585"/>
                  </a:cubicBezTo>
                  <a:lnTo>
                    <a:pt x="1842" y="4585"/>
                  </a:lnTo>
                  <a:cubicBezTo>
                    <a:pt x="1832" y="4295"/>
                    <a:pt x="1806" y="3826"/>
                    <a:pt x="1738" y="3328"/>
                  </a:cubicBezTo>
                  <a:cubicBezTo>
                    <a:pt x="1664" y="2885"/>
                    <a:pt x="1590" y="2441"/>
                    <a:pt x="1479" y="2034"/>
                  </a:cubicBezTo>
                  <a:cubicBezTo>
                    <a:pt x="1331" y="1628"/>
                    <a:pt x="1146" y="1258"/>
                    <a:pt x="887" y="962"/>
                  </a:cubicBezTo>
                  <a:cubicBezTo>
                    <a:pt x="776" y="851"/>
                    <a:pt x="703" y="777"/>
                    <a:pt x="666" y="703"/>
                  </a:cubicBezTo>
                  <a:lnTo>
                    <a:pt x="642" y="656"/>
                  </a:lnTo>
                  <a:lnTo>
                    <a:pt x="642" y="656"/>
                  </a:lnTo>
                  <a:cubicBezTo>
                    <a:pt x="676" y="645"/>
                    <a:pt x="716" y="629"/>
                    <a:pt x="739" y="629"/>
                  </a:cubicBezTo>
                  <a:lnTo>
                    <a:pt x="850" y="629"/>
                  </a:lnTo>
                  <a:lnTo>
                    <a:pt x="850" y="613"/>
                  </a:lnTo>
                  <a:close/>
                  <a:moveTo>
                    <a:pt x="850" y="1"/>
                  </a:moveTo>
                  <a:cubicBezTo>
                    <a:pt x="813" y="1"/>
                    <a:pt x="666" y="1"/>
                    <a:pt x="481" y="38"/>
                  </a:cubicBezTo>
                  <a:cubicBezTo>
                    <a:pt x="407" y="75"/>
                    <a:pt x="296" y="112"/>
                    <a:pt x="185" y="223"/>
                  </a:cubicBezTo>
                  <a:cubicBezTo>
                    <a:pt x="74" y="297"/>
                    <a:pt x="0" y="445"/>
                    <a:pt x="0" y="629"/>
                  </a:cubicBezTo>
                  <a:cubicBezTo>
                    <a:pt x="0" y="740"/>
                    <a:pt x="37" y="888"/>
                    <a:pt x="111" y="999"/>
                  </a:cubicBezTo>
                  <a:cubicBezTo>
                    <a:pt x="185" y="1147"/>
                    <a:pt x="296" y="1258"/>
                    <a:pt x="444" y="1406"/>
                  </a:cubicBezTo>
                  <a:cubicBezTo>
                    <a:pt x="629" y="1554"/>
                    <a:pt x="776" y="1850"/>
                    <a:pt x="887" y="2219"/>
                  </a:cubicBezTo>
                  <a:cubicBezTo>
                    <a:pt x="1035" y="2774"/>
                    <a:pt x="1146" y="3439"/>
                    <a:pt x="1183" y="3957"/>
                  </a:cubicBezTo>
                  <a:cubicBezTo>
                    <a:pt x="1220" y="4216"/>
                    <a:pt x="1220" y="4474"/>
                    <a:pt x="1220" y="4622"/>
                  </a:cubicBezTo>
                  <a:cubicBezTo>
                    <a:pt x="1220" y="4770"/>
                    <a:pt x="1220" y="4881"/>
                    <a:pt x="1220" y="4881"/>
                  </a:cubicBezTo>
                  <a:cubicBezTo>
                    <a:pt x="1220" y="4955"/>
                    <a:pt x="1257" y="5029"/>
                    <a:pt x="1331" y="5103"/>
                  </a:cubicBezTo>
                  <a:cubicBezTo>
                    <a:pt x="1368" y="5140"/>
                    <a:pt x="1479" y="5177"/>
                    <a:pt x="1553" y="5177"/>
                  </a:cubicBezTo>
                  <a:lnTo>
                    <a:pt x="2588" y="5177"/>
                  </a:lnTo>
                  <a:cubicBezTo>
                    <a:pt x="2699" y="5177"/>
                    <a:pt x="2773" y="5140"/>
                    <a:pt x="2847" y="5066"/>
                  </a:cubicBezTo>
                  <a:cubicBezTo>
                    <a:pt x="2884" y="4992"/>
                    <a:pt x="2921" y="4881"/>
                    <a:pt x="2884" y="4807"/>
                  </a:cubicBezTo>
                  <a:lnTo>
                    <a:pt x="2884" y="4770"/>
                  </a:lnTo>
                  <a:cubicBezTo>
                    <a:pt x="2884" y="4696"/>
                    <a:pt x="2773" y="4327"/>
                    <a:pt x="2773" y="3883"/>
                  </a:cubicBezTo>
                  <a:cubicBezTo>
                    <a:pt x="2773" y="3577"/>
                    <a:pt x="2824" y="3271"/>
                    <a:pt x="2946" y="3070"/>
                  </a:cubicBezTo>
                  <a:lnTo>
                    <a:pt x="2995" y="3070"/>
                  </a:lnTo>
                  <a:cubicBezTo>
                    <a:pt x="3253" y="3070"/>
                    <a:pt x="3697" y="3107"/>
                    <a:pt x="4067" y="3217"/>
                  </a:cubicBezTo>
                  <a:cubicBezTo>
                    <a:pt x="4252" y="3254"/>
                    <a:pt x="4400" y="3328"/>
                    <a:pt x="4510" y="3402"/>
                  </a:cubicBezTo>
                  <a:cubicBezTo>
                    <a:pt x="4658" y="3513"/>
                    <a:pt x="4732" y="3624"/>
                    <a:pt x="4769" y="3735"/>
                  </a:cubicBezTo>
                  <a:cubicBezTo>
                    <a:pt x="4880" y="4142"/>
                    <a:pt x="5139" y="4511"/>
                    <a:pt x="5398" y="4807"/>
                  </a:cubicBezTo>
                  <a:cubicBezTo>
                    <a:pt x="5620" y="5066"/>
                    <a:pt x="5804" y="5251"/>
                    <a:pt x="5841" y="5251"/>
                  </a:cubicBezTo>
                  <a:cubicBezTo>
                    <a:pt x="5878" y="5325"/>
                    <a:pt x="5952" y="5362"/>
                    <a:pt x="6026" y="5362"/>
                  </a:cubicBezTo>
                  <a:lnTo>
                    <a:pt x="9428" y="5362"/>
                  </a:lnTo>
                  <a:cubicBezTo>
                    <a:pt x="9945" y="5362"/>
                    <a:pt x="10352" y="5214"/>
                    <a:pt x="10685" y="5066"/>
                  </a:cubicBezTo>
                  <a:cubicBezTo>
                    <a:pt x="11017" y="4918"/>
                    <a:pt x="11239" y="4696"/>
                    <a:pt x="11350" y="4511"/>
                  </a:cubicBezTo>
                  <a:cubicBezTo>
                    <a:pt x="11387" y="4437"/>
                    <a:pt x="11424" y="4401"/>
                    <a:pt x="11424" y="4327"/>
                  </a:cubicBezTo>
                  <a:cubicBezTo>
                    <a:pt x="11461" y="4290"/>
                    <a:pt x="11498" y="4216"/>
                    <a:pt x="11498" y="4105"/>
                  </a:cubicBezTo>
                  <a:cubicBezTo>
                    <a:pt x="11498" y="4031"/>
                    <a:pt x="11461" y="3957"/>
                    <a:pt x="11424" y="3883"/>
                  </a:cubicBezTo>
                  <a:cubicBezTo>
                    <a:pt x="11313" y="3772"/>
                    <a:pt x="11202" y="3735"/>
                    <a:pt x="11128" y="3698"/>
                  </a:cubicBezTo>
                  <a:lnTo>
                    <a:pt x="10278" y="3698"/>
                  </a:lnTo>
                  <a:cubicBezTo>
                    <a:pt x="9834" y="3698"/>
                    <a:pt x="9169" y="3661"/>
                    <a:pt x="8577" y="3587"/>
                  </a:cubicBezTo>
                  <a:cubicBezTo>
                    <a:pt x="8281" y="3587"/>
                    <a:pt x="7986" y="3513"/>
                    <a:pt x="7727" y="3476"/>
                  </a:cubicBezTo>
                  <a:cubicBezTo>
                    <a:pt x="7505" y="3439"/>
                    <a:pt x="7320" y="3365"/>
                    <a:pt x="7246" y="3328"/>
                  </a:cubicBezTo>
                  <a:cubicBezTo>
                    <a:pt x="6951" y="3144"/>
                    <a:pt x="6581" y="2700"/>
                    <a:pt x="6322" y="2367"/>
                  </a:cubicBezTo>
                  <a:cubicBezTo>
                    <a:pt x="6248" y="2256"/>
                    <a:pt x="6174" y="2219"/>
                    <a:pt x="6100" y="2145"/>
                  </a:cubicBezTo>
                  <a:cubicBezTo>
                    <a:pt x="5731" y="1886"/>
                    <a:pt x="5065" y="1554"/>
                    <a:pt x="4363" y="1221"/>
                  </a:cubicBezTo>
                  <a:cubicBezTo>
                    <a:pt x="3660" y="888"/>
                    <a:pt x="2847" y="556"/>
                    <a:pt x="2292" y="371"/>
                  </a:cubicBezTo>
                  <a:lnTo>
                    <a:pt x="2255" y="334"/>
                  </a:lnTo>
                  <a:lnTo>
                    <a:pt x="9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51"/>
            <p:cNvSpPr/>
            <p:nvPr/>
          </p:nvSpPr>
          <p:spPr>
            <a:xfrm>
              <a:off x="2208675" y="4889025"/>
              <a:ext cx="101700" cy="88750"/>
            </a:xfrm>
            <a:custGeom>
              <a:avLst/>
              <a:gdLst/>
              <a:ahLst/>
              <a:cxnLst/>
              <a:rect l="l" t="t" r="r" b="b"/>
              <a:pathLst>
                <a:path w="4068" h="3550" extrusionOk="0">
                  <a:moveTo>
                    <a:pt x="2404" y="1"/>
                  </a:moveTo>
                  <a:cubicBezTo>
                    <a:pt x="2404" y="1"/>
                    <a:pt x="1" y="2293"/>
                    <a:pt x="1" y="2552"/>
                  </a:cubicBezTo>
                  <a:cubicBezTo>
                    <a:pt x="38" y="3180"/>
                    <a:pt x="1628" y="3550"/>
                    <a:pt x="1628" y="3550"/>
                  </a:cubicBezTo>
                  <a:lnTo>
                    <a:pt x="4068" y="2071"/>
                  </a:lnTo>
                  <a:lnTo>
                    <a:pt x="3994" y="1295"/>
                  </a:lnTo>
                  <a:cubicBezTo>
                    <a:pt x="3587" y="296"/>
                    <a:pt x="2404" y="1"/>
                    <a:pt x="2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51"/>
            <p:cNvSpPr/>
            <p:nvPr/>
          </p:nvSpPr>
          <p:spPr>
            <a:xfrm>
              <a:off x="2201300" y="4881625"/>
              <a:ext cx="117400" cy="103925"/>
            </a:xfrm>
            <a:custGeom>
              <a:avLst/>
              <a:gdLst/>
              <a:ahLst/>
              <a:cxnLst/>
              <a:rect l="l" t="t" r="r" b="b"/>
              <a:pathLst>
                <a:path w="4696" h="4157" extrusionOk="0">
                  <a:moveTo>
                    <a:pt x="2776" y="662"/>
                  </a:moveTo>
                  <a:cubicBezTo>
                    <a:pt x="2896" y="699"/>
                    <a:pt x="3067" y="772"/>
                    <a:pt x="3254" y="888"/>
                  </a:cubicBezTo>
                  <a:cubicBezTo>
                    <a:pt x="3529" y="1026"/>
                    <a:pt x="3805" y="1292"/>
                    <a:pt x="3961" y="1627"/>
                  </a:cubicBezTo>
                  <a:lnTo>
                    <a:pt x="3961" y="1627"/>
                  </a:lnTo>
                  <a:lnTo>
                    <a:pt x="3956" y="1628"/>
                  </a:lnTo>
                  <a:lnTo>
                    <a:pt x="4030" y="2219"/>
                  </a:lnTo>
                  <a:lnTo>
                    <a:pt x="1879" y="3503"/>
                  </a:lnTo>
                  <a:lnTo>
                    <a:pt x="1879" y="3503"/>
                  </a:lnTo>
                  <a:cubicBezTo>
                    <a:pt x="1711" y="3463"/>
                    <a:pt x="1379" y="3389"/>
                    <a:pt x="1109" y="3254"/>
                  </a:cubicBezTo>
                  <a:cubicBezTo>
                    <a:pt x="961" y="3180"/>
                    <a:pt x="814" y="3069"/>
                    <a:pt x="740" y="2995"/>
                  </a:cubicBezTo>
                  <a:cubicBezTo>
                    <a:pt x="680" y="2956"/>
                    <a:pt x="652" y="2916"/>
                    <a:pt x="639" y="2887"/>
                  </a:cubicBezTo>
                  <a:lnTo>
                    <a:pt x="639" y="2887"/>
                  </a:lnTo>
                  <a:cubicBezTo>
                    <a:pt x="665" y="2855"/>
                    <a:pt x="696" y="2802"/>
                    <a:pt x="740" y="2737"/>
                  </a:cubicBezTo>
                  <a:cubicBezTo>
                    <a:pt x="1035" y="2404"/>
                    <a:pt x="1553" y="1849"/>
                    <a:pt x="2034" y="1369"/>
                  </a:cubicBezTo>
                  <a:cubicBezTo>
                    <a:pt x="2340" y="1086"/>
                    <a:pt x="2616" y="819"/>
                    <a:pt x="2776" y="662"/>
                  </a:cubicBezTo>
                  <a:close/>
                  <a:moveTo>
                    <a:pt x="2773" y="1"/>
                  </a:moveTo>
                  <a:cubicBezTo>
                    <a:pt x="2662" y="1"/>
                    <a:pt x="2551" y="1"/>
                    <a:pt x="2477" y="75"/>
                  </a:cubicBezTo>
                  <a:cubicBezTo>
                    <a:pt x="2477" y="75"/>
                    <a:pt x="1886" y="666"/>
                    <a:pt x="1294" y="1258"/>
                  </a:cubicBezTo>
                  <a:cubicBezTo>
                    <a:pt x="998" y="1554"/>
                    <a:pt x="666" y="1886"/>
                    <a:pt x="444" y="2145"/>
                  </a:cubicBezTo>
                  <a:cubicBezTo>
                    <a:pt x="333" y="2256"/>
                    <a:pt x="222" y="2367"/>
                    <a:pt x="148" y="2478"/>
                  </a:cubicBezTo>
                  <a:lnTo>
                    <a:pt x="74" y="2626"/>
                  </a:lnTo>
                  <a:cubicBezTo>
                    <a:pt x="37" y="2700"/>
                    <a:pt x="0" y="2737"/>
                    <a:pt x="0" y="2848"/>
                  </a:cubicBezTo>
                  <a:cubicBezTo>
                    <a:pt x="0" y="2922"/>
                    <a:pt x="0" y="2959"/>
                    <a:pt x="0" y="2959"/>
                  </a:cubicBezTo>
                  <a:lnTo>
                    <a:pt x="6" y="2956"/>
                  </a:lnTo>
                  <a:lnTo>
                    <a:pt x="6" y="2956"/>
                  </a:lnTo>
                  <a:cubicBezTo>
                    <a:pt x="25" y="3070"/>
                    <a:pt x="87" y="3162"/>
                    <a:pt x="148" y="3254"/>
                  </a:cubicBezTo>
                  <a:cubicBezTo>
                    <a:pt x="259" y="3439"/>
                    <a:pt x="407" y="3550"/>
                    <a:pt x="592" y="3661"/>
                  </a:cubicBezTo>
                  <a:cubicBezTo>
                    <a:pt x="1146" y="3994"/>
                    <a:pt x="1812" y="4142"/>
                    <a:pt x="1849" y="4142"/>
                  </a:cubicBezTo>
                  <a:cubicBezTo>
                    <a:pt x="1870" y="4152"/>
                    <a:pt x="1892" y="4157"/>
                    <a:pt x="1914" y="4157"/>
                  </a:cubicBezTo>
                  <a:cubicBezTo>
                    <a:pt x="1966" y="4157"/>
                    <a:pt x="2018" y="4131"/>
                    <a:pt x="2071" y="4105"/>
                  </a:cubicBezTo>
                  <a:lnTo>
                    <a:pt x="4548" y="2663"/>
                  </a:lnTo>
                  <a:cubicBezTo>
                    <a:pt x="4622" y="2589"/>
                    <a:pt x="4695" y="2478"/>
                    <a:pt x="4695" y="2330"/>
                  </a:cubicBezTo>
                  <a:lnTo>
                    <a:pt x="4585" y="1554"/>
                  </a:lnTo>
                  <a:lnTo>
                    <a:pt x="4548" y="1480"/>
                  </a:lnTo>
                  <a:cubicBezTo>
                    <a:pt x="4326" y="888"/>
                    <a:pt x="3882" y="518"/>
                    <a:pt x="3475" y="297"/>
                  </a:cubicBezTo>
                  <a:cubicBezTo>
                    <a:pt x="3106" y="75"/>
                    <a:pt x="2773" y="1"/>
                    <a:pt x="2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51"/>
            <p:cNvSpPr/>
            <p:nvPr/>
          </p:nvSpPr>
          <p:spPr>
            <a:xfrm>
              <a:off x="2129500" y="3838700"/>
              <a:ext cx="832475" cy="1182875"/>
            </a:xfrm>
            <a:custGeom>
              <a:avLst/>
              <a:gdLst/>
              <a:ahLst/>
              <a:cxnLst/>
              <a:rect l="l" t="t" r="r" b="b"/>
              <a:pathLst>
                <a:path w="33299" h="47315" extrusionOk="0">
                  <a:moveTo>
                    <a:pt x="13450" y="1"/>
                  </a:moveTo>
                  <a:cubicBezTo>
                    <a:pt x="9313" y="1"/>
                    <a:pt x="4795" y="348"/>
                    <a:pt x="4795" y="348"/>
                  </a:cubicBezTo>
                  <a:cubicBezTo>
                    <a:pt x="2380" y="1336"/>
                    <a:pt x="1" y="10074"/>
                    <a:pt x="1673" y="10074"/>
                  </a:cubicBezTo>
                  <a:cubicBezTo>
                    <a:pt x="1690" y="10074"/>
                    <a:pt x="1708" y="10073"/>
                    <a:pt x="1726" y="10071"/>
                  </a:cubicBezTo>
                  <a:cubicBezTo>
                    <a:pt x="3501" y="9923"/>
                    <a:pt x="14296" y="8962"/>
                    <a:pt x="14296" y="8962"/>
                  </a:cubicBezTo>
                  <a:lnTo>
                    <a:pt x="14296" y="8962"/>
                  </a:lnTo>
                  <a:cubicBezTo>
                    <a:pt x="13963" y="13990"/>
                    <a:pt x="17217" y="23935"/>
                    <a:pt x="19620" y="27040"/>
                  </a:cubicBezTo>
                  <a:cubicBezTo>
                    <a:pt x="21210" y="29000"/>
                    <a:pt x="23095" y="35285"/>
                    <a:pt x="24056" y="37725"/>
                  </a:cubicBezTo>
                  <a:cubicBezTo>
                    <a:pt x="24574" y="39019"/>
                    <a:pt x="24537" y="40461"/>
                    <a:pt x="23982" y="41718"/>
                  </a:cubicBezTo>
                  <a:cubicBezTo>
                    <a:pt x="23687" y="42346"/>
                    <a:pt x="23502" y="43012"/>
                    <a:pt x="23613" y="43419"/>
                  </a:cubicBezTo>
                  <a:cubicBezTo>
                    <a:pt x="23945" y="44380"/>
                    <a:pt x="25092" y="44047"/>
                    <a:pt x="25720" y="44380"/>
                  </a:cubicBezTo>
                  <a:cubicBezTo>
                    <a:pt x="26385" y="44712"/>
                    <a:pt x="28456" y="46635"/>
                    <a:pt x="29047" y="47042"/>
                  </a:cubicBezTo>
                  <a:cubicBezTo>
                    <a:pt x="29371" y="47232"/>
                    <a:pt x="30214" y="47315"/>
                    <a:pt x="31026" y="47315"/>
                  </a:cubicBezTo>
                  <a:cubicBezTo>
                    <a:pt x="31792" y="47315"/>
                    <a:pt x="32530" y="47241"/>
                    <a:pt x="32781" y="47116"/>
                  </a:cubicBezTo>
                  <a:cubicBezTo>
                    <a:pt x="33299" y="46857"/>
                    <a:pt x="32338" y="46561"/>
                    <a:pt x="31746" y="46043"/>
                  </a:cubicBezTo>
                  <a:cubicBezTo>
                    <a:pt x="31155" y="45489"/>
                    <a:pt x="27679" y="39500"/>
                    <a:pt x="27679" y="39500"/>
                  </a:cubicBezTo>
                  <a:cubicBezTo>
                    <a:pt x="27679" y="39500"/>
                    <a:pt x="21357" y="2529"/>
                    <a:pt x="20064" y="902"/>
                  </a:cubicBezTo>
                  <a:cubicBezTo>
                    <a:pt x="19505" y="200"/>
                    <a:pt x="16587" y="1"/>
                    <a:pt x="13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51"/>
            <p:cNvSpPr/>
            <p:nvPr/>
          </p:nvSpPr>
          <p:spPr>
            <a:xfrm>
              <a:off x="2149525" y="3831675"/>
              <a:ext cx="811550" cy="1197875"/>
            </a:xfrm>
            <a:custGeom>
              <a:avLst/>
              <a:gdLst/>
              <a:ahLst/>
              <a:cxnLst/>
              <a:rect l="l" t="t" r="r" b="b"/>
              <a:pathLst>
                <a:path w="32462" h="47915" extrusionOk="0">
                  <a:moveTo>
                    <a:pt x="12682" y="592"/>
                  </a:moveTo>
                  <a:cubicBezTo>
                    <a:pt x="14235" y="592"/>
                    <a:pt x="15750" y="666"/>
                    <a:pt x="16896" y="777"/>
                  </a:cubicBezTo>
                  <a:cubicBezTo>
                    <a:pt x="17488" y="850"/>
                    <a:pt x="18006" y="924"/>
                    <a:pt x="18375" y="1035"/>
                  </a:cubicBezTo>
                  <a:cubicBezTo>
                    <a:pt x="18745" y="1146"/>
                    <a:pt x="18967" y="1294"/>
                    <a:pt x="19041" y="1368"/>
                  </a:cubicBezTo>
                  <a:cubicBezTo>
                    <a:pt x="19041" y="1405"/>
                    <a:pt x="19078" y="1442"/>
                    <a:pt x="19115" y="1553"/>
                  </a:cubicBezTo>
                  <a:cubicBezTo>
                    <a:pt x="19299" y="1960"/>
                    <a:pt x="19558" y="2921"/>
                    <a:pt x="19891" y="4215"/>
                  </a:cubicBezTo>
                  <a:cubicBezTo>
                    <a:pt x="20963" y="8725"/>
                    <a:pt x="22627" y="17635"/>
                    <a:pt x="24032" y="25436"/>
                  </a:cubicBezTo>
                  <a:cubicBezTo>
                    <a:pt x="24734" y="29318"/>
                    <a:pt x="25363" y="32904"/>
                    <a:pt x="25843" y="35566"/>
                  </a:cubicBezTo>
                  <a:cubicBezTo>
                    <a:pt x="26065" y="36860"/>
                    <a:pt x="26250" y="37932"/>
                    <a:pt x="26361" y="38672"/>
                  </a:cubicBezTo>
                  <a:cubicBezTo>
                    <a:pt x="26509" y="39448"/>
                    <a:pt x="26583" y="39855"/>
                    <a:pt x="26583" y="39855"/>
                  </a:cubicBezTo>
                  <a:lnTo>
                    <a:pt x="26620" y="39965"/>
                  </a:lnTo>
                  <a:cubicBezTo>
                    <a:pt x="26620" y="39965"/>
                    <a:pt x="27470" y="41444"/>
                    <a:pt x="28431" y="42997"/>
                  </a:cubicBezTo>
                  <a:cubicBezTo>
                    <a:pt x="28912" y="43773"/>
                    <a:pt x="29392" y="44587"/>
                    <a:pt x="29799" y="45215"/>
                  </a:cubicBezTo>
                  <a:cubicBezTo>
                    <a:pt x="30021" y="45548"/>
                    <a:pt x="30206" y="45807"/>
                    <a:pt x="30354" y="46029"/>
                  </a:cubicBezTo>
                  <a:cubicBezTo>
                    <a:pt x="30539" y="46251"/>
                    <a:pt x="30649" y="46435"/>
                    <a:pt x="30760" y="46546"/>
                  </a:cubicBezTo>
                  <a:cubicBezTo>
                    <a:pt x="31019" y="46768"/>
                    <a:pt x="31315" y="46953"/>
                    <a:pt x="31574" y="47101"/>
                  </a:cubicBezTo>
                  <a:cubicBezTo>
                    <a:pt x="31611" y="47126"/>
                    <a:pt x="31644" y="47151"/>
                    <a:pt x="31675" y="47174"/>
                  </a:cubicBezTo>
                  <a:lnTo>
                    <a:pt x="31675" y="47174"/>
                  </a:lnTo>
                  <a:cubicBezTo>
                    <a:pt x="31666" y="47175"/>
                    <a:pt x="31657" y="47175"/>
                    <a:pt x="31648" y="47175"/>
                  </a:cubicBezTo>
                  <a:cubicBezTo>
                    <a:pt x="31315" y="47249"/>
                    <a:pt x="30760" y="47286"/>
                    <a:pt x="30206" y="47286"/>
                  </a:cubicBezTo>
                  <a:cubicBezTo>
                    <a:pt x="29799" y="47286"/>
                    <a:pt x="29392" y="47286"/>
                    <a:pt x="29097" y="47249"/>
                  </a:cubicBezTo>
                  <a:cubicBezTo>
                    <a:pt x="28764" y="47175"/>
                    <a:pt x="28468" y="47101"/>
                    <a:pt x="28394" y="47064"/>
                  </a:cubicBezTo>
                  <a:cubicBezTo>
                    <a:pt x="28283" y="46990"/>
                    <a:pt x="28062" y="46768"/>
                    <a:pt x="27766" y="46546"/>
                  </a:cubicBezTo>
                  <a:cubicBezTo>
                    <a:pt x="27322" y="46177"/>
                    <a:pt x="26805" y="45733"/>
                    <a:pt x="26287" y="45289"/>
                  </a:cubicBezTo>
                  <a:cubicBezTo>
                    <a:pt x="26065" y="45104"/>
                    <a:pt x="25806" y="44920"/>
                    <a:pt x="25621" y="44735"/>
                  </a:cubicBezTo>
                  <a:cubicBezTo>
                    <a:pt x="25400" y="44587"/>
                    <a:pt x="25215" y="44476"/>
                    <a:pt x="25067" y="44365"/>
                  </a:cubicBezTo>
                  <a:cubicBezTo>
                    <a:pt x="24660" y="44180"/>
                    <a:pt x="24180" y="44180"/>
                    <a:pt x="23810" y="44106"/>
                  </a:cubicBezTo>
                  <a:cubicBezTo>
                    <a:pt x="23625" y="44069"/>
                    <a:pt x="23477" y="44032"/>
                    <a:pt x="23366" y="43958"/>
                  </a:cubicBezTo>
                  <a:cubicBezTo>
                    <a:pt x="23255" y="43884"/>
                    <a:pt x="23181" y="43773"/>
                    <a:pt x="23107" y="43589"/>
                  </a:cubicBezTo>
                  <a:cubicBezTo>
                    <a:pt x="23107" y="43552"/>
                    <a:pt x="23107" y="43478"/>
                    <a:pt x="23107" y="43404"/>
                  </a:cubicBezTo>
                  <a:cubicBezTo>
                    <a:pt x="23070" y="43071"/>
                    <a:pt x="23255" y="42590"/>
                    <a:pt x="23440" y="42147"/>
                  </a:cubicBezTo>
                  <a:cubicBezTo>
                    <a:pt x="23773" y="41407"/>
                    <a:pt x="23921" y="40631"/>
                    <a:pt x="23921" y="39892"/>
                  </a:cubicBezTo>
                  <a:cubicBezTo>
                    <a:pt x="23921" y="39189"/>
                    <a:pt x="23810" y="38524"/>
                    <a:pt x="23551" y="37895"/>
                  </a:cubicBezTo>
                  <a:cubicBezTo>
                    <a:pt x="23070" y="36675"/>
                    <a:pt x="22368" y="34494"/>
                    <a:pt x="21555" y="32386"/>
                  </a:cubicBezTo>
                  <a:cubicBezTo>
                    <a:pt x="21185" y="31314"/>
                    <a:pt x="20741" y="30242"/>
                    <a:pt x="20335" y="29355"/>
                  </a:cubicBezTo>
                  <a:cubicBezTo>
                    <a:pt x="19928" y="28431"/>
                    <a:pt x="19484" y="27654"/>
                    <a:pt x="19078" y="27100"/>
                  </a:cubicBezTo>
                  <a:cubicBezTo>
                    <a:pt x="18523" y="26434"/>
                    <a:pt x="17895" y="25325"/>
                    <a:pt x="17303" y="23957"/>
                  </a:cubicBezTo>
                  <a:cubicBezTo>
                    <a:pt x="15455" y="19964"/>
                    <a:pt x="13754" y="13827"/>
                    <a:pt x="13754" y="9982"/>
                  </a:cubicBezTo>
                  <a:cubicBezTo>
                    <a:pt x="13754" y="9723"/>
                    <a:pt x="13791" y="9502"/>
                    <a:pt x="13791" y="9280"/>
                  </a:cubicBezTo>
                  <a:cubicBezTo>
                    <a:pt x="13791" y="9169"/>
                    <a:pt x="13754" y="9095"/>
                    <a:pt x="13680" y="9021"/>
                  </a:cubicBezTo>
                  <a:cubicBezTo>
                    <a:pt x="13643" y="8984"/>
                    <a:pt x="13532" y="8947"/>
                    <a:pt x="13458" y="8947"/>
                  </a:cubicBezTo>
                  <a:cubicBezTo>
                    <a:pt x="13458" y="8947"/>
                    <a:pt x="2663" y="9908"/>
                    <a:pt x="888" y="10056"/>
                  </a:cubicBezTo>
                  <a:lnTo>
                    <a:pt x="814" y="10019"/>
                  </a:lnTo>
                  <a:cubicBezTo>
                    <a:pt x="777" y="10019"/>
                    <a:pt x="703" y="9945"/>
                    <a:pt x="666" y="9760"/>
                  </a:cubicBezTo>
                  <a:cubicBezTo>
                    <a:pt x="629" y="9613"/>
                    <a:pt x="629" y="9391"/>
                    <a:pt x="629" y="9132"/>
                  </a:cubicBezTo>
                  <a:cubicBezTo>
                    <a:pt x="592" y="7986"/>
                    <a:pt x="1073" y="6063"/>
                    <a:pt x="1738" y="4363"/>
                  </a:cubicBezTo>
                  <a:cubicBezTo>
                    <a:pt x="2071" y="3512"/>
                    <a:pt x="2478" y="2736"/>
                    <a:pt x="2885" y="2107"/>
                  </a:cubicBezTo>
                  <a:cubicBezTo>
                    <a:pt x="3299" y="1521"/>
                    <a:pt x="3681" y="1127"/>
                    <a:pt x="4030" y="957"/>
                  </a:cubicBezTo>
                  <a:lnTo>
                    <a:pt x="4030" y="957"/>
                  </a:lnTo>
                  <a:lnTo>
                    <a:pt x="4031" y="961"/>
                  </a:lnTo>
                  <a:cubicBezTo>
                    <a:pt x="4031" y="961"/>
                    <a:pt x="4289" y="924"/>
                    <a:pt x="4807" y="887"/>
                  </a:cubicBezTo>
                  <a:cubicBezTo>
                    <a:pt x="6249" y="813"/>
                    <a:pt x="9576" y="592"/>
                    <a:pt x="12682" y="592"/>
                  </a:cubicBezTo>
                  <a:close/>
                  <a:moveTo>
                    <a:pt x="12682" y="0"/>
                  </a:moveTo>
                  <a:cubicBezTo>
                    <a:pt x="8541" y="0"/>
                    <a:pt x="3994" y="333"/>
                    <a:pt x="3957" y="333"/>
                  </a:cubicBezTo>
                  <a:lnTo>
                    <a:pt x="3883" y="370"/>
                  </a:lnTo>
                  <a:cubicBezTo>
                    <a:pt x="3328" y="592"/>
                    <a:pt x="2848" y="1109"/>
                    <a:pt x="2404" y="1775"/>
                  </a:cubicBezTo>
                  <a:cubicBezTo>
                    <a:pt x="1701" y="2773"/>
                    <a:pt x="1110" y="4141"/>
                    <a:pt x="703" y="5472"/>
                  </a:cubicBezTo>
                  <a:cubicBezTo>
                    <a:pt x="260" y="6840"/>
                    <a:pt x="1" y="8171"/>
                    <a:pt x="1" y="9132"/>
                  </a:cubicBezTo>
                  <a:cubicBezTo>
                    <a:pt x="1" y="9539"/>
                    <a:pt x="38" y="9871"/>
                    <a:pt x="149" y="10167"/>
                  </a:cubicBezTo>
                  <a:cubicBezTo>
                    <a:pt x="223" y="10278"/>
                    <a:pt x="297" y="10426"/>
                    <a:pt x="444" y="10537"/>
                  </a:cubicBezTo>
                  <a:cubicBezTo>
                    <a:pt x="555" y="10611"/>
                    <a:pt x="703" y="10685"/>
                    <a:pt x="888" y="10685"/>
                  </a:cubicBezTo>
                  <a:lnTo>
                    <a:pt x="962" y="10685"/>
                  </a:lnTo>
                  <a:cubicBezTo>
                    <a:pt x="1849" y="10574"/>
                    <a:pt x="4992" y="10315"/>
                    <a:pt x="7913" y="10056"/>
                  </a:cubicBezTo>
                  <a:cubicBezTo>
                    <a:pt x="9354" y="9908"/>
                    <a:pt x="10759" y="9797"/>
                    <a:pt x="11794" y="9723"/>
                  </a:cubicBezTo>
                  <a:cubicBezTo>
                    <a:pt x="12393" y="9659"/>
                    <a:pt x="12868" y="9620"/>
                    <a:pt x="13162" y="9598"/>
                  </a:cubicBezTo>
                  <a:lnTo>
                    <a:pt x="13162" y="9598"/>
                  </a:lnTo>
                  <a:cubicBezTo>
                    <a:pt x="13162" y="9723"/>
                    <a:pt x="13162" y="9853"/>
                    <a:pt x="13162" y="9982"/>
                  </a:cubicBezTo>
                  <a:cubicBezTo>
                    <a:pt x="13162" y="12644"/>
                    <a:pt x="13939" y="16267"/>
                    <a:pt x="14974" y="19595"/>
                  </a:cubicBezTo>
                  <a:cubicBezTo>
                    <a:pt x="15528" y="21258"/>
                    <a:pt x="16120" y="22848"/>
                    <a:pt x="16749" y="24216"/>
                  </a:cubicBezTo>
                  <a:cubicBezTo>
                    <a:pt x="17340" y="25584"/>
                    <a:pt x="17969" y="26730"/>
                    <a:pt x="18597" y="27506"/>
                  </a:cubicBezTo>
                  <a:cubicBezTo>
                    <a:pt x="18967" y="27950"/>
                    <a:pt x="19373" y="28726"/>
                    <a:pt x="19780" y="29614"/>
                  </a:cubicBezTo>
                  <a:cubicBezTo>
                    <a:pt x="21000" y="32276"/>
                    <a:pt x="22257" y="36268"/>
                    <a:pt x="22997" y="38117"/>
                  </a:cubicBezTo>
                  <a:cubicBezTo>
                    <a:pt x="23218" y="38672"/>
                    <a:pt x="23329" y="39263"/>
                    <a:pt x="23329" y="39892"/>
                  </a:cubicBezTo>
                  <a:cubicBezTo>
                    <a:pt x="23329" y="40557"/>
                    <a:pt x="23181" y="41259"/>
                    <a:pt x="22886" y="41888"/>
                  </a:cubicBezTo>
                  <a:cubicBezTo>
                    <a:pt x="22664" y="42406"/>
                    <a:pt x="22479" y="42923"/>
                    <a:pt x="22479" y="43404"/>
                  </a:cubicBezTo>
                  <a:cubicBezTo>
                    <a:pt x="22479" y="43515"/>
                    <a:pt x="22479" y="43663"/>
                    <a:pt x="22553" y="43773"/>
                  </a:cubicBezTo>
                  <a:cubicBezTo>
                    <a:pt x="22627" y="44069"/>
                    <a:pt x="22812" y="44328"/>
                    <a:pt x="23034" y="44439"/>
                  </a:cubicBezTo>
                  <a:cubicBezTo>
                    <a:pt x="23366" y="44661"/>
                    <a:pt x="23699" y="44735"/>
                    <a:pt x="24032" y="44772"/>
                  </a:cubicBezTo>
                  <a:cubicBezTo>
                    <a:pt x="24364" y="44809"/>
                    <a:pt x="24623" y="44846"/>
                    <a:pt x="24808" y="44920"/>
                  </a:cubicBezTo>
                  <a:cubicBezTo>
                    <a:pt x="24919" y="44993"/>
                    <a:pt x="25178" y="45178"/>
                    <a:pt x="25437" y="45400"/>
                  </a:cubicBezTo>
                  <a:cubicBezTo>
                    <a:pt x="25880" y="45733"/>
                    <a:pt x="26398" y="46214"/>
                    <a:pt x="26915" y="46620"/>
                  </a:cubicBezTo>
                  <a:cubicBezTo>
                    <a:pt x="27396" y="47027"/>
                    <a:pt x="27803" y="47397"/>
                    <a:pt x="28062" y="47581"/>
                  </a:cubicBezTo>
                  <a:cubicBezTo>
                    <a:pt x="28320" y="47729"/>
                    <a:pt x="28616" y="47803"/>
                    <a:pt x="28986" y="47840"/>
                  </a:cubicBezTo>
                  <a:cubicBezTo>
                    <a:pt x="29355" y="47877"/>
                    <a:pt x="29799" y="47914"/>
                    <a:pt x="30206" y="47914"/>
                  </a:cubicBezTo>
                  <a:cubicBezTo>
                    <a:pt x="30612" y="47914"/>
                    <a:pt x="30982" y="47877"/>
                    <a:pt x="31315" y="47840"/>
                  </a:cubicBezTo>
                  <a:cubicBezTo>
                    <a:pt x="31500" y="47840"/>
                    <a:pt x="31648" y="47803"/>
                    <a:pt x="31759" y="47766"/>
                  </a:cubicBezTo>
                  <a:cubicBezTo>
                    <a:pt x="31906" y="47766"/>
                    <a:pt x="32017" y="47729"/>
                    <a:pt x="32128" y="47655"/>
                  </a:cubicBezTo>
                  <a:cubicBezTo>
                    <a:pt x="32202" y="47618"/>
                    <a:pt x="32276" y="47581"/>
                    <a:pt x="32313" y="47508"/>
                  </a:cubicBezTo>
                  <a:cubicBezTo>
                    <a:pt x="32387" y="47434"/>
                    <a:pt x="32461" y="47323"/>
                    <a:pt x="32461" y="47212"/>
                  </a:cubicBezTo>
                  <a:cubicBezTo>
                    <a:pt x="32424" y="47101"/>
                    <a:pt x="32387" y="47027"/>
                    <a:pt x="32350" y="46953"/>
                  </a:cubicBezTo>
                  <a:cubicBezTo>
                    <a:pt x="32276" y="46879"/>
                    <a:pt x="32202" y="46805"/>
                    <a:pt x="32091" y="46731"/>
                  </a:cubicBezTo>
                  <a:cubicBezTo>
                    <a:pt x="31833" y="46546"/>
                    <a:pt x="31426" y="46324"/>
                    <a:pt x="31167" y="46066"/>
                  </a:cubicBezTo>
                  <a:cubicBezTo>
                    <a:pt x="31130" y="46066"/>
                    <a:pt x="31019" y="45881"/>
                    <a:pt x="30871" y="45696"/>
                  </a:cubicBezTo>
                  <a:cubicBezTo>
                    <a:pt x="30354" y="44957"/>
                    <a:pt x="29429" y="43441"/>
                    <a:pt x="28616" y="42110"/>
                  </a:cubicBezTo>
                  <a:cubicBezTo>
                    <a:pt x="28209" y="41444"/>
                    <a:pt x="27840" y="40816"/>
                    <a:pt x="27581" y="40372"/>
                  </a:cubicBezTo>
                  <a:cubicBezTo>
                    <a:pt x="27378" y="40025"/>
                    <a:pt x="27221" y="39768"/>
                    <a:pt x="27162" y="39673"/>
                  </a:cubicBezTo>
                  <a:lnTo>
                    <a:pt x="27162" y="39673"/>
                  </a:lnTo>
                  <a:cubicBezTo>
                    <a:pt x="27016" y="38804"/>
                    <a:pt x="25533" y="30020"/>
                    <a:pt x="23884" y="21036"/>
                  </a:cubicBezTo>
                  <a:cubicBezTo>
                    <a:pt x="22997" y="16304"/>
                    <a:pt x="22072" y="11535"/>
                    <a:pt x="21296" y="7838"/>
                  </a:cubicBezTo>
                  <a:cubicBezTo>
                    <a:pt x="20926" y="5989"/>
                    <a:pt x="20556" y="4400"/>
                    <a:pt x="20261" y="3254"/>
                  </a:cubicBezTo>
                  <a:cubicBezTo>
                    <a:pt x="20113" y="2662"/>
                    <a:pt x="20002" y="2144"/>
                    <a:pt x="19854" y="1775"/>
                  </a:cubicBezTo>
                  <a:cubicBezTo>
                    <a:pt x="19817" y="1590"/>
                    <a:pt x="19743" y="1442"/>
                    <a:pt x="19706" y="1331"/>
                  </a:cubicBezTo>
                  <a:cubicBezTo>
                    <a:pt x="19632" y="1183"/>
                    <a:pt x="19595" y="1072"/>
                    <a:pt x="19521" y="998"/>
                  </a:cubicBezTo>
                  <a:cubicBezTo>
                    <a:pt x="19299" y="740"/>
                    <a:pt x="18967" y="592"/>
                    <a:pt x="18523" y="444"/>
                  </a:cubicBezTo>
                  <a:cubicBezTo>
                    <a:pt x="17895" y="259"/>
                    <a:pt x="17044" y="148"/>
                    <a:pt x="16009" y="74"/>
                  </a:cubicBezTo>
                  <a:cubicBezTo>
                    <a:pt x="15011" y="0"/>
                    <a:pt x="13865" y="0"/>
                    <a:pt x="12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51"/>
            <p:cNvSpPr/>
            <p:nvPr/>
          </p:nvSpPr>
          <p:spPr>
            <a:xfrm>
              <a:off x="2676375" y="4926925"/>
              <a:ext cx="287175" cy="118325"/>
            </a:xfrm>
            <a:custGeom>
              <a:avLst/>
              <a:gdLst/>
              <a:ahLst/>
              <a:cxnLst/>
              <a:rect l="l" t="t" r="r" b="b"/>
              <a:pathLst>
                <a:path w="11487" h="4733" extrusionOk="0">
                  <a:moveTo>
                    <a:pt x="1072" y="0"/>
                  </a:moveTo>
                  <a:cubicBezTo>
                    <a:pt x="1072" y="0"/>
                    <a:pt x="0" y="0"/>
                    <a:pt x="887" y="888"/>
                  </a:cubicBezTo>
                  <a:cubicBezTo>
                    <a:pt x="1775" y="1775"/>
                    <a:pt x="1775" y="4585"/>
                    <a:pt x="1775" y="4585"/>
                  </a:cubicBezTo>
                  <a:lnTo>
                    <a:pt x="2810" y="4585"/>
                  </a:lnTo>
                  <a:cubicBezTo>
                    <a:pt x="2810" y="4585"/>
                    <a:pt x="2477" y="3180"/>
                    <a:pt x="2995" y="2477"/>
                  </a:cubicBezTo>
                  <a:cubicBezTo>
                    <a:pt x="2995" y="2477"/>
                    <a:pt x="3097" y="2470"/>
                    <a:pt x="3259" y="2470"/>
                  </a:cubicBezTo>
                  <a:cubicBezTo>
                    <a:pt x="3805" y="2470"/>
                    <a:pt x="5030" y="2558"/>
                    <a:pt x="5287" y="3328"/>
                  </a:cubicBezTo>
                  <a:cubicBezTo>
                    <a:pt x="5509" y="4030"/>
                    <a:pt x="6248" y="4733"/>
                    <a:pt x="6248" y="4733"/>
                  </a:cubicBezTo>
                  <a:lnTo>
                    <a:pt x="9649" y="4733"/>
                  </a:lnTo>
                  <a:cubicBezTo>
                    <a:pt x="10574" y="4733"/>
                    <a:pt x="11165" y="4289"/>
                    <a:pt x="11313" y="4030"/>
                  </a:cubicBezTo>
                  <a:cubicBezTo>
                    <a:pt x="11442" y="3804"/>
                    <a:pt x="11487" y="3691"/>
                    <a:pt x="11075" y="3691"/>
                  </a:cubicBezTo>
                  <a:cubicBezTo>
                    <a:pt x="11016" y="3691"/>
                    <a:pt x="10948" y="3693"/>
                    <a:pt x="10869" y="3698"/>
                  </a:cubicBezTo>
                  <a:cubicBezTo>
                    <a:pt x="10783" y="3703"/>
                    <a:pt x="10660" y="3706"/>
                    <a:pt x="10509" y="3706"/>
                  </a:cubicBezTo>
                  <a:cubicBezTo>
                    <a:pt x="9626" y="3706"/>
                    <a:pt x="7820" y="3601"/>
                    <a:pt x="7283" y="3254"/>
                  </a:cubicBezTo>
                  <a:cubicBezTo>
                    <a:pt x="6951" y="3032"/>
                    <a:pt x="6581" y="2588"/>
                    <a:pt x="6322" y="2256"/>
                  </a:cubicBezTo>
                  <a:cubicBezTo>
                    <a:pt x="6063" y="1923"/>
                    <a:pt x="3697" y="814"/>
                    <a:pt x="2403" y="333"/>
                  </a:cubicBezTo>
                  <a:lnTo>
                    <a:pt x="10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51"/>
            <p:cNvSpPr/>
            <p:nvPr/>
          </p:nvSpPr>
          <p:spPr>
            <a:xfrm>
              <a:off x="2681900" y="4919525"/>
              <a:ext cx="287475" cy="133125"/>
            </a:xfrm>
            <a:custGeom>
              <a:avLst/>
              <a:gdLst/>
              <a:ahLst/>
              <a:cxnLst/>
              <a:rect l="l" t="t" r="r" b="b"/>
              <a:pathLst>
                <a:path w="11499" h="5325" extrusionOk="0">
                  <a:moveTo>
                    <a:pt x="802" y="598"/>
                  </a:moveTo>
                  <a:lnTo>
                    <a:pt x="2074" y="916"/>
                  </a:lnTo>
                  <a:lnTo>
                    <a:pt x="2074" y="916"/>
                  </a:lnTo>
                  <a:lnTo>
                    <a:pt x="2071" y="925"/>
                  </a:lnTo>
                  <a:cubicBezTo>
                    <a:pt x="2700" y="1147"/>
                    <a:pt x="3624" y="1553"/>
                    <a:pt x="4400" y="1923"/>
                  </a:cubicBezTo>
                  <a:cubicBezTo>
                    <a:pt x="4807" y="2108"/>
                    <a:pt x="5140" y="2293"/>
                    <a:pt x="5399" y="2441"/>
                  </a:cubicBezTo>
                  <a:cubicBezTo>
                    <a:pt x="5546" y="2515"/>
                    <a:pt x="5657" y="2589"/>
                    <a:pt x="5731" y="2626"/>
                  </a:cubicBezTo>
                  <a:lnTo>
                    <a:pt x="5842" y="2700"/>
                  </a:lnTo>
                  <a:lnTo>
                    <a:pt x="5842" y="2737"/>
                  </a:lnTo>
                  <a:cubicBezTo>
                    <a:pt x="6138" y="3106"/>
                    <a:pt x="6508" y="3550"/>
                    <a:pt x="6914" y="3809"/>
                  </a:cubicBezTo>
                  <a:cubicBezTo>
                    <a:pt x="7099" y="3957"/>
                    <a:pt x="7321" y="3994"/>
                    <a:pt x="7617" y="4067"/>
                  </a:cubicBezTo>
                  <a:cubicBezTo>
                    <a:pt x="8430" y="4252"/>
                    <a:pt x="9613" y="4289"/>
                    <a:pt x="10279" y="4289"/>
                  </a:cubicBezTo>
                  <a:lnTo>
                    <a:pt x="10744" y="4289"/>
                  </a:lnTo>
                  <a:cubicBezTo>
                    <a:pt x="10673" y="4360"/>
                    <a:pt x="10564" y="4443"/>
                    <a:pt x="10427" y="4511"/>
                  </a:cubicBezTo>
                  <a:cubicBezTo>
                    <a:pt x="10168" y="4622"/>
                    <a:pt x="9835" y="4733"/>
                    <a:pt x="9428" y="4733"/>
                  </a:cubicBezTo>
                  <a:lnTo>
                    <a:pt x="6175" y="4733"/>
                  </a:lnTo>
                  <a:cubicBezTo>
                    <a:pt x="6087" y="4644"/>
                    <a:pt x="5933" y="4480"/>
                    <a:pt x="5805" y="4289"/>
                  </a:cubicBezTo>
                  <a:cubicBezTo>
                    <a:pt x="5620" y="4067"/>
                    <a:pt x="5436" y="3772"/>
                    <a:pt x="5362" y="3550"/>
                  </a:cubicBezTo>
                  <a:cubicBezTo>
                    <a:pt x="5288" y="3291"/>
                    <a:pt x="5103" y="3069"/>
                    <a:pt x="4881" y="2921"/>
                  </a:cubicBezTo>
                  <a:cubicBezTo>
                    <a:pt x="4585" y="2700"/>
                    <a:pt x="4216" y="2589"/>
                    <a:pt x="3883" y="2515"/>
                  </a:cubicBezTo>
                  <a:cubicBezTo>
                    <a:pt x="3550" y="2441"/>
                    <a:pt x="3217" y="2441"/>
                    <a:pt x="3032" y="2441"/>
                  </a:cubicBezTo>
                  <a:lnTo>
                    <a:pt x="2774" y="2441"/>
                  </a:lnTo>
                  <a:cubicBezTo>
                    <a:pt x="2663" y="2441"/>
                    <a:pt x="2589" y="2515"/>
                    <a:pt x="2515" y="2589"/>
                  </a:cubicBezTo>
                  <a:cubicBezTo>
                    <a:pt x="2256" y="2958"/>
                    <a:pt x="2182" y="3439"/>
                    <a:pt x="2182" y="3883"/>
                  </a:cubicBezTo>
                  <a:cubicBezTo>
                    <a:pt x="2182" y="4130"/>
                    <a:pt x="2204" y="4363"/>
                    <a:pt x="2229" y="4548"/>
                  </a:cubicBezTo>
                  <a:lnTo>
                    <a:pt x="1842" y="4548"/>
                  </a:lnTo>
                  <a:cubicBezTo>
                    <a:pt x="1832" y="4256"/>
                    <a:pt x="1805" y="3800"/>
                    <a:pt x="1739" y="3291"/>
                  </a:cubicBezTo>
                  <a:cubicBezTo>
                    <a:pt x="1702" y="2884"/>
                    <a:pt x="1591" y="2441"/>
                    <a:pt x="1480" y="2034"/>
                  </a:cubicBezTo>
                  <a:cubicBezTo>
                    <a:pt x="1332" y="1627"/>
                    <a:pt x="1184" y="1258"/>
                    <a:pt x="888" y="962"/>
                  </a:cubicBezTo>
                  <a:cubicBezTo>
                    <a:pt x="777" y="851"/>
                    <a:pt x="703" y="740"/>
                    <a:pt x="666" y="703"/>
                  </a:cubicBezTo>
                  <a:lnTo>
                    <a:pt x="638" y="647"/>
                  </a:lnTo>
                  <a:lnTo>
                    <a:pt x="638" y="647"/>
                  </a:lnTo>
                  <a:cubicBezTo>
                    <a:pt x="659" y="629"/>
                    <a:pt x="711" y="629"/>
                    <a:pt x="740" y="629"/>
                  </a:cubicBezTo>
                  <a:lnTo>
                    <a:pt x="802" y="598"/>
                  </a:lnTo>
                  <a:close/>
                  <a:moveTo>
                    <a:pt x="851" y="1"/>
                  </a:moveTo>
                  <a:cubicBezTo>
                    <a:pt x="814" y="1"/>
                    <a:pt x="666" y="1"/>
                    <a:pt x="482" y="38"/>
                  </a:cubicBezTo>
                  <a:cubicBezTo>
                    <a:pt x="408" y="75"/>
                    <a:pt x="297" y="112"/>
                    <a:pt x="186" y="186"/>
                  </a:cubicBezTo>
                  <a:cubicBezTo>
                    <a:pt x="112" y="296"/>
                    <a:pt x="1" y="444"/>
                    <a:pt x="1" y="592"/>
                  </a:cubicBezTo>
                  <a:cubicBezTo>
                    <a:pt x="1" y="740"/>
                    <a:pt x="75" y="888"/>
                    <a:pt x="149" y="999"/>
                  </a:cubicBezTo>
                  <a:cubicBezTo>
                    <a:pt x="223" y="1110"/>
                    <a:pt x="297" y="1258"/>
                    <a:pt x="445" y="1406"/>
                  </a:cubicBezTo>
                  <a:cubicBezTo>
                    <a:pt x="629" y="1553"/>
                    <a:pt x="777" y="1849"/>
                    <a:pt x="888" y="2219"/>
                  </a:cubicBezTo>
                  <a:cubicBezTo>
                    <a:pt x="1073" y="2773"/>
                    <a:pt x="1147" y="3439"/>
                    <a:pt x="1184" y="3957"/>
                  </a:cubicBezTo>
                  <a:cubicBezTo>
                    <a:pt x="1221" y="4215"/>
                    <a:pt x="1221" y="4437"/>
                    <a:pt x="1221" y="4622"/>
                  </a:cubicBezTo>
                  <a:cubicBezTo>
                    <a:pt x="1258" y="4770"/>
                    <a:pt x="1258" y="4881"/>
                    <a:pt x="1258" y="4881"/>
                  </a:cubicBezTo>
                  <a:cubicBezTo>
                    <a:pt x="1258" y="4955"/>
                    <a:pt x="1258" y="5029"/>
                    <a:pt x="1332" y="5066"/>
                  </a:cubicBezTo>
                  <a:cubicBezTo>
                    <a:pt x="1406" y="5140"/>
                    <a:pt x="1480" y="5177"/>
                    <a:pt x="1554" y="5177"/>
                  </a:cubicBezTo>
                  <a:lnTo>
                    <a:pt x="2589" y="5177"/>
                  </a:lnTo>
                  <a:cubicBezTo>
                    <a:pt x="2700" y="5177"/>
                    <a:pt x="2774" y="5140"/>
                    <a:pt x="2848" y="5066"/>
                  </a:cubicBezTo>
                  <a:cubicBezTo>
                    <a:pt x="2922" y="4992"/>
                    <a:pt x="2922" y="4881"/>
                    <a:pt x="2885" y="4807"/>
                  </a:cubicBezTo>
                  <a:lnTo>
                    <a:pt x="2885" y="4770"/>
                  </a:lnTo>
                  <a:cubicBezTo>
                    <a:pt x="2885" y="4696"/>
                    <a:pt x="2811" y="4289"/>
                    <a:pt x="2811" y="3883"/>
                  </a:cubicBezTo>
                  <a:cubicBezTo>
                    <a:pt x="2811" y="3577"/>
                    <a:pt x="2836" y="3270"/>
                    <a:pt x="2950" y="3069"/>
                  </a:cubicBezTo>
                  <a:lnTo>
                    <a:pt x="3032" y="3069"/>
                  </a:lnTo>
                  <a:cubicBezTo>
                    <a:pt x="3254" y="3069"/>
                    <a:pt x="3698" y="3069"/>
                    <a:pt x="4068" y="3180"/>
                  </a:cubicBezTo>
                  <a:cubicBezTo>
                    <a:pt x="4253" y="3254"/>
                    <a:pt x="4400" y="3328"/>
                    <a:pt x="4511" y="3402"/>
                  </a:cubicBezTo>
                  <a:cubicBezTo>
                    <a:pt x="4659" y="3513"/>
                    <a:pt x="4733" y="3587"/>
                    <a:pt x="4770" y="3735"/>
                  </a:cubicBezTo>
                  <a:cubicBezTo>
                    <a:pt x="4881" y="4141"/>
                    <a:pt x="5177" y="4511"/>
                    <a:pt x="5399" y="4770"/>
                  </a:cubicBezTo>
                  <a:cubicBezTo>
                    <a:pt x="5620" y="5066"/>
                    <a:pt x="5842" y="5251"/>
                    <a:pt x="5842" y="5251"/>
                  </a:cubicBezTo>
                  <a:cubicBezTo>
                    <a:pt x="5879" y="5287"/>
                    <a:pt x="5953" y="5324"/>
                    <a:pt x="6027" y="5324"/>
                  </a:cubicBezTo>
                  <a:lnTo>
                    <a:pt x="9428" y="5324"/>
                  </a:lnTo>
                  <a:cubicBezTo>
                    <a:pt x="9946" y="5324"/>
                    <a:pt x="10353" y="5214"/>
                    <a:pt x="10685" y="5066"/>
                  </a:cubicBezTo>
                  <a:cubicBezTo>
                    <a:pt x="11018" y="4881"/>
                    <a:pt x="11240" y="4696"/>
                    <a:pt x="11351" y="4474"/>
                  </a:cubicBezTo>
                  <a:cubicBezTo>
                    <a:pt x="11388" y="4437"/>
                    <a:pt x="11425" y="4400"/>
                    <a:pt x="11425" y="4326"/>
                  </a:cubicBezTo>
                  <a:cubicBezTo>
                    <a:pt x="11462" y="4252"/>
                    <a:pt x="11499" y="4215"/>
                    <a:pt x="11499" y="4104"/>
                  </a:cubicBezTo>
                  <a:cubicBezTo>
                    <a:pt x="11499" y="4030"/>
                    <a:pt x="11462" y="3920"/>
                    <a:pt x="11425" y="3846"/>
                  </a:cubicBezTo>
                  <a:cubicBezTo>
                    <a:pt x="11314" y="3735"/>
                    <a:pt x="11240" y="3698"/>
                    <a:pt x="11129" y="3698"/>
                  </a:cubicBezTo>
                  <a:cubicBezTo>
                    <a:pt x="11055" y="3661"/>
                    <a:pt x="10981" y="3661"/>
                    <a:pt x="10870" y="3661"/>
                  </a:cubicBezTo>
                  <a:lnTo>
                    <a:pt x="10648" y="3661"/>
                  </a:lnTo>
                  <a:cubicBezTo>
                    <a:pt x="10574" y="3698"/>
                    <a:pt x="10427" y="3698"/>
                    <a:pt x="10279" y="3698"/>
                  </a:cubicBezTo>
                  <a:cubicBezTo>
                    <a:pt x="9835" y="3698"/>
                    <a:pt x="9170" y="3661"/>
                    <a:pt x="8578" y="3587"/>
                  </a:cubicBezTo>
                  <a:cubicBezTo>
                    <a:pt x="8282" y="3550"/>
                    <a:pt x="7987" y="3513"/>
                    <a:pt x="7728" y="3476"/>
                  </a:cubicBezTo>
                  <a:cubicBezTo>
                    <a:pt x="7506" y="3402"/>
                    <a:pt x="7321" y="3365"/>
                    <a:pt x="7247" y="3291"/>
                  </a:cubicBezTo>
                  <a:cubicBezTo>
                    <a:pt x="6951" y="3143"/>
                    <a:pt x="6582" y="2700"/>
                    <a:pt x="6360" y="2367"/>
                  </a:cubicBezTo>
                  <a:cubicBezTo>
                    <a:pt x="6286" y="2256"/>
                    <a:pt x="6212" y="2219"/>
                    <a:pt x="6101" y="2145"/>
                  </a:cubicBezTo>
                  <a:cubicBezTo>
                    <a:pt x="5731" y="1886"/>
                    <a:pt x="5103" y="1553"/>
                    <a:pt x="4363" y="1221"/>
                  </a:cubicBezTo>
                  <a:cubicBezTo>
                    <a:pt x="3661" y="888"/>
                    <a:pt x="2885" y="555"/>
                    <a:pt x="2293" y="333"/>
                  </a:cubicBezTo>
                  <a:lnTo>
                    <a:pt x="2256" y="333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51"/>
            <p:cNvSpPr/>
            <p:nvPr/>
          </p:nvSpPr>
          <p:spPr>
            <a:xfrm>
              <a:off x="2816850" y="4909350"/>
              <a:ext cx="98000" cy="95225"/>
            </a:xfrm>
            <a:custGeom>
              <a:avLst/>
              <a:gdLst/>
              <a:ahLst/>
              <a:cxnLst/>
              <a:rect l="l" t="t" r="r" b="b"/>
              <a:pathLst>
                <a:path w="3920" h="3809" extrusionOk="0">
                  <a:moveTo>
                    <a:pt x="2404" y="1"/>
                  </a:moveTo>
                  <a:cubicBezTo>
                    <a:pt x="2404" y="1"/>
                    <a:pt x="1" y="2293"/>
                    <a:pt x="38" y="2552"/>
                  </a:cubicBezTo>
                  <a:cubicBezTo>
                    <a:pt x="75" y="3144"/>
                    <a:pt x="1442" y="3809"/>
                    <a:pt x="1442" y="3809"/>
                  </a:cubicBezTo>
                  <a:lnTo>
                    <a:pt x="3919" y="2367"/>
                  </a:lnTo>
                  <a:lnTo>
                    <a:pt x="3624" y="1258"/>
                  </a:lnTo>
                  <a:cubicBezTo>
                    <a:pt x="3217" y="260"/>
                    <a:pt x="2404" y="1"/>
                    <a:pt x="2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51"/>
            <p:cNvSpPr/>
            <p:nvPr/>
          </p:nvSpPr>
          <p:spPr>
            <a:xfrm>
              <a:off x="2809450" y="4901600"/>
              <a:ext cx="113725" cy="111000"/>
            </a:xfrm>
            <a:custGeom>
              <a:avLst/>
              <a:gdLst/>
              <a:ahLst/>
              <a:cxnLst/>
              <a:rect l="l" t="t" r="r" b="b"/>
              <a:pathLst>
                <a:path w="4549" h="4440" extrusionOk="0">
                  <a:moveTo>
                    <a:pt x="629" y="2751"/>
                  </a:moveTo>
                  <a:lnTo>
                    <a:pt x="614" y="2757"/>
                  </a:lnTo>
                  <a:lnTo>
                    <a:pt x="614" y="2757"/>
                  </a:lnTo>
                  <a:cubicBezTo>
                    <a:pt x="616" y="2753"/>
                    <a:pt x="621" y="2751"/>
                    <a:pt x="629" y="2751"/>
                  </a:cubicBezTo>
                  <a:close/>
                  <a:moveTo>
                    <a:pt x="2769" y="674"/>
                  </a:moveTo>
                  <a:lnTo>
                    <a:pt x="2769" y="674"/>
                  </a:lnTo>
                  <a:cubicBezTo>
                    <a:pt x="2840" y="710"/>
                    <a:pt x="2933" y="762"/>
                    <a:pt x="3032" y="829"/>
                  </a:cubicBezTo>
                  <a:cubicBezTo>
                    <a:pt x="3217" y="1013"/>
                    <a:pt x="3476" y="1272"/>
                    <a:pt x="3624" y="1679"/>
                  </a:cubicBezTo>
                  <a:lnTo>
                    <a:pt x="3846" y="2529"/>
                  </a:lnTo>
                  <a:lnTo>
                    <a:pt x="1733" y="3776"/>
                  </a:lnTo>
                  <a:lnTo>
                    <a:pt x="1733" y="3776"/>
                  </a:lnTo>
                  <a:cubicBezTo>
                    <a:pt x="1584" y="3694"/>
                    <a:pt x="1322" y="3562"/>
                    <a:pt x="1110" y="3380"/>
                  </a:cubicBezTo>
                  <a:cubicBezTo>
                    <a:pt x="962" y="3269"/>
                    <a:pt x="814" y="3158"/>
                    <a:pt x="740" y="3047"/>
                  </a:cubicBezTo>
                  <a:cubicBezTo>
                    <a:pt x="693" y="2999"/>
                    <a:pt x="660" y="2936"/>
                    <a:pt x="643" y="2887"/>
                  </a:cubicBezTo>
                  <a:lnTo>
                    <a:pt x="643" y="2887"/>
                  </a:lnTo>
                  <a:cubicBezTo>
                    <a:pt x="663" y="2849"/>
                    <a:pt x="704" y="2800"/>
                    <a:pt x="777" y="2751"/>
                  </a:cubicBezTo>
                  <a:cubicBezTo>
                    <a:pt x="1036" y="2418"/>
                    <a:pt x="1591" y="1864"/>
                    <a:pt x="2034" y="1383"/>
                  </a:cubicBezTo>
                  <a:cubicBezTo>
                    <a:pt x="2335" y="1082"/>
                    <a:pt x="2608" y="824"/>
                    <a:pt x="2769" y="674"/>
                  </a:cubicBezTo>
                  <a:close/>
                  <a:moveTo>
                    <a:pt x="2722" y="1"/>
                  </a:moveTo>
                  <a:cubicBezTo>
                    <a:pt x="2643" y="1"/>
                    <a:pt x="2569" y="35"/>
                    <a:pt x="2515" y="89"/>
                  </a:cubicBezTo>
                  <a:cubicBezTo>
                    <a:pt x="2515" y="89"/>
                    <a:pt x="1886" y="644"/>
                    <a:pt x="1295" y="1272"/>
                  </a:cubicBezTo>
                  <a:cubicBezTo>
                    <a:pt x="999" y="1568"/>
                    <a:pt x="703" y="1864"/>
                    <a:pt x="481" y="2123"/>
                  </a:cubicBezTo>
                  <a:cubicBezTo>
                    <a:pt x="334" y="2270"/>
                    <a:pt x="260" y="2381"/>
                    <a:pt x="186" y="2492"/>
                  </a:cubicBezTo>
                  <a:lnTo>
                    <a:pt x="75" y="2640"/>
                  </a:lnTo>
                  <a:cubicBezTo>
                    <a:pt x="38" y="2677"/>
                    <a:pt x="1" y="2714"/>
                    <a:pt x="1" y="2862"/>
                  </a:cubicBezTo>
                  <a:cubicBezTo>
                    <a:pt x="1" y="2862"/>
                    <a:pt x="1" y="2862"/>
                    <a:pt x="1" y="2862"/>
                  </a:cubicBezTo>
                  <a:lnTo>
                    <a:pt x="1" y="2862"/>
                  </a:lnTo>
                  <a:cubicBezTo>
                    <a:pt x="1" y="2882"/>
                    <a:pt x="4" y="2897"/>
                    <a:pt x="7" y="2907"/>
                  </a:cubicBezTo>
                  <a:lnTo>
                    <a:pt x="7" y="2907"/>
                  </a:lnTo>
                  <a:cubicBezTo>
                    <a:pt x="53" y="3177"/>
                    <a:pt x="193" y="3352"/>
                    <a:pt x="334" y="3527"/>
                  </a:cubicBezTo>
                  <a:cubicBezTo>
                    <a:pt x="555" y="3786"/>
                    <a:pt x="888" y="4008"/>
                    <a:pt x="1147" y="4156"/>
                  </a:cubicBezTo>
                  <a:cubicBezTo>
                    <a:pt x="1406" y="4304"/>
                    <a:pt x="1628" y="4415"/>
                    <a:pt x="1628" y="4415"/>
                  </a:cubicBezTo>
                  <a:cubicBezTo>
                    <a:pt x="1658" y="4430"/>
                    <a:pt x="1695" y="4439"/>
                    <a:pt x="1733" y="4439"/>
                  </a:cubicBezTo>
                  <a:cubicBezTo>
                    <a:pt x="1787" y="4439"/>
                    <a:pt x="1843" y="4421"/>
                    <a:pt x="1886" y="4378"/>
                  </a:cubicBezTo>
                  <a:lnTo>
                    <a:pt x="4363" y="2936"/>
                  </a:lnTo>
                  <a:cubicBezTo>
                    <a:pt x="4474" y="2862"/>
                    <a:pt x="4548" y="2714"/>
                    <a:pt x="4511" y="2566"/>
                  </a:cubicBezTo>
                  <a:lnTo>
                    <a:pt x="4215" y="1494"/>
                  </a:lnTo>
                  <a:lnTo>
                    <a:pt x="4179" y="1457"/>
                  </a:lnTo>
                  <a:cubicBezTo>
                    <a:pt x="3994" y="903"/>
                    <a:pt x="3624" y="533"/>
                    <a:pt x="3365" y="311"/>
                  </a:cubicBezTo>
                  <a:cubicBezTo>
                    <a:pt x="3069" y="89"/>
                    <a:pt x="2848" y="15"/>
                    <a:pt x="2811" y="15"/>
                  </a:cubicBezTo>
                  <a:cubicBezTo>
                    <a:pt x="2781" y="5"/>
                    <a:pt x="2751" y="1"/>
                    <a:pt x="2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51"/>
            <p:cNvSpPr/>
            <p:nvPr/>
          </p:nvSpPr>
          <p:spPr>
            <a:xfrm>
              <a:off x="1840825" y="3478600"/>
              <a:ext cx="636850" cy="232925"/>
            </a:xfrm>
            <a:custGeom>
              <a:avLst/>
              <a:gdLst/>
              <a:ahLst/>
              <a:cxnLst/>
              <a:rect l="l" t="t" r="r" b="b"/>
              <a:pathLst>
                <a:path w="25474" h="9317" extrusionOk="0">
                  <a:moveTo>
                    <a:pt x="22590" y="0"/>
                  </a:moveTo>
                  <a:cubicBezTo>
                    <a:pt x="21628" y="0"/>
                    <a:pt x="20187" y="333"/>
                    <a:pt x="20187" y="333"/>
                  </a:cubicBezTo>
                  <a:lnTo>
                    <a:pt x="17414" y="1442"/>
                  </a:lnTo>
                  <a:lnTo>
                    <a:pt x="1" y="4252"/>
                  </a:lnTo>
                  <a:lnTo>
                    <a:pt x="407" y="9317"/>
                  </a:lnTo>
                  <a:lnTo>
                    <a:pt x="17931" y="3623"/>
                  </a:lnTo>
                  <a:lnTo>
                    <a:pt x="23107" y="2071"/>
                  </a:lnTo>
                  <a:cubicBezTo>
                    <a:pt x="23107" y="2071"/>
                    <a:pt x="24327" y="2921"/>
                    <a:pt x="24845" y="3217"/>
                  </a:cubicBezTo>
                  <a:cubicBezTo>
                    <a:pt x="24954" y="3279"/>
                    <a:pt x="25044" y="3305"/>
                    <a:pt x="25120" y="3305"/>
                  </a:cubicBezTo>
                  <a:cubicBezTo>
                    <a:pt x="25404" y="3305"/>
                    <a:pt x="25473" y="2933"/>
                    <a:pt x="25473" y="2699"/>
                  </a:cubicBezTo>
                  <a:cubicBezTo>
                    <a:pt x="25473" y="2403"/>
                    <a:pt x="23514" y="0"/>
                    <a:pt x="225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51"/>
            <p:cNvSpPr/>
            <p:nvPr/>
          </p:nvSpPr>
          <p:spPr>
            <a:xfrm>
              <a:off x="1832500" y="3471200"/>
              <a:ext cx="652575" cy="248325"/>
            </a:xfrm>
            <a:custGeom>
              <a:avLst/>
              <a:gdLst/>
              <a:ahLst/>
              <a:cxnLst/>
              <a:rect l="l" t="t" r="r" b="b"/>
              <a:pathLst>
                <a:path w="26103" h="9933" extrusionOk="0">
                  <a:moveTo>
                    <a:pt x="22923" y="592"/>
                  </a:moveTo>
                  <a:cubicBezTo>
                    <a:pt x="22997" y="592"/>
                    <a:pt x="23292" y="703"/>
                    <a:pt x="23588" y="925"/>
                  </a:cubicBezTo>
                  <a:cubicBezTo>
                    <a:pt x="24032" y="1258"/>
                    <a:pt x="24512" y="1738"/>
                    <a:pt x="24919" y="2219"/>
                  </a:cubicBezTo>
                  <a:cubicBezTo>
                    <a:pt x="25104" y="2441"/>
                    <a:pt x="25252" y="2625"/>
                    <a:pt x="25363" y="2810"/>
                  </a:cubicBezTo>
                  <a:cubicBezTo>
                    <a:pt x="25437" y="2884"/>
                    <a:pt x="25474" y="2958"/>
                    <a:pt x="25474" y="2995"/>
                  </a:cubicBezTo>
                  <a:lnTo>
                    <a:pt x="25509" y="3031"/>
                  </a:lnTo>
                  <a:lnTo>
                    <a:pt x="25509" y="3031"/>
                  </a:lnTo>
                  <a:cubicBezTo>
                    <a:pt x="25503" y="3130"/>
                    <a:pt x="25474" y="3225"/>
                    <a:pt x="25474" y="3291"/>
                  </a:cubicBezTo>
                  <a:cubicBezTo>
                    <a:pt x="25474" y="3291"/>
                    <a:pt x="25437" y="3291"/>
                    <a:pt x="25363" y="3254"/>
                  </a:cubicBezTo>
                  <a:cubicBezTo>
                    <a:pt x="25104" y="3106"/>
                    <a:pt x="24660" y="2810"/>
                    <a:pt x="24291" y="2552"/>
                  </a:cubicBezTo>
                  <a:cubicBezTo>
                    <a:pt x="23921" y="2330"/>
                    <a:pt x="23588" y="2108"/>
                    <a:pt x="23588" y="2108"/>
                  </a:cubicBezTo>
                  <a:cubicBezTo>
                    <a:pt x="23536" y="2082"/>
                    <a:pt x="23484" y="2056"/>
                    <a:pt x="23418" y="2056"/>
                  </a:cubicBezTo>
                  <a:cubicBezTo>
                    <a:pt x="23391" y="2056"/>
                    <a:pt x="23362" y="2060"/>
                    <a:pt x="23329" y="2071"/>
                  </a:cubicBezTo>
                  <a:lnTo>
                    <a:pt x="18153" y="3624"/>
                  </a:lnTo>
                  <a:lnTo>
                    <a:pt x="1036" y="9206"/>
                  </a:lnTo>
                  <a:lnTo>
                    <a:pt x="666" y="4807"/>
                  </a:lnTo>
                  <a:lnTo>
                    <a:pt x="17784" y="2071"/>
                  </a:lnTo>
                  <a:lnTo>
                    <a:pt x="17858" y="2034"/>
                  </a:lnTo>
                  <a:lnTo>
                    <a:pt x="20589" y="905"/>
                  </a:lnTo>
                  <a:lnTo>
                    <a:pt x="20589" y="905"/>
                  </a:lnTo>
                  <a:lnTo>
                    <a:pt x="20594" y="925"/>
                  </a:lnTo>
                  <a:cubicBezTo>
                    <a:pt x="20594" y="925"/>
                    <a:pt x="20667" y="888"/>
                    <a:pt x="20815" y="851"/>
                  </a:cubicBezTo>
                  <a:cubicBezTo>
                    <a:pt x="21259" y="777"/>
                    <a:pt x="22257" y="592"/>
                    <a:pt x="22923" y="592"/>
                  </a:cubicBezTo>
                  <a:close/>
                  <a:moveTo>
                    <a:pt x="22923" y="1"/>
                  </a:moveTo>
                  <a:cubicBezTo>
                    <a:pt x="21924" y="1"/>
                    <a:pt x="20483" y="296"/>
                    <a:pt x="20446" y="296"/>
                  </a:cubicBezTo>
                  <a:lnTo>
                    <a:pt x="20409" y="333"/>
                  </a:lnTo>
                  <a:lnTo>
                    <a:pt x="17674" y="1449"/>
                  </a:lnTo>
                  <a:lnTo>
                    <a:pt x="17674" y="1449"/>
                  </a:lnTo>
                  <a:lnTo>
                    <a:pt x="17673" y="1442"/>
                  </a:lnTo>
                  <a:lnTo>
                    <a:pt x="297" y="4252"/>
                  </a:lnTo>
                  <a:cubicBezTo>
                    <a:pt x="112" y="4252"/>
                    <a:pt x="1" y="4400"/>
                    <a:pt x="38" y="4585"/>
                  </a:cubicBezTo>
                  <a:lnTo>
                    <a:pt x="445" y="9650"/>
                  </a:lnTo>
                  <a:cubicBezTo>
                    <a:pt x="445" y="9724"/>
                    <a:pt x="482" y="9835"/>
                    <a:pt x="592" y="9872"/>
                  </a:cubicBezTo>
                  <a:cubicBezTo>
                    <a:pt x="636" y="9915"/>
                    <a:pt x="679" y="9933"/>
                    <a:pt x="730" y="9933"/>
                  </a:cubicBezTo>
                  <a:cubicBezTo>
                    <a:pt x="766" y="9933"/>
                    <a:pt x="805" y="9924"/>
                    <a:pt x="851" y="9909"/>
                  </a:cubicBezTo>
                  <a:lnTo>
                    <a:pt x="18338" y="4215"/>
                  </a:lnTo>
                  <a:lnTo>
                    <a:pt x="23376" y="2704"/>
                  </a:lnTo>
                  <a:lnTo>
                    <a:pt x="23376" y="2704"/>
                  </a:lnTo>
                  <a:cubicBezTo>
                    <a:pt x="23704" y="2916"/>
                    <a:pt x="24610" y="3502"/>
                    <a:pt x="25030" y="3772"/>
                  </a:cubicBezTo>
                  <a:cubicBezTo>
                    <a:pt x="25178" y="3846"/>
                    <a:pt x="25326" y="3919"/>
                    <a:pt x="25474" y="3919"/>
                  </a:cubicBezTo>
                  <a:cubicBezTo>
                    <a:pt x="25622" y="3919"/>
                    <a:pt x="25732" y="3846"/>
                    <a:pt x="25843" y="3772"/>
                  </a:cubicBezTo>
                  <a:cubicBezTo>
                    <a:pt x="25991" y="3661"/>
                    <a:pt x="26028" y="3513"/>
                    <a:pt x="26065" y="3365"/>
                  </a:cubicBezTo>
                  <a:cubicBezTo>
                    <a:pt x="26102" y="3217"/>
                    <a:pt x="26102" y="3106"/>
                    <a:pt x="26102" y="2995"/>
                  </a:cubicBezTo>
                  <a:cubicBezTo>
                    <a:pt x="26102" y="2884"/>
                    <a:pt x="26102" y="2847"/>
                    <a:pt x="26065" y="2773"/>
                  </a:cubicBezTo>
                  <a:cubicBezTo>
                    <a:pt x="25991" y="2589"/>
                    <a:pt x="25843" y="2367"/>
                    <a:pt x="25622" y="2108"/>
                  </a:cubicBezTo>
                  <a:cubicBezTo>
                    <a:pt x="25289" y="1664"/>
                    <a:pt x="24808" y="1184"/>
                    <a:pt x="24365" y="777"/>
                  </a:cubicBezTo>
                  <a:cubicBezTo>
                    <a:pt x="24106" y="555"/>
                    <a:pt x="23884" y="370"/>
                    <a:pt x="23625" y="222"/>
                  </a:cubicBezTo>
                  <a:cubicBezTo>
                    <a:pt x="23403" y="111"/>
                    <a:pt x="23181" y="1"/>
                    <a:pt x="22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51"/>
            <p:cNvSpPr/>
            <p:nvPr/>
          </p:nvSpPr>
          <p:spPr>
            <a:xfrm>
              <a:off x="2303875" y="3514650"/>
              <a:ext cx="171025" cy="49925"/>
            </a:xfrm>
            <a:custGeom>
              <a:avLst/>
              <a:gdLst/>
              <a:ahLst/>
              <a:cxnLst/>
              <a:rect l="l" t="t" r="r" b="b"/>
              <a:pathLst>
                <a:path w="6841" h="1997" extrusionOk="0">
                  <a:moveTo>
                    <a:pt x="1665" y="0"/>
                  </a:moveTo>
                  <a:lnTo>
                    <a:pt x="1" y="1997"/>
                  </a:lnTo>
                  <a:cubicBezTo>
                    <a:pt x="1" y="1997"/>
                    <a:pt x="334" y="1997"/>
                    <a:pt x="1665" y="1886"/>
                  </a:cubicBezTo>
                  <a:cubicBezTo>
                    <a:pt x="3033" y="1775"/>
                    <a:pt x="3735" y="1146"/>
                    <a:pt x="3735" y="1146"/>
                  </a:cubicBezTo>
                  <a:cubicBezTo>
                    <a:pt x="3735" y="1146"/>
                    <a:pt x="4992" y="1257"/>
                    <a:pt x="5916" y="1257"/>
                  </a:cubicBezTo>
                  <a:cubicBezTo>
                    <a:pt x="6840" y="1257"/>
                    <a:pt x="6545" y="444"/>
                    <a:pt x="5805" y="333"/>
                  </a:cubicBezTo>
                  <a:cubicBezTo>
                    <a:pt x="5103" y="222"/>
                    <a:pt x="1665" y="0"/>
                    <a:pt x="1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51"/>
            <p:cNvSpPr/>
            <p:nvPr/>
          </p:nvSpPr>
          <p:spPr>
            <a:xfrm>
              <a:off x="2296500" y="3507250"/>
              <a:ext cx="177475" cy="64725"/>
            </a:xfrm>
            <a:custGeom>
              <a:avLst/>
              <a:gdLst/>
              <a:ahLst/>
              <a:cxnLst/>
              <a:rect l="l" t="t" r="r" b="b"/>
              <a:pathLst>
                <a:path w="7099" h="2589" extrusionOk="0">
                  <a:moveTo>
                    <a:pt x="1997" y="0"/>
                  </a:moveTo>
                  <a:cubicBezTo>
                    <a:pt x="1812" y="0"/>
                    <a:pt x="1664" y="111"/>
                    <a:pt x="1664" y="296"/>
                  </a:cubicBezTo>
                  <a:cubicBezTo>
                    <a:pt x="1664" y="444"/>
                    <a:pt x="1775" y="592"/>
                    <a:pt x="1960" y="629"/>
                  </a:cubicBezTo>
                  <a:cubicBezTo>
                    <a:pt x="1960" y="629"/>
                    <a:pt x="2810" y="666"/>
                    <a:pt x="3734" y="740"/>
                  </a:cubicBezTo>
                  <a:cubicBezTo>
                    <a:pt x="4695" y="814"/>
                    <a:pt x="5731" y="888"/>
                    <a:pt x="6063" y="925"/>
                  </a:cubicBezTo>
                  <a:cubicBezTo>
                    <a:pt x="6211" y="962"/>
                    <a:pt x="6322" y="999"/>
                    <a:pt x="6396" y="1073"/>
                  </a:cubicBezTo>
                  <a:lnTo>
                    <a:pt x="6470" y="1147"/>
                  </a:lnTo>
                  <a:lnTo>
                    <a:pt x="6470" y="1183"/>
                  </a:lnTo>
                  <a:cubicBezTo>
                    <a:pt x="6470" y="1220"/>
                    <a:pt x="6359" y="1257"/>
                    <a:pt x="6211" y="1257"/>
                  </a:cubicBezTo>
                  <a:cubicBezTo>
                    <a:pt x="5768" y="1257"/>
                    <a:pt x="5213" y="1220"/>
                    <a:pt x="4806" y="1183"/>
                  </a:cubicBezTo>
                  <a:cubicBezTo>
                    <a:pt x="4363" y="1183"/>
                    <a:pt x="4067" y="1147"/>
                    <a:pt x="4067" y="1147"/>
                  </a:cubicBezTo>
                  <a:cubicBezTo>
                    <a:pt x="3993" y="1147"/>
                    <a:pt x="3882" y="1147"/>
                    <a:pt x="3845" y="1220"/>
                  </a:cubicBezTo>
                  <a:cubicBezTo>
                    <a:pt x="3808" y="1220"/>
                    <a:pt x="3180" y="1775"/>
                    <a:pt x="1960" y="1849"/>
                  </a:cubicBezTo>
                  <a:cubicBezTo>
                    <a:pt x="1257" y="1923"/>
                    <a:pt x="850" y="1960"/>
                    <a:pt x="629" y="1960"/>
                  </a:cubicBezTo>
                  <a:lnTo>
                    <a:pt x="296" y="1960"/>
                  </a:lnTo>
                  <a:cubicBezTo>
                    <a:pt x="148" y="1960"/>
                    <a:pt x="0" y="2108"/>
                    <a:pt x="0" y="2293"/>
                  </a:cubicBezTo>
                  <a:cubicBezTo>
                    <a:pt x="0" y="2440"/>
                    <a:pt x="148" y="2588"/>
                    <a:pt x="296" y="2588"/>
                  </a:cubicBezTo>
                  <a:cubicBezTo>
                    <a:pt x="333" y="2588"/>
                    <a:pt x="629" y="2588"/>
                    <a:pt x="1997" y="2477"/>
                  </a:cubicBezTo>
                  <a:cubicBezTo>
                    <a:pt x="3158" y="2388"/>
                    <a:pt x="3888" y="1939"/>
                    <a:pt x="4147" y="1748"/>
                  </a:cubicBezTo>
                  <a:lnTo>
                    <a:pt x="4147" y="1748"/>
                  </a:lnTo>
                  <a:cubicBezTo>
                    <a:pt x="4475" y="1775"/>
                    <a:pt x="5429" y="1849"/>
                    <a:pt x="6211" y="1849"/>
                  </a:cubicBezTo>
                  <a:cubicBezTo>
                    <a:pt x="6470" y="1849"/>
                    <a:pt x="6655" y="1812"/>
                    <a:pt x="6840" y="1701"/>
                  </a:cubicBezTo>
                  <a:cubicBezTo>
                    <a:pt x="6988" y="1590"/>
                    <a:pt x="7099" y="1405"/>
                    <a:pt x="7099" y="1220"/>
                  </a:cubicBezTo>
                  <a:cubicBezTo>
                    <a:pt x="7099" y="962"/>
                    <a:pt x="6988" y="777"/>
                    <a:pt x="6803" y="629"/>
                  </a:cubicBezTo>
                  <a:cubicBezTo>
                    <a:pt x="6655" y="481"/>
                    <a:pt x="6433" y="370"/>
                    <a:pt x="6137" y="296"/>
                  </a:cubicBezTo>
                  <a:cubicBezTo>
                    <a:pt x="5768" y="259"/>
                    <a:pt x="4732" y="185"/>
                    <a:pt x="3771" y="111"/>
                  </a:cubicBezTo>
                  <a:cubicBezTo>
                    <a:pt x="2847" y="37"/>
                    <a:pt x="1997" y="0"/>
                    <a:pt x="1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51"/>
            <p:cNvSpPr/>
            <p:nvPr/>
          </p:nvSpPr>
          <p:spPr>
            <a:xfrm>
              <a:off x="1536750" y="3107250"/>
              <a:ext cx="905800" cy="1073350"/>
            </a:xfrm>
            <a:custGeom>
              <a:avLst/>
              <a:gdLst/>
              <a:ahLst/>
              <a:cxnLst/>
              <a:rect l="l" t="t" r="r" b="b"/>
              <a:pathLst>
                <a:path w="36232" h="42934" extrusionOk="0">
                  <a:moveTo>
                    <a:pt x="12856" y="1"/>
                  </a:moveTo>
                  <a:cubicBezTo>
                    <a:pt x="7710" y="1"/>
                    <a:pt x="4615" y="2378"/>
                    <a:pt x="4215" y="7090"/>
                  </a:cubicBezTo>
                  <a:cubicBezTo>
                    <a:pt x="3734" y="12784"/>
                    <a:pt x="2921" y="20881"/>
                    <a:pt x="2440" y="25095"/>
                  </a:cubicBezTo>
                  <a:cubicBezTo>
                    <a:pt x="1923" y="29310"/>
                    <a:pt x="0" y="30419"/>
                    <a:pt x="333" y="34819"/>
                  </a:cubicBezTo>
                  <a:cubicBezTo>
                    <a:pt x="629" y="39181"/>
                    <a:pt x="3069" y="42434"/>
                    <a:pt x="7284" y="42730"/>
                  </a:cubicBezTo>
                  <a:cubicBezTo>
                    <a:pt x="9090" y="42873"/>
                    <a:pt x="10563" y="42934"/>
                    <a:pt x="12094" y="42934"/>
                  </a:cubicBezTo>
                  <a:cubicBezTo>
                    <a:pt x="14135" y="42934"/>
                    <a:pt x="16278" y="42825"/>
                    <a:pt x="19447" y="42656"/>
                  </a:cubicBezTo>
                  <a:cubicBezTo>
                    <a:pt x="24105" y="42398"/>
                    <a:pt x="33754" y="41362"/>
                    <a:pt x="33754" y="41362"/>
                  </a:cubicBezTo>
                  <a:cubicBezTo>
                    <a:pt x="33754" y="41362"/>
                    <a:pt x="35455" y="37591"/>
                    <a:pt x="35603" y="35817"/>
                  </a:cubicBezTo>
                  <a:cubicBezTo>
                    <a:pt x="35751" y="34042"/>
                    <a:pt x="36232" y="28681"/>
                    <a:pt x="35270" y="28681"/>
                  </a:cubicBezTo>
                  <a:cubicBezTo>
                    <a:pt x="34309" y="28681"/>
                    <a:pt x="15713" y="29606"/>
                    <a:pt x="15713" y="29606"/>
                  </a:cubicBezTo>
                  <a:lnTo>
                    <a:pt x="16859" y="22507"/>
                  </a:lnTo>
                  <a:cubicBezTo>
                    <a:pt x="16859" y="22507"/>
                    <a:pt x="20741" y="19882"/>
                    <a:pt x="21074" y="18293"/>
                  </a:cubicBezTo>
                  <a:cubicBezTo>
                    <a:pt x="21369" y="16666"/>
                    <a:pt x="21221" y="9678"/>
                    <a:pt x="20408" y="5944"/>
                  </a:cubicBezTo>
                  <a:cubicBezTo>
                    <a:pt x="19595" y="2247"/>
                    <a:pt x="16193" y="288"/>
                    <a:pt x="16193" y="288"/>
                  </a:cubicBezTo>
                  <a:cubicBezTo>
                    <a:pt x="15002" y="97"/>
                    <a:pt x="13888" y="1"/>
                    <a:pt x="128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51"/>
            <p:cNvSpPr/>
            <p:nvPr/>
          </p:nvSpPr>
          <p:spPr>
            <a:xfrm>
              <a:off x="1535825" y="3099650"/>
              <a:ext cx="904875" cy="1088800"/>
            </a:xfrm>
            <a:custGeom>
              <a:avLst/>
              <a:gdLst/>
              <a:ahLst/>
              <a:cxnLst/>
              <a:rect l="l" t="t" r="r" b="b"/>
              <a:pathLst>
                <a:path w="36195" h="43552" extrusionOk="0">
                  <a:moveTo>
                    <a:pt x="12940" y="629"/>
                  </a:moveTo>
                  <a:cubicBezTo>
                    <a:pt x="13914" y="629"/>
                    <a:pt x="14958" y="699"/>
                    <a:pt x="16106" y="874"/>
                  </a:cubicBezTo>
                  <a:lnTo>
                    <a:pt x="16106" y="874"/>
                  </a:lnTo>
                  <a:lnTo>
                    <a:pt x="16120" y="888"/>
                  </a:lnTo>
                  <a:cubicBezTo>
                    <a:pt x="16267" y="999"/>
                    <a:pt x="17118" y="1516"/>
                    <a:pt x="18005" y="2440"/>
                  </a:cubicBezTo>
                  <a:cubicBezTo>
                    <a:pt x="18855" y="3365"/>
                    <a:pt x="19780" y="4659"/>
                    <a:pt x="20149" y="6322"/>
                  </a:cubicBezTo>
                  <a:cubicBezTo>
                    <a:pt x="20704" y="8836"/>
                    <a:pt x="20926" y="12903"/>
                    <a:pt x="20926" y="15713"/>
                  </a:cubicBezTo>
                  <a:cubicBezTo>
                    <a:pt x="20926" y="17007"/>
                    <a:pt x="20889" y="18042"/>
                    <a:pt x="20778" y="18523"/>
                  </a:cubicBezTo>
                  <a:cubicBezTo>
                    <a:pt x="20741" y="18818"/>
                    <a:pt x="20445" y="19262"/>
                    <a:pt x="20075" y="19706"/>
                  </a:cubicBezTo>
                  <a:cubicBezTo>
                    <a:pt x="19484" y="20408"/>
                    <a:pt x="18634" y="21111"/>
                    <a:pt x="17931" y="21628"/>
                  </a:cubicBezTo>
                  <a:cubicBezTo>
                    <a:pt x="17598" y="21924"/>
                    <a:pt x="17303" y="22146"/>
                    <a:pt x="17081" y="22294"/>
                  </a:cubicBezTo>
                  <a:cubicBezTo>
                    <a:pt x="16859" y="22442"/>
                    <a:pt x="16711" y="22552"/>
                    <a:pt x="16711" y="22552"/>
                  </a:cubicBezTo>
                  <a:cubicBezTo>
                    <a:pt x="16637" y="22589"/>
                    <a:pt x="16600" y="22663"/>
                    <a:pt x="16563" y="22737"/>
                  </a:cubicBezTo>
                  <a:lnTo>
                    <a:pt x="15454" y="29873"/>
                  </a:lnTo>
                  <a:cubicBezTo>
                    <a:pt x="15417" y="29984"/>
                    <a:pt x="15454" y="30058"/>
                    <a:pt x="15528" y="30131"/>
                  </a:cubicBezTo>
                  <a:cubicBezTo>
                    <a:pt x="15565" y="30205"/>
                    <a:pt x="15676" y="30242"/>
                    <a:pt x="15750" y="30242"/>
                  </a:cubicBezTo>
                  <a:cubicBezTo>
                    <a:pt x="15750" y="30242"/>
                    <a:pt x="16933" y="30168"/>
                    <a:pt x="18671" y="30094"/>
                  </a:cubicBezTo>
                  <a:cubicBezTo>
                    <a:pt x="21332" y="29947"/>
                    <a:pt x="25288" y="29762"/>
                    <a:pt x="28727" y="29614"/>
                  </a:cubicBezTo>
                  <a:cubicBezTo>
                    <a:pt x="30427" y="29503"/>
                    <a:pt x="31980" y="29429"/>
                    <a:pt x="33163" y="29392"/>
                  </a:cubicBezTo>
                  <a:cubicBezTo>
                    <a:pt x="34280" y="29357"/>
                    <a:pt x="35068" y="29322"/>
                    <a:pt x="35276" y="29318"/>
                  </a:cubicBezTo>
                  <a:lnTo>
                    <a:pt x="35276" y="29318"/>
                  </a:lnTo>
                  <a:cubicBezTo>
                    <a:pt x="35311" y="29322"/>
                    <a:pt x="35346" y="29361"/>
                    <a:pt x="35381" y="29466"/>
                  </a:cubicBezTo>
                  <a:cubicBezTo>
                    <a:pt x="35455" y="29651"/>
                    <a:pt x="35529" y="29984"/>
                    <a:pt x="35529" y="30316"/>
                  </a:cubicBezTo>
                  <a:cubicBezTo>
                    <a:pt x="35566" y="30686"/>
                    <a:pt x="35603" y="31130"/>
                    <a:pt x="35603" y="31573"/>
                  </a:cubicBezTo>
                  <a:cubicBezTo>
                    <a:pt x="35603" y="33200"/>
                    <a:pt x="35418" y="35159"/>
                    <a:pt x="35344" y="36121"/>
                  </a:cubicBezTo>
                  <a:cubicBezTo>
                    <a:pt x="35270" y="36934"/>
                    <a:pt x="34790" y="38302"/>
                    <a:pt x="34383" y="39448"/>
                  </a:cubicBezTo>
                  <a:cubicBezTo>
                    <a:pt x="34161" y="40040"/>
                    <a:pt x="33939" y="40557"/>
                    <a:pt x="33755" y="40927"/>
                  </a:cubicBezTo>
                  <a:cubicBezTo>
                    <a:pt x="33681" y="41129"/>
                    <a:pt x="33617" y="41286"/>
                    <a:pt x="33570" y="41392"/>
                  </a:cubicBezTo>
                  <a:lnTo>
                    <a:pt x="33570" y="41392"/>
                  </a:lnTo>
                  <a:cubicBezTo>
                    <a:pt x="33323" y="41419"/>
                    <a:pt x="32836" y="41469"/>
                    <a:pt x="32165" y="41518"/>
                  </a:cubicBezTo>
                  <a:cubicBezTo>
                    <a:pt x="29244" y="41851"/>
                    <a:pt x="22959" y="42443"/>
                    <a:pt x="19484" y="42628"/>
                  </a:cubicBezTo>
                  <a:cubicBezTo>
                    <a:pt x="16230" y="42812"/>
                    <a:pt x="14049" y="42923"/>
                    <a:pt x="11979" y="42923"/>
                  </a:cubicBezTo>
                  <a:cubicBezTo>
                    <a:pt x="10500" y="42923"/>
                    <a:pt x="9095" y="42886"/>
                    <a:pt x="7358" y="42738"/>
                  </a:cubicBezTo>
                  <a:cubicBezTo>
                    <a:pt x="5324" y="42591"/>
                    <a:pt x="3734" y="41740"/>
                    <a:pt x="2625" y="40409"/>
                  </a:cubicBezTo>
                  <a:cubicBezTo>
                    <a:pt x="1479" y="39078"/>
                    <a:pt x="814" y="37230"/>
                    <a:pt x="666" y="35086"/>
                  </a:cubicBezTo>
                  <a:cubicBezTo>
                    <a:pt x="629" y="34753"/>
                    <a:pt x="629" y="34457"/>
                    <a:pt x="629" y="34161"/>
                  </a:cubicBezTo>
                  <a:cubicBezTo>
                    <a:pt x="629" y="32387"/>
                    <a:pt x="1036" y="31241"/>
                    <a:pt x="1516" y="29984"/>
                  </a:cubicBezTo>
                  <a:cubicBezTo>
                    <a:pt x="1997" y="28727"/>
                    <a:pt x="2551" y="27396"/>
                    <a:pt x="2773" y="25436"/>
                  </a:cubicBezTo>
                  <a:cubicBezTo>
                    <a:pt x="3254" y="21222"/>
                    <a:pt x="4067" y="13088"/>
                    <a:pt x="4548" y="7431"/>
                  </a:cubicBezTo>
                  <a:cubicBezTo>
                    <a:pt x="4733" y="5102"/>
                    <a:pt x="5583" y="3439"/>
                    <a:pt x="6988" y="2329"/>
                  </a:cubicBezTo>
                  <a:cubicBezTo>
                    <a:pt x="8393" y="1183"/>
                    <a:pt x="10389" y="629"/>
                    <a:pt x="12940" y="629"/>
                  </a:cubicBezTo>
                  <a:close/>
                  <a:moveTo>
                    <a:pt x="12940" y="0"/>
                  </a:moveTo>
                  <a:cubicBezTo>
                    <a:pt x="10315" y="0"/>
                    <a:pt x="8171" y="592"/>
                    <a:pt x="6618" y="1849"/>
                  </a:cubicBezTo>
                  <a:cubicBezTo>
                    <a:pt x="5065" y="3069"/>
                    <a:pt x="4141" y="4954"/>
                    <a:pt x="3919" y="7358"/>
                  </a:cubicBezTo>
                  <a:cubicBezTo>
                    <a:pt x="3439" y="13051"/>
                    <a:pt x="2625" y="21148"/>
                    <a:pt x="2145" y="25362"/>
                  </a:cubicBezTo>
                  <a:cubicBezTo>
                    <a:pt x="1923" y="27248"/>
                    <a:pt x="1405" y="28505"/>
                    <a:pt x="925" y="29762"/>
                  </a:cubicBezTo>
                  <a:cubicBezTo>
                    <a:pt x="444" y="31019"/>
                    <a:pt x="0" y="32313"/>
                    <a:pt x="0" y="34161"/>
                  </a:cubicBezTo>
                  <a:cubicBezTo>
                    <a:pt x="0" y="34457"/>
                    <a:pt x="37" y="34790"/>
                    <a:pt x="37" y="35123"/>
                  </a:cubicBezTo>
                  <a:cubicBezTo>
                    <a:pt x="222" y="37378"/>
                    <a:pt x="925" y="39337"/>
                    <a:pt x="2145" y="40779"/>
                  </a:cubicBezTo>
                  <a:cubicBezTo>
                    <a:pt x="3365" y="42258"/>
                    <a:pt x="5102" y="43182"/>
                    <a:pt x="7284" y="43367"/>
                  </a:cubicBezTo>
                  <a:cubicBezTo>
                    <a:pt x="9058" y="43478"/>
                    <a:pt x="10500" y="43552"/>
                    <a:pt x="11979" y="43552"/>
                  </a:cubicBezTo>
                  <a:cubicBezTo>
                    <a:pt x="14086" y="43552"/>
                    <a:pt x="16267" y="43441"/>
                    <a:pt x="19521" y="43256"/>
                  </a:cubicBezTo>
                  <a:cubicBezTo>
                    <a:pt x="24179" y="42997"/>
                    <a:pt x="33828" y="41999"/>
                    <a:pt x="33828" y="41999"/>
                  </a:cubicBezTo>
                  <a:cubicBezTo>
                    <a:pt x="33939" y="41962"/>
                    <a:pt x="34013" y="41888"/>
                    <a:pt x="34087" y="41814"/>
                  </a:cubicBezTo>
                  <a:cubicBezTo>
                    <a:pt x="34087" y="41814"/>
                    <a:pt x="34494" y="40853"/>
                    <a:pt x="34938" y="39670"/>
                  </a:cubicBezTo>
                  <a:cubicBezTo>
                    <a:pt x="35381" y="38487"/>
                    <a:pt x="35862" y="37119"/>
                    <a:pt x="35936" y="36158"/>
                  </a:cubicBezTo>
                  <a:cubicBezTo>
                    <a:pt x="36047" y="35196"/>
                    <a:pt x="36195" y="33237"/>
                    <a:pt x="36195" y="31573"/>
                  </a:cubicBezTo>
                  <a:cubicBezTo>
                    <a:pt x="36195" y="30871"/>
                    <a:pt x="36195" y="30205"/>
                    <a:pt x="36084" y="29688"/>
                  </a:cubicBezTo>
                  <a:cubicBezTo>
                    <a:pt x="36047" y="29466"/>
                    <a:pt x="35973" y="29244"/>
                    <a:pt x="35862" y="29059"/>
                  </a:cubicBezTo>
                  <a:cubicBezTo>
                    <a:pt x="35825" y="28948"/>
                    <a:pt x="35751" y="28874"/>
                    <a:pt x="35640" y="28801"/>
                  </a:cubicBezTo>
                  <a:cubicBezTo>
                    <a:pt x="35566" y="28727"/>
                    <a:pt x="35455" y="28690"/>
                    <a:pt x="35307" y="28690"/>
                  </a:cubicBezTo>
                  <a:cubicBezTo>
                    <a:pt x="35048" y="28690"/>
                    <a:pt x="33718" y="28764"/>
                    <a:pt x="31832" y="28837"/>
                  </a:cubicBezTo>
                  <a:cubicBezTo>
                    <a:pt x="26798" y="29068"/>
                    <a:pt x="17985" y="29503"/>
                    <a:pt x="16108" y="29596"/>
                  </a:cubicBezTo>
                  <a:lnTo>
                    <a:pt x="16108" y="29596"/>
                  </a:lnTo>
                  <a:lnTo>
                    <a:pt x="17176" y="22948"/>
                  </a:lnTo>
                  <a:lnTo>
                    <a:pt x="17176" y="22948"/>
                  </a:lnTo>
                  <a:cubicBezTo>
                    <a:pt x="17480" y="22747"/>
                    <a:pt x="18267" y="22211"/>
                    <a:pt x="19077" y="21517"/>
                  </a:cubicBezTo>
                  <a:cubicBezTo>
                    <a:pt x="19595" y="21111"/>
                    <a:pt x="20112" y="20630"/>
                    <a:pt x="20519" y="20112"/>
                  </a:cubicBezTo>
                  <a:cubicBezTo>
                    <a:pt x="20963" y="19632"/>
                    <a:pt x="21295" y="19151"/>
                    <a:pt x="21406" y="18634"/>
                  </a:cubicBezTo>
                  <a:cubicBezTo>
                    <a:pt x="21517" y="18079"/>
                    <a:pt x="21554" y="17044"/>
                    <a:pt x="21554" y="15713"/>
                  </a:cubicBezTo>
                  <a:cubicBezTo>
                    <a:pt x="21554" y="12866"/>
                    <a:pt x="21295" y="8799"/>
                    <a:pt x="20741" y="6211"/>
                  </a:cubicBezTo>
                  <a:cubicBezTo>
                    <a:pt x="20334" y="4252"/>
                    <a:pt x="19225" y="2810"/>
                    <a:pt x="18264" y="1812"/>
                  </a:cubicBezTo>
                  <a:cubicBezTo>
                    <a:pt x="17266" y="851"/>
                    <a:pt x="16415" y="333"/>
                    <a:pt x="16378" y="333"/>
                  </a:cubicBezTo>
                  <a:lnTo>
                    <a:pt x="16267" y="296"/>
                  </a:lnTo>
                  <a:cubicBezTo>
                    <a:pt x="15084" y="111"/>
                    <a:pt x="13975" y="0"/>
                    <a:pt x="1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51"/>
            <p:cNvSpPr/>
            <p:nvPr/>
          </p:nvSpPr>
          <p:spPr>
            <a:xfrm>
              <a:off x="2022900" y="2863875"/>
              <a:ext cx="279150" cy="311575"/>
            </a:xfrm>
            <a:custGeom>
              <a:avLst/>
              <a:gdLst/>
              <a:ahLst/>
              <a:cxnLst/>
              <a:rect l="l" t="t" r="r" b="b"/>
              <a:pathLst>
                <a:path w="11166" h="12463" extrusionOk="0">
                  <a:moveTo>
                    <a:pt x="8878" y="1"/>
                  </a:moveTo>
                  <a:cubicBezTo>
                    <a:pt x="8592" y="1"/>
                    <a:pt x="8271" y="46"/>
                    <a:pt x="7913" y="152"/>
                  </a:cubicBezTo>
                  <a:cubicBezTo>
                    <a:pt x="5177" y="965"/>
                    <a:pt x="1" y="8396"/>
                    <a:pt x="1" y="8396"/>
                  </a:cubicBezTo>
                  <a:cubicBezTo>
                    <a:pt x="1" y="8396"/>
                    <a:pt x="1775" y="12463"/>
                    <a:pt x="2737" y="12463"/>
                  </a:cubicBezTo>
                  <a:cubicBezTo>
                    <a:pt x="3735" y="12463"/>
                    <a:pt x="7765" y="10836"/>
                    <a:pt x="9244" y="8248"/>
                  </a:cubicBezTo>
                  <a:cubicBezTo>
                    <a:pt x="10685" y="5660"/>
                    <a:pt x="11166" y="2074"/>
                    <a:pt x="11166" y="2074"/>
                  </a:cubicBezTo>
                  <a:cubicBezTo>
                    <a:pt x="11166" y="2074"/>
                    <a:pt x="10802" y="1"/>
                    <a:pt x="88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51"/>
            <p:cNvSpPr/>
            <p:nvPr/>
          </p:nvSpPr>
          <p:spPr>
            <a:xfrm>
              <a:off x="2014600" y="2855650"/>
              <a:ext cx="294850" cy="327200"/>
            </a:xfrm>
            <a:custGeom>
              <a:avLst/>
              <a:gdLst/>
              <a:ahLst/>
              <a:cxnLst/>
              <a:rect l="l" t="t" r="r" b="b"/>
              <a:pathLst>
                <a:path w="11794" h="13088" extrusionOk="0">
                  <a:moveTo>
                    <a:pt x="9206" y="629"/>
                  </a:moveTo>
                  <a:cubicBezTo>
                    <a:pt x="9649" y="629"/>
                    <a:pt x="9945" y="739"/>
                    <a:pt x="10204" y="924"/>
                  </a:cubicBezTo>
                  <a:cubicBezTo>
                    <a:pt x="10611" y="1146"/>
                    <a:pt x="10869" y="1553"/>
                    <a:pt x="11017" y="1886"/>
                  </a:cubicBezTo>
                  <a:cubicBezTo>
                    <a:pt x="11091" y="2033"/>
                    <a:pt x="11128" y="2181"/>
                    <a:pt x="11165" y="2292"/>
                  </a:cubicBezTo>
                  <a:lnTo>
                    <a:pt x="11197" y="2418"/>
                  </a:lnTo>
                  <a:lnTo>
                    <a:pt x="11197" y="2418"/>
                  </a:lnTo>
                  <a:cubicBezTo>
                    <a:pt x="11192" y="2445"/>
                    <a:pt x="11183" y="2479"/>
                    <a:pt x="11165" y="2514"/>
                  </a:cubicBezTo>
                  <a:cubicBezTo>
                    <a:pt x="11054" y="3217"/>
                    <a:pt x="10537" y="6211"/>
                    <a:pt x="9280" y="8429"/>
                  </a:cubicBezTo>
                  <a:cubicBezTo>
                    <a:pt x="8614" y="9649"/>
                    <a:pt x="7283" y="10685"/>
                    <a:pt x="5989" y="11387"/>
                  </a:cubicBezTo>
                  <a:cubicBezTo>
                    <a:pt x="5361" y="11757"/>
                    <a:pt x="4695" y="12016"/>
                    <a:pt x="4178" y="12200"/>
                  </a:cubicBezTo>
                  <a:cubicBezTo>
                    <a:pt x="3660" y="12385"/>
                    <a:pt x="3254" y="12496"/>
                    <a:pt x="3069" y="12496"/>
                  </a:cubicBezTo>
                  <a:cubicBezTo>
                    <a:pt x="3069" y="12496"/>
                    <a:pt x="2995" y="12459"/>
                    <a:pt x="2884" y="12385"/>
                  </a:cubicBezTo>
                  <a:cubicBezTo>
                    <a:pt x="2662" y="12200"/>
                    <a:pt x="2403" y="11905"/>
                    <a:pt x="2144" y="11498"/>
                  </a:cubicBezTo>
                  <a:cubicBezTo>
                    <a:pt x="1775" y="10943"/>
                    <a:pt x="1368" y="10204"/>
                    <a:pt x="1072" y="9612"/>
                  </a:cubicBezTo>
                  <a:cubicBezTo>
                    <a:pt x="924" y="9317"/>
                    <a:pt x="813" y="9095"/>
                    <a:pt x="740" y="8910"/>
                  </a:cubicBezTo>
                  <a:cubicBezTo>
                    <a:pt x="719" y="8860"/>
                    <a:pt x="699" y="8815"/>
                    <a:pt x="681" y="8776"/>
                  </a:cubicBezTo>
                  <a:lnTo>
                    <a:pt x="681" y="8776"/>
                  </a:lnTo>
                  <a:cubicBezTo>
                    <a:pt x="715" y="8725"/>
                    <a:pt x="759" y="8659"/>
                    <a:pt x="813" y="8577"/>
                  </a:cubicBezTo>
                  <a:cubicBezTo>
                    <a:pt x="1294" y="7875"/>
                    <a:pt x="2625" y="6063"/>
                    <a:pt x="4104" y="4363"/>
                  </a:cubicBezTo>
                  <a:cubicBezTo>
                    <a:pt x="4880" y="3512"/>
                    <a:pt x="5657" y="2699"/>
                    <a:pt x="6396" y="2033"/>
                  </a:cubicBezTo>
                  <a:cubicBezTo>
                    <a:pt x="7135" y="1405"/>
                    <a:pt x="7838" y="924"/>
                    <a:pt x="8355" y="776"/>
                  </a:cubicBezTo>
                  <a:cubicBezTo>
                    <a:pt x="8688" y="666"/>
                    <a:pt x="8947" y="629"/>
                    <a:pt x="9206" y="629"/>
                  </a:cubicBezTo>
                  <a:close/>
                  <a:moveTo>
                    <a:pt x="9206" y="0"/>
                  </a:moveTo>
                  <a:cubicBezTo>
                    <a:pt x="8910" y="0"/>
                    <a:pt x="8540" y="74"/>
                    <a:pt x="8171" y="185"/>
                  </a:cubicBezTo>
                  <a:cubicBezTo>
                    <a:pt x="7394" y="407"/>
                    <a:pt x="6544" y="1072"/>
                    <a:pt x="5657" y="1886"/>
                  </a:cubicBezTo>
                  <a:cubicBezTo>
                    <a:pt x="2995" y="4363"/>
                    <a:pt x="74" y="8540"/>
                    <a:pt x="74" y="8577"/>
                  </a:cubicBezTo>
                  <a:cubicBezTo>
                    <a:pt x="0" y="8651"/>
                    <a:pt x="0" y="8762"/>
                    <a:pt x="37" y="8873"/>
                  </a:cubicBezTo>
                  <a:cubicBezTo>
                    <a:pt x="37" y="8873"/>
                    <a:pt x="481" y="9871"/>
                    <a:pt x="1072" y="10906"/>
                  </a:cubicBezTo>
                  <a:cubicBezTo>
                    <a:pt x="1368" y="11424"/>
                    <a:pt x="1664" y="11942"/>
                    <a:pt x="1997" y="12348"/>
                  </a:cubicBezTo>
                  <a:cubicBezTo>
                    <a:pt x="2144" y="12533"/>
                    <a:pt x="2329" y="12718"/>
                    <a:pt x="2477" y="12866"/>
                  </a:cubicBezTo>
                  <a:cubicBezTo>
                    <a:pt x="2662" y="12977"/>
                    <a:pt x="2847" y="13088"/>
                    <a:pt x="3069" y="13088"/>
                  </a:cubicBezTo>
                  <a:cubicBezTo>
                    <a:pt x="3401" y="13088"/>
                    <a:pt x="3845" y="12977"/>
                    <a:pt x="4400" y="12792"/>
                  </a:cubicBezTo>
                  <a:cubicBezTo>
                    <a:pt x="5250" y="12496"/>
                    <a:pt x="6285" y="11979"/>
                    <a:pt x="7283" y="11313"/>
                  </a:cubicBezTo>
                  <a:cubicBezTo>
                    <a:pt x="8282" y="10611"/>
                    <a:pt x="9243" y="9760"/>
                    <a:pt x="9834" y="8725"/>
                  </a:cubicBezTo>
                  <a:cubicBezTo>
                    <a:pt x="11313" y="6063"/>
                    <a:pt x="11794" y="2477"/>
                    <a:pt x="11794" y="2440"/>
                  </a:cubicBezTo>
                  <a:lnTo>
                    <a:pt x="11794" y="2366"/>
                  </a:lnTo>
                  <a:cubicBezTo>
                    <a:pt x="11794" y="2329"/>
                    <a:pt x="11720" y="1775"/>
                    <a:pt x="11350" y="1220"/>
                  </a:cubicBezTo>
                  <a:cubicBezTo>
                    <a:pt x="11165" y="924"/>
                    <a:pt x="10906" y="629"/>
                    <a:pt x="10537" y="407"/>
                  </a:cubicBezTo>
                  <a:cubicBezTo>
                    <a:pt x="10204" y="148"/>
                    <a:pt x="9760" y="0"/>
                    <a:pt x="9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51"/>
            <p:cNvSpPr/>
            <p:nvPr/>
          </p:nvSpPr>
          <p:spPr>
            <a:xfrm>
              <a:off x="1440650" y="2636575"/>
              <a:ext cx="1007450" cy="899975"/>
            </a:xfrm>
            <a:custGeom>
              <a:avLst/>
              <a:gdLst/>
              <a:ahLst/>
              <a:cxnLst/>
              <a:rect l="l" t="t" r="r" b="b"/>
              <a:pathLst>
                <a:path w="40298" h="35999" extrusionOk="0">
                  <a:moveTo>
                    <a:pt x="25818" y="0"/>
                  </a:moveTo>
                  <a:cubicBezTo>
                    <a:pt x="24898" y="0"/>
                    <a:pt x="23943" y="132"/>
                    <a:pt x="22958" y="482"/>
                  </a:cubicBezTo>
                  <a:cubicBezTo>
                    <a:pt x="18891" y="1960"/>
                    <a:pt x="18891" y="6471"/>
                    <a:pt x="18743" y="9392"/>
                  </a:cubicBezTo>
                  <a:cubicBezTo>
                    <a:pt x="18596" y="12312"/>
                    <a:pt x="18411" y="13126"/>
                    <a:pt x="12089" y="15381"/>
                  </a:cubicBezTo>
                  <a:cubicBezTo>
                    <a:pt x="5767" y="17673"/>
                    <a:pt x="2070" y="21703"/>
                    <a:pt x="924" y="27544"/>
                  </a:cubicBezTo>
                  <a:cubicBezTo>
                    <a:pt x="0" y="32252"/>
                    <a:pt x="3927" y="35999"/>
                    <a:pt x="8040" y="35999"/>
                  </a:cubicBezTo>
                  <a:cubicBezTo>
                    <a:pt x="9031" y="35999"/>
                    <a:pt x="10033" y="35782"/>
                    <a:pt x="10980" y="35308"/>
                  </a:cubicBezTo>
                  <a:cubicBezTo>
                    <a:pt x="15823" y="32905"/>
                    <a:pt x="15823" y="21703"/>
                    <a:pt x="19409" y="20409"/>
                  </a:cubicBezTo>
                  <a:cubicBezTo>
                    <a:pt x="22958" y="19115"/>
                    <a:pt x="27653" y="18967"/>
                    <a:pt x="29428" y="14087"/>
                  </a:cubicBezTo>
                  <a:cubicBezTo>
                    <a:pt x="29428" y="14087"/>
                    <a:pt x="29280" y="12978"/>
                    <a:pt x="33014" y="12978"/>
                  </a:cubicBezTo>
                  <a:cubicBezTo>
                    <a:pt x="36711" y="12978"/>
                    <a:pt x="39632" y="9392"/>
                    <a:pt x="39965" y="5510"/>
                  </a:cubicBezTo>
                  <a:cubicBezTo>
                    <a:pt x="40297" y="1628"/>
                    <a:pt x="36083" y="1295"/>
                    <a:pt x="33310" y="1295"/>
                  </a:cubicBezTo>
                  <a:cubicBezTo>
                    <a:pt x="31237" y="1295"/>
                    <a:pt x="28697" y="0"/>
                    <a:pt x="258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51"/>
            <p:cNvSpPr/>
            <p:nvPr/>
          </p:nvSpPr>
          <p:spPr>
            <a:xfrm>
              <a:off x="1452650" y="2629200"/>
              <a:ext cx="995450" cy="915050"/>
            </a:xfrm>
            <a:custGeom>
              <a:avLst/>
              <a:gdLst/>
              <a:ahLst/>
              <a:cxnLst/>
              <a:rect l="l" t="t" r="r" b="b"/>
              <a:pathLst>
                <a:path w="39818" h="36602" extrusionOk="0">
                  <a:moveTo>
                    <a:pt x="25325" y="592"/>
                  </a:moveTo>
                  <a:cubicBezTo>
                    <a:pt x="26730" y="592"/>
                    <a:pt x="28061" y="925"/>
                    <a:pt x="29318" y="1257"/>
                  </a:cubicBezTo>
                  <a:cubicBezTo>
                    <a:pt x="30575" y="1553"/>
                    <a:pt x="31758" y="1886"/>
                    <a:pt x="32830" y="1886"/>
                  </a:cubicBezTo>
                  <a:cubicBezTo>
                    <a:pt x="34161" y="1886"/>
                    <a:pt x="35788" y="1960"/>
                    <a:pt x="37045" y="2477"/>
                  </a:cubicBezTo>
                  <a:cubicBezTo>
                    <a:pt x="37710" y="2699"/>
                    <a:pt x="38228" y="3032"/>
                    <a:pt x="38597" y="3512"/>
                  </a:cubicBezTo>
                  <a:cubicBezTo>
                    <a:pt x="38967" y="3993"/>
                    <a:pt x="39189" y="4585"/>
                    <a:pt x="39189" y="5398"/>
                  </a:cubicBezTo>
                  <a:cubicBezTo>
                    <a:pt x="39189" y="5509"/>
                    <a:pt x="39189" y="5657"/>
                    <a:pt x="39189" y="5768"/>
                  </a:cubicBezTo>
                  <a:cubicBezTo>
                    <a:pt x="39041" y="7653"/>
                    <a:pt x="38228" y="9465"/>
                    <a:pt x="37045" y="10796"/>
                  </a:cubicBezTo>
                  <a:cubicBezTo>
                    <a:pt x="35861" y="12090"/>
                    <a:pt x="34272" y="12940"/>
                    <a:pt x="32534" y="12940"/>
                  </a:cubicBezTo>
                  <a:cubicBezTo>
                    <a:pt x="30797" y="12940"/>
                    <a:pt x="29835" y="13199"/>
                    <a:pt x="29318" y="13495"/>
                  </a:cubicBezTo>
                  <a:cubicBezTo>
                    <a:pt x="29022" y="13642"/>
                    <a:pt x="28874" y="13827"/>
                    <a:pt x="28763" y="13975"/>
                  </a:cubicBezTo>
                  <a:cubicBezTo>
                    <a:pt x="28686" y="14078"/>
                    <a:pt x="28662" y="14181"/>
                    <a:pt x="28655" y="14272"/>
                  </a:cubicBezTo>
                  <a:lnTo>
                    <a:pt x="28652" y="14271"/>
                  </a:lnTo>
                  <a:cubicBezTo>
                    <a:pt x="27802" y="16637"/>
                    <a:pt x="26286" y="17820"/>
                    <a:pt x="24475" y="18597"/>
                  </a:cubicBezTo>
                  <a:cubicBezTo>
                    <a:pt x="22700" y="19410"/>
                    <a:pt x="20630" y="19743"/>
                    <a:pt x="18818" y="20408"/>
                  </a:cubicBezTo>
                  <a:cubicBezTo>
                    <a:pt x="18300" y="20593"/>
                    <a:pt x="17857" y="20963"/>
                    <a:pt x="17487" y="21443"/>
                  </a:cubicBezTo>
                  <a:cubicBezTo>
                    <a:pt x="16822" y="22257"/>
                    <a:pt x="16341" y="23403"/>
                    <a:pt x="15860" y="24697"/>
                  </a:cubicBezTo>
                  <a:cubicBezTo>
                    <a:pt x="15158" y="26656"/>
                    <a:pt x="14566" y="28948"/>
                    <a:pt x="13716" y="30945"/>
                  </a:cubicBezTo>
                  <a:cubicBezTo>
                    <a:pt x="12866" y="32941"/>
                    <a:pt x="11831" y="34605"/>
                    <a:pt x="10352" y="35344"/>
                  </a:cubicBezTo>
                  <a:cubicBezTo>
                    <a:pt x="9464" y="35788"/>
                    <a:pt x="8503" y="36010"/>
                    <a:pt x="7579" y="36010"/>
                  </a:cubicBezTo>
                  <a:cubicBezTo>
                    <a:pt x="5804" y="36010"/>
                    <a:pt x="4067" y="35270"/>
                    <a:pt x="2773" y="34050"/>
                  </a:cubicBezTo>
                  <a:cubicBezTo>
                    <a:pt x="1479" y="32830"/>
                    <a:pt x="629" y="31130"/>
                    <a:pt x="629" y="29207"/>
                  </a:cubicBezTo>
                  <a:cubicBezTo>
                    <a:pt x="629" y="28800"/>
                    <a:pt x="665" y="28357"/>
                    <a:pt x="739" y="27913"/>
                  </a:cubicBezTo>
                  <a:cubicBezTo>
                    <a:pt x="1294" y="25029"/>
                    <a:pt x="2477" y="22626"/>
                    <a:pt x="4326" y="20630"/>
                  </a:cubicBezTo>
                  <a:cubicBezTo>
                    <a:pt x="6137" y="18670"/>
                    <a:pt x="8614" y="17081"/>
                    <a:pt x="11720" y="15972"/>
                  </a:cubicBezTo>
                  <a:cubicBezTo>
                    <a:pt x="14899" y="14825"/>
                    <a:pt x="16526" y="14086"/>
                    <a:pt x="17487" y="13162"/>
                  </a:cubicBezTo>
                  <a:cubicBezTo>
                    <a:pt x="17931" y="12681"/>
                    <a:pt x="18190" y="12164"/>
                    <a:pt x="18337" y="11609"/>
                  </a:cubicBezTo>
                  <a:cubicBezTo>
                    <a:pt x="18485" y="11054"/>
                    <a:pt x="18522" y="10426"/>
                    <a:pt x="18559" y="9724"/>
                  </a:cubicBezTo>
                  <a:cubicBezTo>
                    <a:pt x="18633" y="8245"/>
                    <a:pt x="18707" y="6396"/>
                    <a:pt x="19188" y="4769"/>
                  </a:cubicBezTo>
                  <a:cubicBezTo>
                    <a:pt x="19705" y="3143"/>
                    <a:pt x="20667" y="1775"/>
                    <a:pt x="22589" y="1072"/>
                  </a:cubicBezTo>
                  <a:cubicBezTo>
                    <a:pt x="23513" y="740"/>
                    <a:pt x="24438" y="592"/>
                    <a:pt x="25325" y="592"/>
                  </a:cubicBezTo>
                  <a:close/>
                  <a:moveTo>
                    <a:pt x="25325" y="0"/>
                  </a:moveTo>
                  <a:cubicBezTo>
                    <a:pt x="24401" y="0"/>
                    <a:pt x="23402" y="111"/>
                    <a:pt x="22367" y="481"/>
                  </a:cubicBezTo>
                  <a:cubicBezTo>
                    <a:pt x="20260" y="1257"/>
                    <a:pt x="19151" y="2847"/>
                    <a:pt x="18633" y="4585"/>
                  </a:cubicBezTo>
                  <a:cubicBezTo>
                    <a:pt x="18079" y="6322"/>
                    <a:pt x="18042" y="8208"/>
                    <a:pt x="17968" y="9687"/>
                  </a:cubicBezTo>
                  <a:cubicBezTo>
                    <a:pt x="17931" y="10389"/>
                    <a:pt x="17857" y="10981"/>
                    <a:pt x="17746" y="11461"/>
                  </a:cubicBezTo>
                  <a:cubicBezTo>
                    <a:pt x="17561" y="12164"/>
                    <a:pt x="17191" y="12681"/>
                    <a:pt x="16304" y="13310"/>
                  </a:cubicBezTo>
                  <a:cubicBezTo>
                    <a:pt x="15380" y="13901"/>
                    <a:pt x="13864" y="14567"/>
                    <a:pt x="11535" y="15380"/>
                  </a:cubicBezTo>
                  <a:cubicBezTo>
                    <a:pt x="8318" y="16526"/>
                    <a:pt x="5767" y="18153"/>
                    <a:pt x="3845" y="20223"/>
                  </a:cubicBezTo>
                  <a:cubicBezTo>
                    <a:pt x="1959" y="22294"/>
                    <a:pt x="702" y="24808"/>
                    <a:pt x="148" y="27765"/>
                  </a:cubicBezTo>
                  <a:cubicBezTo>
                    <a:pt x="37" y="28283"/>
                    <a:pt x="0" y="28726"/>
                    <a:pt x="0" y="29207"/>
                  </a:cubicBezTo>
                  <a:cubicBezTo>
                    <a:pt x="0" y="31314"/>
                    <a:pt x="924" y="33163"/>
                    <a:pt x="2329" y="34494"/>
                  </a:cubicBezTo>
                  <a:cubicBezTo>
                    <a:pt x="3734" y="35825"/>
                    <a:pt x="5620" y="36601"/>
                    <a:pt x="7579" y="36601"/>
                  </a:cubicBezTo>
                  <a:cubicBezTo>
                    <a:pt x="8614" y="36601"/>
                    <a:pt x="9649" y="36379"/>
                    <a:pt x="10611" y="35899"/>
                  </a:cubicBezTo>
                  <a:cubicBezTo>
                    <a:pt x="11942" y="35233"/>
                    <a:pt x="12866" y="34013"/>
                    <a:pt x="13642" y="32571"/>
                  </a:cubicBezTo>
                  <a:cubicBezTo>
                    <a:pt x="14751" y="30427"/>
                    <a:pt x="15491" y="27728"/>
                    <a:pt x="16267" y="25436"/>
                  </a:cubicBezTo>
                  <a:cubicBezTo>
                    <a:pt x="16637" y="24327"/>
                    <a:pt x="17043" y="23292"/>
                    <a:pt x="17487" y="22515"/>
                  </a:cubicBezTo>
                  <a:cubicBezTo>
                    <a:pt x="17931" y="21739"/>
                    <a:pt x="18448" y="21184"/>
                    <a:pt x="19003" y="21000"/>
                  </a:cubicBezTo>
                  <a:cubicBezTo>
                    <a:pt x="20777" y="20371"/>
                    <a:pt x="22848" y="20001"/>
                    <a:pt x="24733" y="19151"/>
                  </a:cubicBezTo>
                  <a:cubicBezTo>
                    <a:pt x="26619" y="18338"/>
                    <a:pt x="28319" y="17007"/>
                    <a:pt x="29244" y="14493"/>
                  </a:cubicBezTo>
                  <a:cubicBezTo>
                    <a:pt x="29271" y="14466"/>
                    <a:pt x="29278" y="14419"/>
                    <a:pt x="29266" y="14382"/>
                  </a:cubicBezTo>
                  <a:lnTo>
                    <a:pt x="29281" y="14382"/>
                  </a:lnTo>
                  <a:lnTo>
                    <a:pt x="29281" y="14345"/>
                  </a:lnTo>
                  <a:cubicBezTo>
                    <a:pt x="29281" y="14308"/>
                    <a:pt x="29318" y="14123"/>
                    <a:pt x="29761" y="13938"/>
                  </a:cubicBezTo>
                  <a:cubicBezTo>
                    <a:pt x="30205" y="13753"/>
                    <a:pt x="31055" y="13568"/>
                    <a:pt x="32534" y="13568"/>
                  </a:cubicBezTo>
                  <a:cubicBezTo>
                    <a:pt x="34494" y="13568"/>
                    <a:pt x="36231" y="12607"/>
                    <a:pt x="37525" y="11202"/>
                  </a:cubicBezTo>
                  <a:cubicBezTo>
                    <a:pt x="38782" y="9761"/>
                    <a:pt x="39632" y="7838"/>
                    <a:pt x="39780" y="5842"/>
                  </a:cubicBezTo>
                  <a:cubicBezTo>
                    <a:pt x="39817" y="5694"/>
                    <a:pt x="39817" y="5546"/>
                    <a:pt x="39817" y="5398"/>
                  </a:cubicBezTo>
                  <a:cubicBezTo>
                    <a:pt x="39817" y="4474"/>
                    <a:pt x="39559" y="3697"/>
                    <a:pt x="39078" y="3143"/>
                  </a:cubicBezTo>
                  <a:cubicBezTo>
                    <a:pt x="38375" y="2255"/>
                    <a:pt x="37303" y="1812"/>
                    <a:pt x="36194" y="1553"/>
                  </a:cubicBezTo>
                  <a:cubicBezTo>
                    <a:pt x="35048" y="1331"/>
                    <a:pt x="33865" y="1294"/>
                    <a:pt x="32830" y="1294"/>
                  </a:cubicBezTo>
                  <a:cubicBezTo>
                    <a:pt x="31869" y="1294"/>
                    <a:pt x="30723" y="961"/>
                    <a:pt x="29466" y="629"/>
                  </a:cubicBezTo>
                  <a:cubicBezTo>
                    <a:pt x="28209" y="333"/>
                    <a:pt x="26841" y="0"/>
                    <a:pt x="25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51"/>
            <p:cNvSpPr/>
            <p:nvPr/>
          </p:nvSpPr>
          <p:spPr>
            <a:xfrm>
              <a:off x="1917550" y="3189350"/>
              <a:ext cx="738725" cy="637725"/>
            </a:xfrm>
            <a:custGeom>
              <a:avLst/>
              <a:gdLst/>
              <a:ahLst/>
              <a:cxnLst/>
              <a:rect l="l" t="t" r="r" b="b"/>
              <a:pathLst>
                <a:path w="29549" h="25509" extrusionOk="0">
                  <a:moveTo>
                    <a:pt x="3335" y="0"/>
                  </a:moveTo>
                  <a:cubicBezTo>
                    <a:pt x="3240" y="0"/>
                    <a:pt x="3151" y="24"/>
                    <a:pt x="3069" y="72"/>
                  </a:cubicBezTo>
                  <a:lnTo>
                    <a:pt x="0" y="7873"/>
                  </a:lnTo>
                  <a:cubicBezTo>
                    <a:pt x="0" y="7873"/>
                    <a:pt x="8245" y="25508"/>
                    <a:pt x="9391" y="25508"/>
                  </a:cubicBezTo>
                  <a:cubicBezTo>
                    <a:pt x="10537" y="25508"/>
                    <a:pt x="23477" y="16783"/>
                    <a:pt x="23477" y="16783"/>
                  </a:cubicBezTo>
                  <a:cubicBezTo>
                    <a:pt x="23477" y="16783"/>
                    <a:pt x="23986" y="16931"/>
                    <a:pt x="24512" y="16931"/>
                  </a:cubicBezTo>
                  <a:cubicBezTo>
                    <a:pt x="24775" y="16931"/>
                    <a:pt x="25042" y="16894"/>
                    <a:pt x="25251" y="16783"/>
                  </a:cubicBezTo>
                  <a:cubicBezTo>
                    <a:pt x="25917" y="16450"/>
                    <a:pt x="27211" y="14824"/>
                    <a:pt x="27211" y="14824"/>
                  </a:cubicBezTo>
                  <a:cubicBezTo>
                    <a:pt x="27211" y="14824"/>
                    <a:pt x="28673" y="15931"/>
                    <a:pt x="29258" y="15931"/>
                  </a:cubicBezTo>
                  <a:cubicBezTo>
                    <a:pt x="29451" y="15931"/>
                    <a:pt x="29548" y="15810"/>
                    <a:pt x="29466" y="15489"/>
                  </a:cubicBezTo>
                  <a:cubicBezTo>
                    <a:pt x="29170" y="14195"/>
                    <a:pt x="27543" y="12901"/>
                    <a:pt x="26064" y="12901"/>
                  </a:cubicBezTo>
                  <a:cubicBezTo>
                    <a:pt x="24623" y="12901"/>
                    <a:pt x="22515" y="16303"/>
                    <a:pt x="22515" y="16303"/>
                  </a:cubicBezTo>
                  <a:lnTo>
                    <a:pt x="11165" y="20332"/>
                  </a:lnTo>
                  <a:cubicBezTo>
                    <a:pt x="11165" y="20332"/>
                    <a:pt x="8245" y="7688"/>
                    <a:pt x="6803" y="4620"/>
                  </a:cubicBezTo>
                  <a:cubicBezTo>
                    <a:pt x="5474" y="1862"/>
                    <a:pt x="4175" y="0"/>
                    <a:pt x="3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51"/>
            <p:cNvSpPr/>
            <p:nvPr/>
          </p:nvSpPr>
          <p:spPr>
            <a:xfrm>
              <a:off x="1908300" y="3181900"/>
              <a:ext cx="755150" cy="653500"/>
            </a:xfrm>
            <a:custGeom>
              <a:avLst/>
              <a:gdLst/>
              <a:ahLst/>
              <a:cxnLst/>
              <a:rect l="l" t="t" r="r" b="b"/>
              <a:pathLst>
                <a:path w="30206" h="26140" extrusionOk="0">
                  <a:moveTo>
                    <a:pt x="3698" y="1"/>
                  </a:moveTo>
                  <a:cubicBezTo>
                    <a:pt x="3550" y="1"/>
                    <a:pt x="3402" y="38"/>
                    <a:pt x="3291" y="112"/>
                  </a:cubicBezTo>
                  <a:cubicBezTo>
                    <a:pt x="3143" y="223"/>
                    <a:pt x="3106" y="407"/>
                    <a:pt x="3180" y="555"/>
                  </a:cubicBezTo>
                  <a:cubicBezTo>
                    <a:pt x="3225" y="645"/>
                    <a:pt x="3310" y="694"/>
                    <a:pt x="3403" y="694"/>
                  </a:cubicBezTo>
                  <a:cubicBezTo>
                    <a:pt x="3464" y="694"/>
                    <a:pt x="3528" y="673"/>
                    <a:pt x="3587" y="629"/>
                  </a:cubicBezTo>
                  <a:lnTo>
                    <a:pt x="3698" y="629"/>
                  </a:lnTo>
                  <a:cubicBezTo>
                    <a:pt x="3808" y="629"/>
                    <a:pt x="3993" y="666"/>
                    <a:pt x="4215" y="888"/>
                  </a:cubicBezTo>
                  <a:cubicBezTo>
                    <a:pt x="4585" y="1184"/>
                    <a:pt x="4992" y="1701"/>
                    <a:pt x="5472" y="2404"/>
                  </a:cubicBezTo>
                  <a:cubicBezTo>
                    <a:pt x="5916" y="3143"/>
                    <a:pt x="6396" y="4031"/>
                    <a:pt x="6877" y="5066"/>
                  </a:cubicBezTo>
                  <a:cubicBezTo>
                    <a:pt x="7247" y="5805"/>
                    <a:pt x="7690" y="7136"/>
                    <a:pt x="8171" y="8763"/>
                  </a:cubicBezTo>
                  <a:cubicBezTo>
                    <a:pt x="8873" y="11166"/>
                    <a:pt x="9650" y="14161"/>
                    <a:pt x="10241" y="16564"/>
                  </a:cubicBezTo>
                  <a:cubicBezTo>
                    <a:pt x="10537" y="17747"/>
                    <a:pt x="10796" y="18782"/>
                    <a:pt x="10981" y="19521"/>
                  </a:cubicBezTo>
                  <a:cubicBezTo>
                    <a:pt x="11129" y="20261"/>
                    <a:pt x="11240" y="20704"/>
                    <a:pt x="11240" y="20704"/>
                  </a:cubicBezTo>
                  <a:cubicBezTo>
                    <a:pt x="11277" y="20778"/>
                    <a:pt x="11314" y="20852"/>
                    <a:pt x="11387" y="20889"/>
                  </a:cubicBezTo>
                  <a:cubicBezTo>
                    <a:pt x="11431" y="20932"/>
                    <a:pt x="11487" y="20950"/>
                    <a:pt x="11541" y="20950"/>
                  </a:cubicBezTo>
                  <a:cubicBezTo>
                    <a:pt x="11579" y="20950"/>
                    <a:pt x="11616" y="20941"/>
                    <a:pt x="11646" y="20926"/>
                  </a:cubicBezTo>
                  <a:lnTo>
                    <a:pt x="22996" y="16859"/>
                  </a:lnTo>
                  <a:cubicBezTo>
                    <a:pt x="23070" y="16859"/>
                    <a:pt x="23107" y="16822"/>
                    <a:pt x="23144" y="16748"/>
                  </a:cubicBezTo>
                  <a:cubicBezTo>
                    <a:pt x="23144" y="16748"/>
                    <a:pt x="23181" y="16711"/>
                    <a:pt x="23218" y="16601"/>
                  </a:cubicBezTo>
                  <a:cubicBezTo>
                    <a:pt x="23440" y="16305"/>
                    <a:pt x="23994" y="15491"/>
                    <a:pt x="24623" y="14789"/>
                  </a:cubicBezTo>
                  <a:cubicBezTo>
                    <a:pt x="24956" y="14419"/>
                    <a:pt x="25288" y="14087"/>
                    <a:pt x="25621" y="13865"/>
                  </a:cubicBezTo>
                  <a:cubicBezTo>
                    <a:pt x="25917" y="13606"/>
                    <a:pt x="26250" y="13495"/>
                    <a:pt x="26434" y="13495"/>
                  </a:cubicBezTo>
                  <a:cubicBezTo>
                    <a:pt x="27100" y="13495"/>
                    <a:pt x="27802" y="13791"/>
                    <a:pt x="28394" y="14234"/>
                  </a:cubicBezTo>
                  <a:cubicBezTo>
                    <a:pt x="28985" y="14678"/>
                    <a:pt x="29429" y="15307"/>
                    <a:pt x="29540" y="15861"/>
                  </a:cubicBezTo>
                  <a:cubicBezTo>
                    <a:pt x="29556" y="15877"/>
                    <a:pt x="29565" y="15892"/>
                    <a:pt x="29570" y="15908"/>
                  </a:cubicBezTo>
                  <a:lnTo>
                    <a:pt x="29570" y="15908"/>
                  </a:lnTo>
                  <a:cubicBezTo>
                    <a:pt x="29496" y="15903"/>
                    <a:pt x="29352" y="15845"/>
                    <a:pt x="29207" y="15787"/>
                  </a:cubicBezTo>
                  <a:cubicBezTo>
                    <a:pt x="28875" y="15639"/>
                    <a:pt x="28542" y="15418"/>
                    <a:pt x="28246" y="15233"/>
                  </a:cubicBezTo>
                  <a:cubicBezTo>
                    <a:pt x="28098" y="15122"/>
                    <a:pt x="27987" y="15048"/>
                    <a:pt x="27913" y="14974"/>
                  </a:cubicBezTo>
                  <a:cubicBezTo>
                    <a:pt x="27802" y="14900"/>
                    <a:pt x="27765" y="14900"/>
                    <a:pt x="27765" y="14900"/>
                  </a:cubicBezTo>
                  <a:cubicBezTo>
                    <a:pt x="27697" y="14848"/>
                    <a:pt x="27620" y="14821"/>
                    <a:pt x="27550" y="14821"/>
                  </a:cubicBezTo>
                  <a:cubicBezTo>
                    <a:pt x="27470" y="14821"/>
                    <a:pt x="27398" y="14858"/>
                    <a:pt x="27359" y="14937"/>
                  </a:cubicBezTo>
                  <a:cubicBezTo>
                    <a:pt x="27359" y="14937"/>
                    <a:pt x="27248" y="15048"/>
                    <a:pt x="27137" y="15196"/>
                  </a:cubicBezTo>
                  <a:cubicBezTo>
                    <a:pt x="26952" y="15418"/>
                    <a:pt x="26619" y="15787"/>
                    <a:pt x="26324" y="16083"/>
                  </a:cubicBezTo>
                  <a:cubicBezTo>
                    <a:pt x="25991" y="16416"/>
                    <a:pt x="25658" y="16711"/>
                    <a:pt x="25510" y="16785"/>
                  </a:cubicBezTo>
                  <a:cubicBezTo>
                    <a:pt x="25362" y="16859"/>
                    <a:pt x="25141" y="16896"/>
                    <a:pt x="24882" y="16896"/>
                  </a:cubicBezTo>
                  <a:cubicBezTo>
                    <a:pt x="24660" y="16896"/>
                    <a:pt x="24401" y="16859"/>
                    <a:pt x="24216" y="16859"/>
                  </a:cubicBezTo>
                  <a:cubicBezTo>
                    <a:pt x="24142" y="16822"/>
                    <a:pt x="24068" y="16822"/>
                    <a:pt x="24031" y="16785"/>
                  </a:cubicBezTo>
                  <a:lnTo>
                    <a:pt x="23957" y="16785"/>
                  </a:lnTo>
                  <a:cubicBezTo>
                    <a:pt x="23912" y="16770"/>
                    <a:pt x="23872" y="16761"/>
                    <a:pt x="23836" y="16761"/>
                  </a:cubicBezTo>
                  <a:cubicBezTo>
                    <a:pt x="23785" y="16761"/>
                    <a:pt x="23742" y="16779"/>
                    <a:pt x="23699" y="16822"/>
                  </a:cubicBezTo>
                  <a:cubicBezTo>
                    <a:pt x="23699" y="16822"/>
                    <a:pt x="23477" y="16970"/>
                    <a:pt x="23107" y="17192"/>
                  </a:cubicBezTo>
                  <a:cubicBezTo>
                    <a:pt x="21887" y="18042"/>
                    <a:pt x="18745" y="20113"/>
                    <a:pt x="15787" y="21998"/>
                  </a:cubicBezTo>
                  <a:cubicBezTo>
                    <a:pt x="14308" y="22960"/>
                    <a:pt x="12903" y="23847"/>
                    <a:pt x="11794" y="24475"/>
                  </a:cubicBezTo>
                  <a:cubicBezTo>
                    <a:pt x="11240" y="24808"/>
                    <a:pt x="10759" y="25067"/>
                    <a:pt x="10389" y="25252"/>
                  </a:cubicBezTo>
                  <a:cubicBezTo>
                    <a:pt x="10204" y="25363"/>
                    <a:pt x="10057" y="25400"/>
                    <a:pt x="9946" y="25474"/>
                  </a:cubicBezTo>
                  <a:cubicBezTo>
                    <a:pt x="9885" y="25474"/>
                    <a:pt x="9849" y="25498"/>
                    <a:pt x="9818" y="25507"/>
                  </a:cubicBezTo>
                  <a:lnTo>
                    <a:pt x="9818" y="25507"/>
                  </a:lnTo>
                  <a:cubicBezTo>
                    <a:pt x="9771" y="25492"/>
                    <a:pt x="9673" y="25419"/>
                    <a:pt x="9576" y="25289"/>
                  </a:cubicBezTo>
                  <a:cubicBezTo>
                    <a:pt x="9095" y="24697"/>
                    <a:pt x="8282" y="23292"/>
                    <a:pt x="7321" y="21555"/>
                  </a:cubicBezTo>
                  <a:cubicBezTo>
                    <a:pt x="5953" y="18967"/>
                    <a:pt x="4252" y="15565"/>
                    <a:pt x="2921" y="12830"/>
                  </a:cubicBezTo>
                  <a:cubicBezTo>
                    <a:pt x="2293" y="11462"/>
                    <a:pt x="1701" y="10279"/>
                    <a:pt x="1294" y="9428"/>
                  </a:cubicBezTo>
                  <a:cubicBezTo>
                    <a:pt x="888" y="8541"/>
                    <a:pt x="629" y="8023"/>
                    <a:pt x="629" y="8023"/>
                  </a:cubicBezTo>
                  <a:cubicBezTo>
                    <a:pt x="575" y="7915"/>
                    <a:pt x="461" y="7846"/>
                    <a:pt x="346" y="7846"/>
                  </a:cubicBezTo>
                  <a:cubicBezTo>
                    <a:pt x="304" y="7846"/>
                    <a:pt x="262" y="7856"/>
                    <a:pt x="222" y="7875"/>
                  </a:cubicBezTo>
                  <a:cubicBezTo>
                    <a:pt x="74" y="7949"/>
                    <a:pt x="1" y="8134"/>
                    <a:pt x="74" y="8282"/>
                  </a:cubicBezTo>
                  <a:cubicBezTo>
                    <a:pt x="74" y="8282"/>
                    <a:pt x="2145" y="12719"/>
                    <a:pt x="4363" y="17118"/>
                  </a:cubicBezTo>
                  <a:cubicBezTo>
                    <a:pt x="5472" y="19336"/>
                    <a:pt x="6618" y="21555"/>
                    <a:pt x="7543" y="23218"/>
                  </a:cubicBezTo>
                  <a:cubicBezTo>
                    <a:pt x="8023" y="24032"/>
                    <a:pt x="8430" y="24734"/>
                    <a:pt x="8763" y="25252"/>
                  </a:cubicBezTo>
                  <a:cubicBezTo>
                    <a:pt x="8947" y="25474"/>
                    <a:pt x="9095" y="25695"/>
                    <a:pt x="9243" y="25843"/>
                  </a:cubicBezTo>
                  <a:cubicBezTo>
                    <a:pt x="9317" y="25917"/>
                    <a:pt x="9391" y="25991"/>
                    <a:pt x="9465" y="26028"/>
                  </a:cubicBezTo>
                  <a:cubicBezTo>
                    <a:pt x="9539" y="26065"/>
                    <a:pt x="9613" y="26139"/>
                    <a:pt x="9761" y="26139"/>
                  </a:cubicBezTo>
                  <a:cubicBezTo>
                    <a:pt x="9909" y="26139"/>
                    <a:pt x="10057" y="26065"/>
                    <a:pt x="10204" y="25991"/>
                  </a:cubicBezTo>
                  <a:cubicBezTo>
                    <a:pt x="10870" y="25732"/>
                    <a:pt x="12016" y="25104"/>
                    <a:pt x="13421" y="24217"/>
                  </a:cubicBezTo>
                  <a:cubicBezTo>
                    <a:pt x="17312" y="21862"/>
                    <a:pt x="23062" y="17994"/>
                    <a:pt x="23922" y="17414"/>
                  </a:cubicBezTo>
                  <a:lnTo>
                    <a:pt x="23922" y="17414"/>
                  </a:lnTo>
                  <a:cubicBezTo>
                    <a:pt x="24118" y="17458"/>
                    <a:pt x="24483" y="17525"/>
                    <a:pt x="24882" y="17525"/>
                  </a:cubicBezTo>
                  <a:cubicBezTo>
                    <a:pt x="25177" y="17525"/>
                    <a:pt x="25473" y="17488"/>
                    <a:pt x="25769" y="17340"/>
                  </a:cubicBezTo>
                  <a:cubicBezTo>
                    <a:pt x="25991" y="17229"/>
                    <a:pt x="26213" y="17081"/>
                    <a:pt x="26434" y="16859"/>
                  </a:cubicBezTo>
                  <a:cubicBezTo>
                    <a:pt x="26896" y="16424"/>
                    <a:pt x="27375" y="15863"/>
                    <a:pt x="27638" y="15548"/>
                  </a:cubicBezTo>
                  <a:lnTo>
                    <a:pt x="27638" y="15548"/>
                  </a:lnTo>
                  <a:cubicBezTo>
                    <a:pt x="27786" y="15650"/>
                    <a:pt x="27988" y="15788"/>
                    <a:pt x="28209" y="15935"/>
                  </a:cubicBezTo>
                  <a:cubicBezTo>
                    <a:pt x="28431" y="16083"/>
                    <a:pt x="28690" y="16231"/>
                    <a:pt x="28948" y="16342"/>
                  </a:cubicBezTo>
                  <a:cubicBezTo>
                    <a:pt x="29170" y="16453"/>
                    <a:pt x="29392" y="16527"/>
                    <a:pt x="29614" y="16527"/>
                  </a:cubicBezTo>
                  <a:cubicBezTo>
                    <a:pt x="29762" y="16527"/>
                    <a:pt x="29910" y="16490"/>
                    <a:pt x="30021" y="16379"/>
                  </a:cubicBezTo>
                  <a:cubicBezTo>
                    <a:pt x="30132" y="16268"/>
                    <a:pt x="30205" y="16120"/>
                    <a:pt x="30169" y="15972"/>
                  </a:cubicBezTo>
                  <a:cubicBezTo>
                    <a:pt x="30169" y="15898"/>
                    <a:pt x="30169" y="15787"/>
                    <a:pt x="30132" y="15713"/>
                  </a:cubicBezTo>
                  <a:cubicBezTo>
                    <a:pt x="29947" y="14974"/>
                    <a:pt x="29429" y="14271"/>
                    <a:pt x="28764" y="13754"/>
                  </a:cubicBezTo>
                  <a:cubicBezTo>
                    <a:pt x="28098" y="13236"/>
                    <a:pt x="27285" y="12867"/>
                    <a:pt x="26434" y="12867"/>
                  </a:cubicBezTo>
                  <a:cubicBezTo>
                    <a:pt x="25954" y="12867"/>
                    <a:pt x="25510" y="13125"/>
                    <a:pt x="25067" y="13458"/>
                  </a:cubicBezTo>
                  <a:cubicBezTo>
                    <a:pt x="24438" y="13976"/>
                    <a:pt x="23847" y="14715"/>
                    <a:pt x="23366" y="15344"/>
                  </a:cubicBezTo>
                  <a:cubicBezTo>
                    <a:pt x="23027" y="15796"/>
                    <a:pt x="22774" y="16183"/>
                    <a:pt x="22674" y="16341"/>
                  </a:cubicBezTo>
                  <a:lnTo>
                    <a:pt x="22674" y="16341"/>
                  </a:lnTo>
                  <a:lnTo>
                    <a:pt x="11754" y="20217"/>
                  </a:lnTo>
                  <a:lnTo>
                    <a:pt x="11754" y="20217"/>
                  </a:lnTo>
                  <a:cubicBezTo>
                    <a:pt x="11548" y="19314"/>
                    <a:pt x="10948" y="16721"/>
                    <a:pt x="10204" y="13865"/>
                  </a:cubicBezTo>
                  <a:cubicBezTo>
                    <a:pt x="9761" y="12090"/>
                    <a:pt x="9243" y="10205"/>
                    <a:pt x="8763" y="8578"/>
                  </a:cubicBezTo>
                  <a:cubicBezTo>
                    <a:pt x="8282" y="6951"/>
                    <a:pt x="7838" y="5583"/>
                    <a:pt x="7432" y="4807"/>
                  </a:cubicBezTo>
                  <a:cubicBezTo>
                    <a:pt x="6803" y="3402"/>
                    <a:pt x="6138" y="2219"/>
                    <a:pt x="5509" y="1406"/>
                  </a:cubicBezTo>
                  <a:cubicBezTo>
                    <a:pt x="5213" y="962"/>
                    <a:pt x="4918" y="629"/>
                    <a:pt x="4622" y="407"/>
                  </a:cubicBezTo>
                  <a:cubicBezTo>
                    <a:pt x="4326" y="149"/>
                    <a:pt x="4030" y="1"/>
                    <a:pt x="3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51"/>
            <p:cNvSpPr/>
            <p:nvPr/>
          </p:nvSpPr>
          <p:spPr>
            <a:xfrm>
              <a:off x="2058950" y="3511875"/>
              <a:ext cx="597325" cy="315200"/>
            </a:xfrm>
            <a:custGeom>
              <a:avLst/>
              <a:gdLst/>
              <a:ahLst/>
              <a:cxnLst/>
              <a:rect l="l" t="t" r="r" b="b"/>
              <a:pathLst>
                <a:path w="23893" h="12608" extrusionOk="0">
                  <a:moveTo>
                    <a:pt x="20408" y="0"/>
                  </a:moveTo>
                  <a:cubicBezTo>
                    <a:pt x="18967" y="0"/>
                    <a:pt x="16859" y="3402"/>
                    <a:pt x="16859" y="3402"/>
                  </a:cubicBezTo>
                  <a:lnTo>
                    <a:pt x="5509" y="7431"/>
                  </a:lnTo>
                  <a:cubicBezTo>
                    <a:pt x="5509" y="7431"/>
                    <a:pt x="5140" y="5842"/>
                    <a:pt x="4622" y="3623"/>
                  </a:cubicBezTo>
                  <a:lnTo>
                    <a:pt x="1" y="6544"/>
                  </a:lnTo>
                  <a:cubicBezTo>
                    <a:pt x="1738" y="9871"/>
                    <a:pt x="3291" y="12607"/>
                    <a:pt x="3735" y="12607"/>
                  </a:cubicBezTo>
                  <a:cubicBezTo>
                    <a:pt x="4881" y="12607"/>
                    <a:pt x="17821" y="3882"/>
                    <a:pt x="17821" y="3882"/>
                  </a:cubicBezTo>
                  <a:cubicBezTo>
                    <a:pt x="17821" y="3882"/>
                    <a:pt x="18330" y="4030"/>
                    <a:pt x="18856" y="4030"/>
                  </a:cubicBezTo>
                  <a:cubicBezTo>
                    <a:pt x="19119" y="4030"/>
                    <a:pt x="19386" y="3993"/>
                    <a:pt x="19595" y="3882"/>
                  </a:cubicBezTo>
                  <a:cubicBezTo>
                    <a:pt x="20261" y="3549"/>
                    <a:pt x="21555" y="1923"/>
                    <a:pt x="21555" y="1923"/>
                  </a:cubicBezTo>
                  <a:cubicBezTo>
                    <a:pt x="21555" y="1923"/>
                    <a:pt x="23017" y="3030"/>
                    <a:pt x="23602" y="3030"/>
                  </a:cubicBezTo>
                  <a:cubicBezTo>
                    <a:pt x="23795" y="3030"/>
                    <a:pt x="23892" y="2909"/>
                    <a:pt x="23810" y="2588"/>
                  </a:cubicBezTo>
                  <a:cubicBezTo>
                    <a:pt x="23514" y="1294"/>
                    <a:pt x="21887" y="0"/>
                    <a:pt x="20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51"/>
            <p:cNvSpPr/>
            <p:nvPr/>
          </p:nvSpPr>
          <p:spPr>
            <a:xfrm>
              <a:off x="2050625" y="3503550"/>
              <a:ext cx="612825" cy="331850"/>
            </a:xfrm>
            <a:custGeom>
              <a:avLst/>
              <a:gdLst/>
              <a:ahLst/>
              <a:cxnLst/>
              <a:rect l="l" t="t" r="r" b="b"/>
              <a:pathLst>
                <a:path w="24513" h="13274" extrusionOk="0">
                  <a:moveTo>
                    <a:pt x="20741" y="629"/>
                  </a:moveTo>
                  <a:cubicBezTo>
                    <a:pt x="21407" y="629"/>
                    <a:pt x="22109" y="925"/>
                    <a:pt x="22701" y="1368"/>
                  </a:cubicBezTo>
                  <a:cubicBezTo>
                    <a:pt x="23292" y="1812"/>
                    <a:pt x="23736" y="2441"/>
                    <a:pt x="23847" y="2995"/>
                  </a:cubicBezTo>
                  <a:cubicBezTo>
                    <a:pt x="23863" y="3011"/>
                    <a:pt x="23872" y="3026"/>
                    <a:pt x="23877" y="3042"/>
                  </a:cubicBezTo>
                  <a:lnTo>
                    <a:pt x="23877" y="3042"/>
                  </a:lnTo>
                  <a:cubicBezTo>
                    <a:pt x="23803" y="3037"/>
                    <a:pt x="23659" y="2979"/>
                    <a:pt x="23514" y="2921"/>
                  </a:cubicBezTo>
                  <a:cubicBezTo>
                    <a:pt x="23182" y="2773"/>
                    <a:pt x="22849" y="2552"/>
                    <a:pt x="22553" y="2367"/>
                  </a:cubicBezTo>
                  <a:cubicBezTo>
                    <a:pt x="22405" y="2256"/>
                    <a:pt x="22294" y="2182"/>
                    <a:pt x="22220" y="2108"/>
                  </a:cubicBezTo>
                  <a:cubicBezTo>
                    <a:pt x="22109" y="2034"/>
                    <a:pt x="22072" y="2034"/>
                    <a:pt x="22072" y="2034"/>
                  </a:cubicBezTo>
                  <a:cubicBezTo>
                    <a:pt x="22004" y="1982"/>
                    <a:pt x="21927" y="1955"/>
                    <a:pt x="21857" y="1955"/>
                  </a:cubicBezTo>
                  <a:cubicBezTo>
                    <a:pt x="21777" y="1955"/>
                    <a:pt x="21705" y="1992"/>
                    <a:pt x="21666" y="2071"/>
                  </a:cubicBezTo>
                  <a:cubicBezTo>
                    <a:pt x="21666" y="2071"/>
                    <a:pt x="21555" y="2182"/>
                    <a:pt x="21444" y="2330"/>
                  </a:cubicBezTo>
                  <a:cubicBezTo>
                    <a:pt x="21259" y="2552"/>
                    <a:pt x="20926" y="2921"/>
                    <a:pt x="20631" y="3217"/>
                  </a:cubicBezTo>
                  <a:cubicBezTo>
                    <a:pt x="20298" y="3550"/>
                    <a:pt x="19965" y="3845"/>
                    <a:pt x="19817" y="3919"/>
                  </a:cubicBezTo>
                  <a:cubicBezTo>
                    <a:pt x="19669" y="3993"/>
                    <a:pt x="19448" y="4030"/>
                    <a:pt x="19189" y="4030"/>
                  </a:cubicBezTo>
                  <a:cubicBezTo>
                    <a:pt x="18967" y="4030"/>
                    <a:pt x="18708" y="3993"/>
                    <a:pt x="18523" y="3993"/>
                  </a:cubicBezTo>
                  <a:cubicBezTo>
                    <a:pt x="18449" y="3956"/>
                    <a:pt x="18375" y="3956"/>
                    <a:pt x="18338" y="3919"/>
                  </a:cubicBezTo>
                  <a:lnTo>
                    <a:pt x="18264" y="3919"/>
                  </a:lnTo>
                  <a:cubicBezTo>
                    <a:pt x="18219" y="3904"/>
                    <a:pt x="18179" y="3895"/>
                    <a:pt x="18143" y="3895"/>
                  </a:cubicBezTo>
                  <a:cubicBezTo>
                    <a:pt x="18092" y="3895"/>
                    <a:pt x="18049" y="3913"/>
                    <a:pt x="18006" y="3956"/>
                  </a:cubicBezTo>
                  <a:cubicBezTo>
                    <a:pt x="18006" y="3956"/>
                    <a:pt x="17784" y="4104"/>
                    <a:pt x="17414" y="4326"/>
                  </a:cubicBezTo>
                  <a:cubicBezTo>
                    <a:pt x="16194" y="5176"/>
                    <a:pt x="13052" y="7247"/>
                    <a:pt x="10094" y="9132"/>
                  </a:cubicBezTo>
                  <a:cubicBezTo>
                    <a:pt x="8615" y="10094"/>
                    <a:pt x="7210" y="10981"/>
                    <a:pt x="6101" y="11609"/>
                  </a:cubicBezTo>
                  <a:cubicBezTo>
                    <a:pt x="5547" y="11942"/>
                    <a:pt x="5066" y="12201"/>
                    <a:pt x="4696" y="12386"/>
                  </a:cubicBezTo>
                  <a:cubicBezTo>
                    <a:pt x="4511" y="12497"/>
                    <a:pt x="4364" y="12534"/>
                    <a:pt x="4253" y="12608"/>
                  </a:cubicBezTo>
                  <a:cubicBezTo>
                    <a:pt x="4179" y="12608"/>
                    <a:pt x="4142" y="12645"/>
                    <a:pt x="4105" y="12645"/>
                  </a:cubicBezTo>
                  <a:cubicBezTo>
                    <a:pt x="4031" y="12608"/>
                    <a:pt x="3846" y="12386"/>
                    <a:pt x="3624" y="12053"/>
                  </a:cubicBezTo>
                  <a:cubicBezTo>
                    <a:pt x="2948" y="11092"/>
                    <a:pt x="1894" y="9171"/>
                    <a:pt x="761" y="6983"/>
                  </a:cubicBezTo>
                  <a:lnTo>
                    <a:pt x="761" y="6983"/>
                  </a:lnTo>
                  <a:lnTo>
                    <a:pt x="4740" y="4480"/>
                  </a:lnTo>
                  <a:lnTo>
                    <a:pt x="4740" y="4480"/>
                  </a:lnTo>
                  <a:cubicBezTo>
                    <a:pt x="4978" y="5399"/>
                    <a:pt x="5160" y="6192"/>
                    <a:pt x="5288" y="6766"/>
                  </a:cubicBezTo>
                  <a:cubicBezTo>
                    <a:pt x="5473" y="7432"/>
                    <a:pt x="5547" y="7838"/>
                    <a:pt x="5547" y="7838"/>
                  </a:cubicBezTo>
                  <a:cubicBezTo>
                    <a:pt x="5584" y="7912"/>
                    <a:pt x="5621" y="7986"/>
                    <a:pt x="5694" y="8023"/>
                  </a:cubicBezTo>
                  <a:cubicBezTo>
                    <a:pt x="5738" y="8066"/>
                    <a:pt x="5794" y="8084"/>
                    <a:pt x="5848" y="8084"/>
                  </a:cubicBezTo>
                  <a:cubicBezTo>
                    <a:pt x="5886" y="8084"/>
                    <a:pt x="5923" y="8075"/>
                    <a:pt x="5953" y="8060"/>
                  </a:cubicBezTo>
                  <a:lnTo>
                    <a:pt x="17303" y="3993"/>
                  </a:lnTo>
                  <a:cubicBezTo>
                    <a:pt x="17377" y="3993"/>
                    <a:pt x="17414" y="3956"/>
                    <a:pt x="17451" y="3882"/>
                  </a:cubicBezTo>
                  <a:cubicBezTo>
                    <a:pt x="17451" y="3882"/>
                    <a:pt x="17488" y="3845"/>
                    <a:pt x="17525" y="3735"/>
                  </a:cubicBezTo>
                  <a:cubicBezTo>
                    <a:pt x="17747" y="3439"/>
                    <a:pt x="18301" y="2625"/>
                    <a:pt x="18930" y="1923"/>
                  </a:cubicBezTo>
                  <a:cubicBezTo>
                    <a:pt x="19263" y="1553"/>
                    <a:pt x="19595" y="1221"/>
                    <a:pt x="19928" y="999"/>
                  </a:cubicBezTo>
                  <a:cubicBezTo>
                    <a:pt x="20224" y="740"/>
                    <a:pt x="20557" y="629"/>
                    <a:pt x="20741" y="629"/>
                  </a:cubicBezTo>
                  <a:close/>
                  <a:moveTo>
                    <a:pt x="20741" y="1"/>
                  </a:moveTo>
                  <a:cubicBezTo>
                    <a:pt x="20261" y="1"/>
                    <a:pt x="19817" y="259"/>
                    <a:pt x="19374" y="592"/>
                  </a:cubicBezTo>
                  <a:cubicBezTo>
                    <a:pt x="18745" y="1110"/>
                    <a:pt x="18154" y="1849"/>
                    <a:pt x="17673" y="2478"/>
                  </a:cubicBezTo>
                  <a:cubicBezTo>
                    <a:pt x="17334" y="2930"/>
                    <a:pt x="17081" y="3317"/>
                    <a:pt x="16981" y="3475"/>
                  </a:cubicBezTo>
                  <a:lnTo>
                    <a:pt x="16981" y="3475"/>
                  </a:lnTo>
                  <a:lnTo>
                    <a:pt x="6059" y="7352"/>
                  </a:lnTo>
                  <a:lnTo>
                    <a:pt x="6059" y="7352"/>
                  </a:lnTo>
                  <a:cubicBezTo>
                    <a:pt x="5924" y="6772"/>
                    <a:pt x="5627" y="5493"/>
                    <a:pt x="5251" y="3882"/>
                  </a:cubicBezTo>
                  <a:cubicBezTo>
                    <a:pt x="5214" y="3809"/>
                    <a:pt x="5140" y="3735"/>
                    <a:pt x="5066" y="3698"/>
                  </a:cubicBezTo>
                  <a:cubicBezTo>
                    <a:pt x="5011" y="3679"/>
                    <a:pt x="4955" y="3670"/>
                    <a:pt x="4904" y="3670"/>
                  </a:cubicBezTo>
                  <a:cubicBezTo>
                    <a:pt x="4853" y="3670"/>
                    <a:pt x="4807" y="3679"/>
                    <a:pt x="4770" y="3698"/>
                  </a:cubicBezTo>
                  <a:lnTo>
                    <a:pt x="186" y="6618"/>
                  </a:lnTo>
                  <a:cubicBezTo>
                    <a:pt x="38" y="6692"/>
                    <a:pt x="1" y="6877"/>
                    <a:pt x="75" y="7025"/>
                  </a:cubicBezTo>
                  <a:cubicBezTo>
                    <a:pt x="925" y="8689"/>
                    <a:pt x="1739" y="10204"/>
                    <a:pt x="2404" y="11314"/>
                  </a:cubicBezTo>
                  <a:cubicBezTo>
                    <a:pt x="2737" y="11868"/>
                    <a:pt x="3033" y="12349"/>
                    <a:pt x="3291" y="12645"/>
                  </a:cubicBezTo>
                  <a:cubicBezTo>
                    <a:pt x="3402" y="12829"/>
                    <a:pt x="3513" y="12940"/>
                    <a:pt x="3624" y="13051"/>
                  </a:cubicBezTo>
                  <a:cubicBezTo>
                    <a:pt x="3698" y="13125"/>
                    <a:pt x="3735" y="13162"/>
                    <a:pt x="3809" y="13199"/>
                  </a:cubicBezTo>
                  <a:cubicBezTo>
                    <a:pt x="3883" y="13236"/>
                    <a:pt x="3957" y="13273"/>
                    <a:pt x="4068" y="13273"/>
                  </a:cubicBezTo>
                  <a:cubicBezTo>
                    <a:pt x="4216" y="13273"/>
                    <a:pt x="4364" y="13199"/>
                    <a:pt x="4511" y="13125"/>
                  </a:cubicBezTo>
                  <a:cubicBezTo>
                    <a:pt x="5177" y="12866"/>
                    <a:pt x="6323" y="12238"/>
                    <a:pt x="7728" y="11351"/>
                  </a:cubicBezTo>
                  <a:cubicBezTo>
                    <a:pt x="11619" y="8996"/>
                    <a:pt x="17369" y="5128"/>
                    <a:pt x="18229" y="4548"/>
                  </a:cubicBezTo>
                  <a:lnTo>
                    <a:pt x="18229" y="4548"/>
                  </a:lnTo>
                  <a:cubicBezTo>
                    <a:pt x="18425" y="4592"/>
                    <a:pt x="18790" y="4659"/>
                    <a:pt x="19189" y="4659"/>
                  </a:cubicBezTo>
                  <a:cubicBezTo>
                    <a:pt x="19484" y="4659"/>
                    <a:pt x="19780" y="4622"/>
                    <a:pt x="20076" y="4474"/>
                  </a:cubicBezTo>
                  <a:cubicBezTo>
                    <a:pt x="20298" y="4363"/>
                    <a:pt x="20520" y="4215"/>
                    <a:pt x="20741" y="3993"/>
                  </a:cubicBezTo>
                  <a:cubicBezTo>
                    <a:pt x="21203" y="3558"/>
                    <a:pt x="21682" y="2997"/>
                    <a:pt x="21945" y="2682"/>
                  </a:cubicBezTo>
                  <a:lnTo>
                    <a:pt x="21945" y="2682"/>
                  </a:lnTo>
                  <a:cubicBezTo>
                    <a:pt x="22093" y="2784"/>
                    <a:pt x="22295" y="2922"/>
                    <a:pt x="22516" y="3069"/>
                  </a:cubicBezTo>
                  <a:cubicBezTo>
                    <a:pt x="22738" y="3217"/>
                    <a:pt x="22997" y="3365"/>
                    <a:pt x="23255" y="3476"/>
                  </a:cubicBezTo>
                  <a:cubicBezTo>
                    <a:pt x="23477" y="3587"/>
                    <a:pt x="23699" y="3661"/>
                    <a:pt x="23921" y="3661"/>
                  </a:cubicBezTo>
                  <a:cubicBezTo>
                    <a:pt x="24069" y="3661"/>
                    <a:pt x="24217" y="3624"/>
                    <a:pt x="24328" y="3513"/>
                  </a:cubicBezTo>
                  <a:cubicBezTo>
                    <a:pt x="24439" y="3402"/>
                    <a:pt x="24512" y="3254"/>
                    <a:pt x="24476" y="3106"/>
                  </a:cubicBezTo>
                  <a:cubicBezTo>
                    <a:pt x="24476" y="3032"/>
                    <a:pt x="24476" y="2921"/>
                    <a:pt x="24439" y="2847"/>
                  </a:cubicBezTo>
                  <a:cubicBezTo>
                    <a:pt x="24254" y="2108"/>
                    <a:pt x="23736" y="1405"/>
                    <a:pt x="23071" y="888"/>
                  </a:cubicBezTo>
                  <a:cubicBezTo>
                    <a:pt x="22405" y="370"/>
                    <a:pt x="21592" y="1"/>
                    <a:pt x="20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51"/>
            <p:cNvSpPr/>
            <p:nvPr/>
          </p:nvSpPr>
          <p:spPr>
            <a:xfrm>
              <a:off x="166060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2514" y="0"/>
                  </a:moveTo>
                  <a:lnTo>
                    <a:pt x="0" y="555"/>
                  </a:lnTo>
                  <a:lnTo>
                    <a:pt x="4733" y="34346"/>
                  </a:lnTo>
                  <a:cubicBezTo>
                    <a:pt x="4765" y="34635"/>
                    <a:pt x="5021" y="34841"/>
                    <a:pt x="5306" y="34841"/>
                  </a:cubicBezTo>
                  <a:cubicBezTo>
                    <a:pt x="5348" y="34841"/>
                    <a:pt x="5392" y="34836"/>
                    <a:pt x="5435" y="34827"/>
                  </a:cubicBezTo>
                  <a:cubicBezTo>
                    <a:pt x="5731" y="34790"/>
                    <a:pt x="5916" y="34531"/>
                    <a:pt x="5879" y="34235"/>
                  </a:cubicBezTo>
                  <a:lnTo>
                    <a:pt x="2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51"/>
            <p:cNvSpPr/>
            <p:nvPr/>
          </p:nvSpPr>
          <p:spPr>
            <a:xfrm>
              <a:off x="1652275" y="4199525"/>
              <a:ext cx="162700" cy="886400"/>
            </a:xfrm>
            <a:custGeom>
              <a:avLst/>
              <a:gdLst/>
              <a:ahLst/>
              <a:cxnLst/>
              <a:rect l="l" t="t" r="r" b="b"/>
              <a:pathLst>
                <a:path w="6508" h="35456" extrusionOk="0">
                  <a:moveTo>
                    <a:pt x="2589" y="703"/>
                  </a:moveTo>
                  <a:lnTo>
                    <a:pt x="5912" y="34531"/>
                  </a:lnTo>
                  <a:lnTo>
                    <a:pt x="5879" y="34531"/>
                  </a:lnTo>
                  <a:lnTo>
                    <a:pt x="5916" y="34568"/>
                  </a:lnTo>
                  <a:cubicBezTo>
                    <a:pt x="5916" y="34716"/>
                    <a:pt x="5805" y="34790"/>
                    <a:pt x="5694" y="34827"/>
                  </a:cubicBezTo>
                  <a:lnTo>
                    <a:pt x="5620" y="34827"/>
                  </a:lnTo>
                  <a:cubicBezTo>
                    <a:pt x="5509" y="34827"/>
                    <a:pt x="5398" y="34753"/>
                    <a:pt x="5361" y="34605"/>
                  </a:cubicBezTo>
                  <a:lnTo>
                    <a:pt x="672" y="1118"/>
                  </a:lnTo>
                  <a:lnTo>
                    <a:pt x="672" y="1118"/>
                  </a:lnTo>
                  <a:lnTo>
                    <a:pt x="2589" y="703"/>
                  </a:lnTo>
                  <a:close/>
                  <a:moveTo>
                    <a:pt x="2773" y="0"/>
                  </a:moveTo>
                  <a:lnTo>
                    <a:pt x="259" y="555"/>
                  </a:lnTo>
                  <a:cubicBezTo>
                    <a:pt x="112" y="592"/>
                    <a:pt x="1" y="740"/>
                    <a:pt x="1" y="925"/>
                  </a:cubicBezTo>
                  <a:lnTo>
                    <a:pt x="4770" y="34716"/>
                  </a:lnTo>
                  <a:cubicBezTo>
                    <a:pt x="4844" y="35160"/>
                    <a:pt x="5214" y="35455"/>
                    <a:pt x="5620" y="35455"/>
                  </a:cubicBezTo>
                  <a:cubicBezTo>
                    <a:pt x="5694" y="35455"/>
                    <a:pt x="5768" y="35455"/>
                    <a:pt x="5842" y="35418"/>
                  </a:cubicBezTo>
                  <a:cubicBezTo>
                    <a:pt x="6249" y="35344"/>
                    <a:pt x="6507" y="34975"/>
                    <a:pt x="6507" y="34568"/>
                  </a:cubicBezTo>
                  <a:lnTo>
                    <a:pt x="6507" y="34494"/>
                  </a:lnTo>
                  <a:lnTo>
                    <a:pt x="3143" y="296"/>
                  </a:lnTo>
                  <a:cubicBezTo>
                    <a:pt x="3143" y="185"/>
                    <a:pt x="3106" y="111"/>
                    <a:pt x="3032" y="74"/>
                  </a:cubicBezTo>
                  <a:cubicBezTo>
                    <a:pt x="2958" y="0"/>
                    <a:pt x="2884" y="0"/>
                    <a:pt x="2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51"/>
            <p:cNvSpPr/>
            <p:nvPr/>
          </p:nvSpPr>
          <p:spPr>
            <a:xfrm>
              <a:off x="1118050" y="4228175"/>
              <a:ext cx="260675" cy="847075"/>
            </a:xfrm>
            <a:custGeom>
              <a:avLst/>
              <a:gdLst/>
              <a:ahLst/>
              <a:cxnLst/>
              <a:rect l="l" t="t" r="r" b="b"/>
              <a:pathLst>
                <a:path w="10427" h="33883" extrusionOk="0">
                  <a:moveTo>
                    <a:pt x="8023" y="1"/>
                  </a:moveTo>
                  <a:lnTo>
                    <a:pt x="75" y="33200"/>
                  </a:lnTo>
                  <a:cubicBezTo>
                    <a:pt x="1" y="33496"/>
                    <a:pt x="222" y="33829"/>
                    <a:pt x="555" y="33866"/>
                  </a:cubicBezTo>
                  <a:cubicBezTo>
                    <a:pt x="599" y="33877"/>
                    <a:pt x="643" y="33882"/>
                    <a:pt x="685" y="33882"/>
                  </a:cubicBezTo>
                  <a:cubicBezTo>
                    <a:pt x="924" y="33882"/>
                    <a:pt x="1121" y="33711"/>
                    <a:pt x="1184" y="33459"/>
                  </a:cubicBezTo>
                  <a:lnTo>
                    <a:pt x="10426" y="1258"/>
                  </a:lnTo>
                  <a:lnTo>
                    <a:pt x="80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51"/>
            <p:cNvSpPr/>
            <p:nvPr/>
          </p:nvSpPr>
          <p:spPr>
            <a:xfrm>
              <a:off x="1112500" y="4220175"/>
              <a:ext cx="274550" cy="862975"/>
            </a:xfrm>
            <a:custGeom>
              <a:avLst/>
              <a:gdLst/>
              <a:ahLst/>
              <a:cxnLst/>
              <a:rect l="l" t="t" r="r" b="b"/>
              <a:pathLst>
                <a:path w="10982" h="34519" extrusionOk="0">
                  <a:moveTo>
                    <a:pt x="8452" y="766"/>
                  </a:moveTo>
                  <a:lnTo>
                    <a:pt x="10279" y="1725"/>
                  </a:lnTo>
                  <a:lnTo>
                    <a:pt x="1110" y="33705"/>
                  </a:lnTo>
                  <a:cubicBezTo>
                    <a:pt x="1073" y="33816"/>
                    <a:pt x="962" y="33890"/>
                    <a:pt x="851" y="33890"/>
                  </a:cubicBezTo>
                  <a:lnTo>
                    <a:pt x="814" y="33890"/>
                  </a:lnTo>
                  <a:cubicBezTo>
                    <a:pt x="703" y="33890"/>
                    <a:pt x="592" y="33779"/>
                    <a:pt x="592" y="33631"/>
                  </a:cubicBezTo>
                  <a:lnTo>
                    <a:pt x="592" y="33594"/>
                  </a:lnTo>
                  <a:lnTo>
                    <a:pt x="8452" y="766"/>
                  </a:lnTo>
                  <a:close/>
                  <a:moveTo>
                    <a:pt x="8240" y="1"/>
                  </a:moveTo>
                  <a:cubicBezTo>
                    <a:pt x="8202" y="1"/>
                    <a:pt x="8165" y="9"/>
                    <a:pt x="8134" y="25"/>
                  </a:cubicBezTo>
                  <a:cubicBezTo>
                    <a:pt x="8060" y="62"/>
                    <a:pt x="7986" y="173"/>
                    <a:pt x="7950" y="247"/>
                  </a:cubicBezTo>
                  <a:lnTo>
                    <a:pt x="1" y="33446"/>
                  </a:lnTo>
                  <a:cubicBezTo>
                    <a:pt x="1" y="33483"/>
                    <a:pt x="1" y="33557"/>
                    <a:pt x="1" y="33631"/>
                  </a:cubicBezTo>
                  <a:cubicBezTo>
                    <a:pt x="1" y="34075"/>
                    <a:pt x="297" y="34445"/>
                    <a:pt x="740" y="34518"/>
                  </a:cubicBezTo>
                  <a:lnTo>
                    <a:pt x="851" y="34518"/>
                  </a:lnTo>
                  <a:cubicBezTo>
                    <a:pt x="1258" y="34518"/>
                    <a:pt x="1591" y="34260"/>
                    <a:pt x="1701" y="33890"/>
                  </a:cubicBezTo>
                  <a:lnTo>
                    <a:pt x="10944" y="1688"/>
                  </a:lnTo>
                  <a:cubicBezTo>
                    <a:pt x="10981" y="1541"/>
                    <a:pt x="10907" y="1393"/>
                    <a:pt x="10796" y="1319"/>
                  </a:cubicBezTo>
                  <a:lnTo>
                    <a:pt x="8393" y="62"/>
                  </a:lnTo>
                  <a:cubicBezTo>
                    <a:pt x="8350" y="18"/>
                    <a:pt x="8294" y="1"/>
                    <a:pt x="8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51"/>
            <p:cNvSpPr/>
            <p:nvPr/>
          </p:nvSpPr>
          <p:spPr>
            <a:xfrm>
              <a:off x="1551525" y="4218000"/>
              <a:ext cx="190425" cy="859700"/>
            </a:xfrm>
            <a:custGeom>
              <a:avLst/>
              <a:gdLst/>
              <a:ahLst/>
              <a:cxnLst/>
              <a:rect l="l" t="t" r="r" b="b"/>
              <a:pathLst>
                <a:path w="7617" h="34388" extrusionOk="0">
                  <a:moveTo>
                    <a:pt x="5140" y="1"/>
                  </a:moveTo>
                  <a:lnTo>
                    <a:pt x="75" y="33755"/>
                  </a:lnTo>
                  <a:cubicBezTo>
                    <a:pt x="1" y="34088"/>
                    <a:pt x="260" y="34384"/>
                    <a:pt x="592" y="34384"/>
                  </a:cubicBezTo>
                  <a:cubicBezTo>
                    <a:pt x="614" y="34386"/>
                    <a:pt x="636" y="34388"/>
                    <a:pt x="657" y="34388"/>
                  </a:cubicBezTo>
                  <a:cubicBezTo>
                    <a:pt x="925" y="34388"/>
                    <a:pt x="1150" y="34180"/>
                    <a:pt x="1184" y="33940"/>
                  </a:cubicBezTo>
                  <a:lnTo>
                    <a:pt x="7617" y="1073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51"/>
            <p:cNvSpPr/>
            <p:nvPr/>
          </p:nvSpPr>
          <p:spPr>
            <a:xfrm>
              <a:off x="1545075" y="4210000"/>
              <a:ext cx="205200" cy="875925"/>
            </a:xfrm>
            <a:custGeom>
              <a:avLst/>
              <a:gdLst/>
              <a:ahLst/>
              <a:cxnLst/>
              <a:rect l="l" t="t" r="r" b="b"/>
              <a:pathLst>
                <a:path w="8208" h="35037" extrusionOk="0">
                  <a:moveTo>
                    <a:pt x="5630" y="779"/>
                  </a:moveTo>
                  <a:lnTo>
                    <a:pt x="7505" y="1578"/>
                  </a:lnTo>
                  <a:lnTo>
                    <a:pt x="1146" y="34186"/>
                  </a:lnTo>
                  <a:cubicBezTo>
                    <a:pt x="1109" y="34334"/>
                    <a:pt x="998" y="34408"/>
                    <a:pt x="887" y="34408"/>
                  </a:cubicBezTo>
                  <a:cubicBezTo>
                    <a:pt x="739" y="34408"/>
                    <a:pt x="629" y="34297"/>
                    <a:pt x="629" y="34149"/>
                  </a:cubicBezTo>
                  <a:lnTo>
                    <a:pt x="629" y="34112"/>
                  </a:lnTo>
                  <a:lnTo>
                    <a:pt x="5630" y="779"/>
                  </a:lnTo>
                  <a:close/>
                  <a:moveTo>
                    <a:pt x="5385" y="1"/>
                  </a:moveTo>
                  <a:cubicBezTo>
                    <a:pt x="5330" y="1"/>
                    <a:pt x="5278" y="19"/>
                    <a:pt x="5213" y="62"/>
                  </a:cubicBezTo>
                  <a:cubicBezTo>
                    <a:pt x="5139" y="99"/>
                    <a:pt x="5102" y="173"/>
                    <a:pt x="5065" y="284"/>
                  </a:cubicBezTo>
                  <a:lnTo>
                    <a:pt x="0" y="34001"/>
                  </a:lnTo>
                  <a:lnTo>
                    <a:pt x="37" y="34001"/>
                  </a:lnTo>
                  <a:lnTo>
                    <a:pt x="0" y="34149"/>
                  </a:lnTo>
                  <a:cubicBezTo>
                    <a:pt x="0" y="34593"/>
                    <a:pt x="370" y="34999"/>
                    <a:pt x="850" y="35036"/>
                  </a:cubicBezTo>
                  <a:lnTo>
                    <a:pt x="887" y="35036"/>
                  </a:lnTo>
                  <a:cubicBezTo>
                    <a:pt x="1294" y="35036"/>
                    <a:pt x="1664" y="34741"/>
                    <a:pt x="1738" y="34334"/>
                  </a:cubicBezTo>
                  <a:lnTo>
                    <a:pt x="8171" y="1430"/>
                  </a:lnTo>
                  <a:cubicBezTo>
                    <a:pt x="8208" y="1282"/>
                    <a:pt x="8134" y="1134"/>
                    <a:pt x="7986" y="1097"/>
                  </a:cubicBezTo>
                  <a:lnTo>
                    <a:pt x="5509" y="25"/>
                  </a:lnTo>
                  <a:cubicBezTo>
                    <a:pt x="5463" y="10"/>
                    <a:pt x="5423" y="1"/>
                    <a:pt x="5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51"/>
            <p:cNvSpPr/>
            <p:nvPr/>
          </p:nvSpPr>
          <p:spPr>
            <a:xfrm>
              <a:off x="212735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2515" y="0"/>
                  </a:moveTo>
                  <a:lnTo>
                    <a:pt x="1" y="555"/>
                  </a:lnTo>
                  <a:lnTo>
                    <a:pt x="4733" y="34346"/>
                  </a:lnTo>
                  <a:cubicBezTo>
                    <a:pt x="4797" y="34635"/>
                    <a:pt x="5029" y="34841"/>
                    <a:pt x="5307" y="34841"/>
                  </a:cubicBezTo>
                  <a:cubicBezTo>
                    <a:pt x="5349" y="34841"/>
                    <a:pt x="5392" y="34836"/>
                    <a:pt x="5435" y="34827"/>
                  </a:cubicBezTo>
                  <a:cubicBezTo>
                    <a:pt x="5731" y="34790"/>
                    <a:pt x="5916" y="34531"/>
                    <a:pt x="5879" y="34235"/>
                  </a:cubicBezTo>
                  <a:lnTo>
                    <a:pt x="2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51"/>
            <p:cNvSpPr/>
            <p:nvPr/>
          </p:nvSpPr>
          <p:spPr>
            <a:xfrm>
              <a:off x="2119025" y="4199525"/>
              <a:ext cx="162700" cy="886400"/>
            </a:xfrm>
            <a:custGeom>
              <a:avLst/>
              <a:gdLst/>
              <a:ahLst/>
              <a:cxnLst/>
              <a:rect l="l" t="t" r="r" b="b"/>
              <a:pathLst>
                <a:path w="6508" h="35456" extrusionOk="0">
                  <a:moveTo>
                    <a:pt x="2589" y="703"/>
                  </a:moveTo>
                  <a:lnTo>
                    <a:pt x="5916" y="34568"/>
                  </a:lnTo>
                  <a:cubicBezTo>
                    <a:pt x="5916" y="34716"/>
                    <a:pt x="5805" y="34790"/>
                    <a:pt x="5694" y="34827"/>
                  </a:cubicBezTo>
                  <a:lnTo>
                    <a:pt x="5657" y="34827"/>
                  </a:lnTo>
                  <a:cubicBezTo>
                    <a:pt x="5509" y="34827"/>
                    <a:pt x="5399" y="34753"/>
                    <a:pt x="5399" y="34605"/>
                  </a:cubicBezTo>
                  <a:lnTo>
                    <a:pt x="673" y="1125"/>
                  </a:lnTo>
                  <a:lnTo>
                    <a:pt x="673" y="1125"/>
                  </a:lnTo>
                  <a:lnTo>
                    <a:pt x="2589" y="703"/>
                  </a:lnTo>
                  <a:close/>
                  <a:moveTo>
                    <a:pt x="2811" y="0"/>
                  </a:moveTo>
                  <a:lnTo>
                    <a:pt x="260" y="555"/>
                  </a:lnTo>
                  <a:cubicBezTo>
                    <a:pt x="112" y="592"/>
                    <a:pt x="1" y="740"/>
                    <a:pt x="1" y="925"/>
                  </a:cubicBezTo>
                  <a:lnTo>
                    <a:pt x="4770" y="34716"/>
                  </a:lnTo>
                  <a:cubicBezTo>
                    <a:pt x="4844" y="35160"/>
                    <a:pt x="5214" y="35455"/>
                    <a:pt x="5657" y="35455"/>
                  </a:cubicBezTo>
                  <a:cubicBezTo>
                    <a:pt x="5694" y="35455"/>
                    <a:pt x="5768" y="35455"/>
                    <a:pt x="5842" y="35418"/>
                  </a:cubicBezTo>
                  <a:cubicBezTo>
                    <a:pt x="6249" y="35344"/>
                    <a:pt x="6508" y="34975"/>
                    <a:pt x="6508" y="34568"/>
                  </a:cubicBezTo>
                  <a:lnTo>
                    <a:pt x="6508" y="34494"/>
                  </a:lnTo>
                  <a:lnTo>
                    <a:pt x="3180" y="296"/>
                  </a:lnTo>
                  <a:cubicBezTo>
                    <a:pt x="3143" y="185"/>
                    <a:pt x="3106" y="111"/>
                    <a:pt x="3032" y="74"/>
                  </a:cubicBezTo>
                  <a:cubicBezTo>
                    <a:pt x="2958" y="0"/>
                    <a:pt x="2885" y="0"/>
                    <a:pt x="2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51"/>
            <p:cNvSpPr/>
            <p:nvPr/>
          </p:nvSpPr>
          <p:spPr>
            <a:xfrm>
              <a:off x="1121750" y="3236425"/>
              <a:ext cx="1197875" cy="1049075"/>
            </a:xfrm>
            <a:custGeom>
              <a:avLst/>
              <a:gdLst/>
              <a:ahLst/>
              <a:cxnLst/>
              <a:rect l="l" t="t" r="r" b="b"/>
              <a:pathLst>
                <a:path w="47915" h="41963" extrusionOk="0">
                  <a:moveTo>
                    <a:pt x="4067" y="1"/>
                  </a:moveTo>
                  <a:cubicBezTo>
                    <a:pt x="1775" y="1"/>
                    <a:pt x="1" y="2071"/>
                    <a:pt x="370" y="4327"/>
                  </a:cubicBezTo>
                  <a:lnTo>
                    <a:pt x="6138" y="41963"/>
                  </a:lnTo>
                  <a:lnTo>
                    <a:pt x="47286" y="41963"/>
                  </a:lnTo>
                  <a:cubicBezTo>
                    <a:pt x="47286" y="41963"/>
                    <a:pt x="47914" y="31130"/>
                    <a:pt x="46103" y="27285"/>
                  </a:cubicBezTo>
                  <a:cubicBezTo>
                    <a:pt x="45759" y="26556"/>
                    <a:pt x="44676" y="26262"/>
                    <a:pt x="43140" y="26262"/>
                  </a:cubicBezTo>
                  <a:cubicBezTo>
                    <a:pt x="36681" y="26262"/>
                    <a:pt x="22218" y="31467"/>
                    <a:pt x="21118" y="31467"/>
                  </a:cubicBezTo>
                  <a:cubicBezTo>
                    <a:pt x="21099" y="31467"/>
                    <a:pt x="21085" y="31466"/>
                    <a:pt x="21074" y="31463"/>
                  </a:cubicBezTo>
                  <a:cubicBezTo>
                    <a:pt x="20482" y="31315"/>
                    <a:pt x="21370" y="11906"/>
                    <a:pt x="22442" y="4290"/>
                  </a:cubicBezTo>
                  <a:cubicBezTo>
                    <a:pt x="22774" y="2034"/>
                    <a:pt x="21037" y="1"/>
                    <a:pt x="187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51"/>
            <p:cNvSpPr/>
            <p:nvPr/>
          </p:nvSpPr>
          <p:spPr>
            <a:xfrm>
              <a:off x="1121750" y="3229050"/>
              <a:ext cx="1192325" cy="1063850"/>
            </a:xfrm>
            <a:custGeom>
              <a:avLst/>
              <a:gdLst/>
              <a:ahLst/>
              <a:cxnLst/>
              <a:rect l="l" t="t" r="r" b="b"/>
              <a:pathLst>
                <a:path w="47693" h="42554" extrusionOk="0">
                  <a:moveTo>
                    <a:pt x="18745" y="592"/>
                  </a:moveTo>
                  <a:cubicBezTo>
                    <a:pt x="19706" y="592"/>
                    <a:pt x="20556" y="998"/>
                    <a:pt x="21185" y="1627"/>
                  </a:cubicBezTo>
                  <a:cubicBezTo>
                    <a:pt x="21813" y="2255"/>
                    <a:pt x="22183" y="3106"/>
                    <a:pt x="22183" y="4067"/>
                  </a:cubicBezTo>
                  <a:cubicBezTo>
                    <a:pt x="22183" y="4215"/>
                    <a:pt x="22183" y="4400"/>
                    <a:pt x="22146" y="4548"/>
                  </a:cubicBezTo>
                  <a:cubicBezTo>
                    <a:pt x="21296" y="10463"/>
                    <a:pt x="20556" y="23477"/>
                    <a:pt x="20556" y="29096"/>
                  </a:cubicBezTo>
                  <a:cubicBezTo>
                    <a:pt x="20556" y="29910"/>
                    <a:pt x="20593" y="30575"/>
                    <a:pt x="20630" y="31056"/>
                  </a:cubicBezTo>
                  <a:cubicBezTo>
                    <a:pt x="20630" y="31277"/>
                    <a:pt x="20667" y="31462"/>
                    <a:pt x="20704" y="31610"/>
                  </a:cubicBezTo>
                  <a:cubicBezTo>
                    <a:pt x="20704" y="31684"/>
                    <a:pt x="20704" y="31758"/>
                    <a:pt x="20741" y="31832"/>
                  </a:cubicBezTo>
                  <a:lnTo>
                    <a:pt x="20815" y="31943"/>
                  </a:lnTo>
                  <a:cubicBezTo>
                    <a:pt x="20852" y="31980"/>
                    <a:pt x="20889" y="32054"/>
                    <a:pt x="21000" y="32054"/>
                  </a:cubicBezTo>
                  <a:lnTo>
                    <a:pt x="21111" y="32091"/>
                  </a:lnTo>
                  <a:cubicBezTo>
                    <a:pt x="21222" y="32091"/>
                    <a:pt x="21370" y="32054"/>
                    <a:pt x="21517" y="32017"/>
                  </a:cubicBezTo>
                  <a:cubicBezTo>
                    <a:pt x="22183" y="31869"/>
                    <a:pt x="23477" y="31462"/>
                    <a:pt x="25141" y="30945"/>
                  </a:cubicBezTo>
                  <a:cubicBezTo>
                    <a:pt x="27655" y="30205"/>
                    <a:pt x="31019" y="29170"/>
                    <a:pt x="34346" y="28320"/>
                  </a:cubicBezTo>
                  <a:cubicBezTo>
                    <a:pt x="37637" y="27506"/>
                    <a:pt x="40927" y="26878"/>
                    <a:pt x="43145" y="26878"/>
                  </a:cubicBezTo>
                  <a:cubicBezTo>
                    <a:pt x="43885" y="26878"/>
                    <a:pt x="44513" y="26952"/>
                    <a:pt x="44957" y="27100"/>
                  </a:cubicBezTo>
                  <a:cubicBezTo>
                    <a:pt x="45437" y="27248"/>
                    <a:pt x="45696" y="27469"/>
                    <a:pt x="45807" y="27728"/>
                  </a:cubicBezTo>
                  <a:cubicBezTo>
                    <a:pt x="46325" y="28800"/>
                    <a:pt x="46657" y="30538"/>
                    <a:pt x="46842" y="32461"/>
                  </a:cubicBezTo>
                  <a:cubicBezTo>
                    <a:pt x="47027" y="34346"/>
                    <a:pt x="47101" y="36416"/>
                    <a:pt x="47101" y="38154"/>
                  </a:cubicBezTo>
                  <a:cubicBezTo>
                    <a:pt x="47101" y="39337"/>
                    <a:pt x="47064" y="40335"/>
                    <a:pt x="47027" y="41075"/>
                  </a:cubicBezTo>
                  <a:cubicBezTo>
                    <a:pt x="47027" y="41469"/>
                    <a:pt x="47017" y="41768"/>
                    <a:pt x="47007" y="41962"/>
                  </a:cubicBezTo>
                  <a:lnTo>
                    <a:pt x="6396" y="41962"/>
                  </a:lnTo>
                  <a:lnTo>
                    <a:pt x="666" y="4585"/>
                  </a:lnTo>
                  <a:cubicBezTo>
                    <a:pt x="629" y="4400"/>
                    <a:pt x="629" y="4215"/>
                    <a:pt x="629" y="4067"/>
                  </a:cubicBezTo>
                  <a:cubicBezTo>
                    <a:pt x="629" y="3106"/>
                    <a:pt x="999" y="2255"/>
                    <a:pt x="1627" y="1627"/>
                  </a:cubicBezTo>
                  <a:cubicBezTo>
                    <a:pt x="2256" y="998"/>
                    <a:pt x="3106" y="592"/>
                    <a:pt x="4067" y="592"/>
                  </a:cubicBezTo>
                  <a:close/>
                  <a:moveTo>
                    <a:pt x="4067" y="0"/>
                  </a:moveTo>
                  <a:cubicBezTo>
                    <a:pt x="1812" y="0"/>
                    <a:pt x="1" y="1849"/>
                    <a:pt x="1" y="4067"/>
                  </a:cubicBezTo>
                  <a:cubicBezTo>
                    <a:pt x="1" y="4252"/>
                    <a:pt x="38" y="4474"/>
                    <a:pt x="38" y="4696"/>
                  </a:cubicBezTo>
                  <a:lnTo>
                    <a:pt x="5842" y="42295"/>
                  </a:lnTo>
                  <a:cubicBezTo>
                    <a:pt x="5879" y="42443"/>
                    <a:pt x="5990" y="42554"/>
                    <a:pt x="6138" y="42554"/>
                  </a:cubicBezTo>
                  <a:lnTo>
                    <a:pt x="47286" y="42554"/>
                  </a:lnTo>
                  <a:cubicBezTo>
                    <a:pt x="47471" y="42554"/>
                    <a:pt x="47582" y="42443"/>
                    <a:pt x="47619" y="42258"/>
                  </a:cubicBezTo>
                  <a:cubicBezTo>
                    <a:pt x="47619" y="42258"/>
                    <a:pt x="47693" y="40520"/>
                    <a:pt x="47693" y="38154"/>
                  </a:cubicBezTo>
                  <a:cubicBezTo>
                    <a:pt x="47693" y="36416"/>
                    <a:pt x="47656" y="34309"/>
                    <a:pt x="47471" y="32387"/>
                  </a:cubicBezTo>
                  <a:cubicBezTo>
                    <a:pt x="47249" y="30464"/>
                    <a:pt x="46953" y="28653"/>
                    <a:pt x="46362" y="27433"/>
                  </a:cubicBezTo>
                  <a:cubicBezTo>
                    <a:pt x="46140" y="26989"/>
                    <a:pt x="45696" y="26693"/>
                    <a:pt x="45142" y="26508"/>
                  </a:cubicBezTo>
                  <a:cubicBezTo>
                    <a:pt x="44587" y="26323"/>
                    <a:pt x="43922" y="26249"/>
                    <a:pt x="43145" y="26249"/>
                  </a:cubicBezTo>
                  <a:cubicBezTo>
                    <a:pt x="39818" y="26249"/>
                    <a:pt x="34568" y="27580"/>
                    <a:pt x="30021" y="28874"/>
                  </a:cubicBezTo>
                  <a:cubicBezTo>
                    <a:pt x="27728" y="29503"/>
                    <a:pt x="25621" y="30168"/>
                    <a:pt x="23994" y="30649"/>
                  </a:cubicBezTo>
                  <a:cubicBezTo>
                    <a:pt x="23181" y="30908"/>
                    <a:pt x="22516" y="31093"/>
                    <a:pt x="21998" y="31240"/>
                  </a:cubicBezTo>
                  <a:cubicBezTo>
                    <a:pt x="21776" y="31314"/>
                    <a:pt x="21554" y="31388"/>
                    <a:pt x="21407" y="31425"/>
                  </a:cubicBezTo>
                  <a:cubicBezTo>
                    <a:pt x="21362" y="31436"/>
                    <a:pt x="21318" y="31444"/>
                    <a:pt x="21277" y="31450"/>
                  </a:cubicBezTo>
                  <a:lnTo>
                    <a:pt x="21277" y="31450"/>
                  </a:lnTo>
                  <a:cubicBezTo>
                    <a:pt x="21247" y="31286"/>
                    <a:pt x="21222" y="31024"/>
                    <a:pt x="21222" y="30686"/>
                  </a:cubicBezTo>
                  <a:cubicBezTo>
                    <a:pt x="21185" y="30242"/>
                    <a:pt x="21185" y="29725"/>
                    <a:pt x="21185" y="29096"/>
                  </a:cubicBezTo>
                  <a:cubicBezTo>
                    <a:pt x="21185" y="23514"/>
                    <a:pt x="21924" y="10500"/>
                    <a:pt x="22774" y="4659"/>
                  </a:cubicBezTo>
                  <a:cubicBezTo>
                    <a:pt x="22774" y="4437"/>
                    <a:pt x="22811" y="4252"/>
                    <a:pt x="22811" y="4067"/>
                  </a:cubicBezTo>
                  <a:cubicBezTo>
                    <a:pt x="22811" y="1849"/>
                    <a:pt x="21000" y="0"/>
                    <a:pt x="18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51"/>
            <p:cNvSpPr/>
            <p:nvPr/>
          </p:nvSpPr>
          <p:spPr>
            <a:xfrm>
              <a:off x="1495150" y="3236425"/>
              <a:ext cx="824475" cy="1049075"/>
            </a:xfrm>
            <a:custGeom>
              <a:avLst/>
              <a:gdLst/>
              <a:ahLst/>
              <a:cxnLst/>
              <a:rect l="l" t="t" r="r" b="b"/>
              <a:pathLst>
                <a:path w="32979" h="41963" extrusionOk="0">
                  <a:moveTo>
                    <a:pt x="3920" y="1"/>
                  </a:moveTo>
                  <a:cubicBezTo>
                    <a:pt x="1701" y="75"/>
                    <a:pt x="1" y="2108"/>
                    <a:pt x="333" y="4327"/>
                  </a:cubicBezTo>
                  <a:lnTo>
                    <a:pt x="6138" y="41963"/>
                  </a:lnTo>
                  <a:lnTo>
                    <a:pt x="32350" y="41963"/>
                  </a:lnTo>
                  <a:cubicBezTo>
                    <a:pt x="32350" y="41963"/>
                    <a:pt x="32978" y="31130"/>
                    <a:pt x="31167" y="27285"/>
                  </a:cubicBezTo>
                  <a:cubicBezTo>
                    <a:pt x="30823" y="26556"/>
                    <a:pt x="29740" y="26262"/>
                    <a:pt x="28204" y="26262"/>
                  </a:cubicBezTo>
                  <a:cubicBezTo>
                    <a:pt x="21745" y="26262"/>
                    <a:pt x="7282" y="31467"/>
                    <a:pt x="6182" y="31467"/>
                  </a:cubicBezTo>
                  <a:cubicBezTo>
                    <a:pt x="6163" y="31467"/>
                    <a:pt x="6149" y="31466"/>
                    <a:pt x="6138" y="31463"/>
                  </a:cubicBezTo>
                  <a:cubicBezTo>
                    <a:pt x="5546" y="31315"/>
                    <a:pt x="6434" y="11906"/>
                    <a:pt x="7506" y="4290"/>
                  </a:cubicBezTo>
                  <a:cubicBezTo>
                    <a:pt x="7838" y="2071"/>
                    <a:pt x="6175" y="75"/>
                    <a:pt x="3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51"/>
            <p:cNvSpPr/>
            <p:nvPr/>
          </p:nvSpPr>
          <p:spPr>
            <a:xfrm>
              <a:off x="1495150" y="3229050"/>
              <a:ext cx="818925" cy="1063850"/>
            </a:xfrm>
            <a:custGeom>
              <a:avLst/>
              <a:gdLst/>
              <a:ahLst/>
              <a:cxnLst/>
              <a:rect l="l" t="t" r="r" b="b"/>
              <a:pathLst>
                <a:path w="32757" h="42554" extrusionOk="0">
                  <a:moveTo>
                    <a:pt x="3938" y="629"/>
                  </a:moveTo>
                  <a:cubicBezTo>
                    <a:pt x="5814" y="676"/>
                    <a:pt x="7247" y="2225"/>
                    <a:pt x="7247" y="4067"/>
                  </a:cubicBezTo>
                  <a:cubicBezTo>
                    <a:pt x="7247" y="4215"/>
                    <a:pt x="7247" y="4400"/>
                    <a:pt x="7210" y="4548"/>
                  </a:cubicBezTo>
                  <a:cubicBezTo>
                    <a:pt x="6360" y="10463"/>
                    <a:pt x="5620" y="23477"/>
                    <a:pt x="5620" y="29096"/>
                  </a:cubicBezTo>
                  <a:cubicBezTo>
                    <a:pt x="5620" y="29910"/>
                    <a:pt x="5657" y="30575"/>
                    <a:pt x="5694" y="31056"/>
                  </a:cubicBezTo>
                  <a:cubicBezTo>
                    <a:pt x="5694" y="31277"/>
                    <a:pt x="5731" y="31462"/>
                    <a:pt x="5768" y="31610"/>
                  </a:cubicBezTo>
                  <a:cubicBezTo>
                    <a:pt x="5768" y="31684"/>
                    <a:pt x="5768" y="31758"/>
                    <a:pt x="5805" y="31832"/>
                  </a:cubicBezTo>
                  <a:lnTo>
                    <a:pt x="5879" y="31943"/>
                  </a:lnTo>
                  <a:cubicBezTo>
                    <a:pt x="5916" y="31980"/>
                    <a:pt x="5953" y="32054"/>
                    <a:pt x="6064" y="32054"/>
                  </a:cubicBezTo>
                  <a:lnTo>
                    <a:pt x="6175" y="32091"/>
                  </a:lnTo>
                  <a:cubicBezTo>
                    <a:pt x="6286" y="32091"/>
                    <a:pt x="6434" y="32054"/>
                    <a:pt x="6581" y="32017"/>
                  </a:cubicBezTo>
                  <a:cubicBezTo>
                    <a:pt x="7247" y="31869"/>
                    <a:pt x="8541" y="31462"/>
                    <a:pt x="10205" y="30945"/>
                  </a:cubicBezTo>
                  <a:cubicBezTo>
                    <a:pt x="12719" y="30205"/>
                    <a:pt x="16083" y="29170"/>
                    <a:pt x="19410" y="28320"/>
                  </a:cubicBezTo>
                  <a:cubicBezTo>
                    <a:pt x="22701" y="27506"/>
                    <a:pt x="25991" y="26878"/>
                    <a:pt x="28209" y="26878"/>
                  </a:cubicBezTo>
                  <a:cubicBezTo>
                    <a:pt x="28949" y="26878"/>
                    <a:pt x="29577" y="26952"/>
                    <a:pt x="30021" y="27100"/>
                  </a:cubicBezTo>
                  <a:cubicBezTo>
                    <a:pt x="30501" y="27248"/>
                    <a:pt x="30760" y="27469"/>
                    <a:pt x="30871" y="27728"/>
                  </a:cubicBezTo>
                  <a:cubicBezTo>
                    <a:pt x="31389" y="28800"/>
                    <a:pt x="31721" y="30538"/>
                    <a:pt x="31906" y="32461"/>
                  </a:cubicBezTo>
                  <a:cubicBezTo>
                    <a:pt x="32091" y="34346"/>
                    <a:pt x="32165" y="36416"/>
                    <a:pt x="32165" y="38154"/>
                  </a:cubicBezTo>
                  <a:cubicBezTo>
                    <a:pt x="32165" y="39337"/>
                    <a:pt x="32128" y="40335"/>
                    <a:pt x="32091" y="41075"/>
                  </a:cubicBezTo>
                  <a:cubicBezTo>
                    <a:pt x="32091" y="41469"/>
                    <a:pt x="32081" y="41768"/>
                    <a:pt x="32071" y="41962"/>
                  </a:cubicBezTo>
                  <a:lnTo>
                    <a:pt x="6397" y="41962"/>
                  </a:lnTo>
                  <a:lnTo>
                    <a:pt x="666" y="4585"/>
                  </a:lnTo>
                  <a:cubicBezTo>
                    <a:pt x="629" y="4400"/>
                    <a:pt x="629" y="4215"/>
                    <a:pt x="629" y="4067"/>
                  </a:cubicBezTo>
                  <a:cubicBezTo>
                    <a:pt x="629" y="2225"/>
                    <a:pt x="2062" y="676"/>
                    <a:pt x="3938" y="629"/>
                  </a:cubicBezTo>
                  <a:close/>
                  <a:moveTo>
                    <a:pt x="3920" y="0"/>
                  </a:moveTo>
                  <a:cubicBezTo>
                    <a:pt x="1701" y="74"/>
                    <a:pt x="1" y="1886"/>
                    <a:pt x="1" y="4067"/>
                  </a:cubicBezTo>
                  <a:cubicBezTo>
                    <a:pt x="1" y="4252"/>
                    <a:pt x="1" y="4474"/>
                    <a:pt x="38" y="4696"/>
                  </a:cubicBezTo>
                  <a:lnTo>
                    <a:pt x="5842" y="42295"/>
                  </a:lnTo>
                  <a:cubicBezTo>
                    <a:pt x="5842" y="42443"/>
                    <a:pt x="5990" y="42554"/>
                    <a:pt x="6138" y="42554"/>
                  </a:cubicBezTo>
                  <a:lnTo>
                    <a:pt x="32350" y="42554"/>
                  </a:lnTo>
                  <a:cubicBezTo>
                    <a:pt x="32535" y="42554"/>
                    <a:pt x="32646" y="42443"/>
                    <a:pt x="32683" y="42258"/>
                  </a:cubicBezTo>
                  <a:cubicBezTo>
                    <a:pt x="32683" y="42258"/>
                    <a:pt x="32757" y="40520"/>
                    <a:pt x="32757" y="38154"/>
                  </a:cubicBezTo>
                  <a:cubicBezTo>
                    <a:pt x="32757" y="36416"/>
                    <a:pt x="32720" y="34309"/>
                    <a:pt x="32535" y="32387"/>
                  </a:cubicBezTo>
                  <a:cubicBezTo>
                    <a:pt x="32313" y="30464"/>
                    <a:pt x="32017" y="28653"/>
                    <a:pt x="31426" y="27433"/>
                  </a:cubicBezTo>
                  <a:cubicBezTo>
                    <a:pt x="31204" y="26989"/>
                    <a:pt x="30760" y="26693"/>
                    <a:pt x="30206" y="26508"/>
                  </a:cubicBezTo>
                  <a:cubicBezTo>
                    <a:pt x="29651" y="26323"/>
                    <a:pt x="28986" y="26249"/>
                    <a:pt x="28209" y="26249"/>
                  </a:cubicBezTo>
                  <a:cubicBezTo>
                    <a:pt x="24882" y="26249"/>
                    <a:pt x="19632" y="27580"/>
                    <a:pt x="15085" y="28874"/>
                  </a:cubicBezTo>
                  <a:cubicBezTo>
                    <a:pt x="12792" y="29503"/>
                    <a:pt x="10685" y="30168"/>
                    <a:pt x="9058" y="30649"/>
                  </a:cubicBezTo>
                  <a:cubicBezTo>
                    <a:pt x="8245" y="30908"/>
                    <a:pt x="7580" y="31093"/>
                    <a:pt x="7062" y="31240"/>
                  </a:cubicBezTo>
                  <a:cubicBezTo>
                    <a:pt x="6840" y="31314"/>
                    <a:pt x="6618" y="31388"/>
                    <a:pt x="6471" y="31425"/>
                  </a:cubicBezTo>
                  <a:cubicBezTo>
                    <a:pt x="6426" y="31436"/>
                    <a:pt x="6382" y="31444"/>
                    <a:pt x="6341" y="31450"/>
                  </a:cubicBezTo>
                  <a:lnTo>
                    <a:pt x="6341" y="31450"/>
                  </a:lnTo>
                  <a:cubicBezTo>
                    <a:pt x="6311" y="31286"/>
                    <a:pt x="6286" y="31024"/>
                    <a:pt x="6286" y="30686"/>
                  </a:cubicBezTo>
                  <a:cubicBezTo>
                    <a:pt x="6249" y="30242"/>
                    <a:pt x="6249" y="29725"/>
                    <a:pt x="6249" y="29096"/>
                  </a:cubicBezTo>
                  <a:cubicBezTo>
                    <a:pt x="6249" y="23514"/>
                    <a:pt x="6988" y="10500"/>
                    <a:pt x="7838" y="4659"/>
                  </a:cubicBezTo>
                  <a:cubicBezTo>
                    <a:pt x="7838" y="4437"/>
                    <a:pt x="7875" y="4252"/>
                    <a:pt x="7875" y="4067"/>
                  </a:cubicBezTo>
                  <a:cubicBezTo>
                    <a:pt x="7875" y="1886"/>
                    <a:pt x="6138" y="74"/>
                    <a:pt x="39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4" name="Google Shape;2934;p51"/>
          <p:cNvSpPr txBox="1">
            <a:spLocks noGrp="1"/>
          </p:cNvSpPr>
          <p:nvPr>
            <p:ph type="subTitle" idx="4"/>
          </p:nvPr>
        </p:nvSpPr>
        <p:spPr>
          <a:xfrm>
            <a:off x="6294424" y="2092069"/>
            <a:ext cx="1886644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Никое заведение не използва такъв тип уебсайт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35" name="Google Shape;2935;p51"/>
          <p:cNvSpPr txBox="1">
            <a:spLocks noGrp="1"/>
          </p:cNvSpPr>
          <p:nvPr>
            <p:ph type="subTitle" idx="5"/>
          </p:nvPr>
        </p:nvSpPr>
        <p:spPr>
          <a:xfrm>
            <a:off x="3699705" y="1448136"/>
            <a:ext cx="1886644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Лесно и бързо резервиране само с 1 натискане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36" name="Google Shape;2936;p51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Визуализира се върху всички устройства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937" name="Google Shape;2937;p51"/>
          <p:cNvGrpSpPr/>
          <p:nvPr/>
        </p:nvGrpSpPr>
        <p:grpSpPr>
          <a:xfrm>
            <a:off x="2021644" y="1725712"/>
            <a:ext cx="175013" cy="27000"/>
            <a:chOff x="5662375" y="212375"/>
            <a:chExt cx="175013" cy="27000"/>
          </a:xfrm>
        </p:grpSpPr>
        <p:sp>
          <p:nvSpPr>
            <p:cNvPr id="2938" name="Google Shape;2938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1" name="Google Shape;2941;p51"/>
          <p:cNvGrpSpPr/>
          <p:nvPr/>
        </p:nvGrpSpPr>
        <p:grpSpPr>
          <a:xfrm>
            <a:off x="4484519" y="1167573"/>
            <a:ext cx="175013" cy="27000"/>
            <a:chOff x="5662375" y="212375"/>
            <a:chExt cx="175013" cy="27000"/>
          </a:xfrm>
        </p:grpSpPr>
        <p:sp>
          <p:nvSpPr>
            <p:cNvPr id="2942" name="Google Shape;2942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5" name="Google Shape;2945;p51"/>
          <p:cNvGrpSpPr/>
          <p:nvPr/>
        </p:nvGrpSpPr>
        <p:grpSpPr>
          <a:xfrm>
            <a:off x="6949194" y="1725699"/>
            <a:ext cx="175013" cy="27000"/>
            <a:chOff x="5662375" y="212375"/>
            <a:chExt cx="175013" cy="27000"/>
          </a:xfrm>
        </p:grpSpPr>
        <p:sp>
          <p:nvSpPr>
            <p:cNvPr id="2946" name="Google Shape;2946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9" name="Google Shape;2949;p51"/>
          <p:cNvGrpSpPr/>
          <p:nvPr/>
        </p:nvGrpSpPr>
        <p:grpSpPr>
          <a:xfrm>
            <a:off x="5495189" y="2811226"/>
            <a:ext cx="203374" cy="179736"/>
            <a:chOff x="-3137650" y="2787000"/>
            <a:chExt cx="291450" cy="257575"/>
          </a:xfrm>
        </p:grpSpPr>
        <p:sp>
          <p:nvSpPr>
            <p:cNvPr id="2950" name="Google Shape;2950;p5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5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5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5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5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5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5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5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8" name="Google Shape;2958;p51"/>
          <p:cNvGrpSpPr/>
          <p:nvPr/>
        </p:nvGrpSpPr>
        <p:grpSpPr>
          <a:xfrm>
            <a:off x="3830965" y="2799136"/>
            <a:ext cx="203915" cy="203915"/>
            <a:chOff x="-6354300" y="2757075"/>
            <a:chExt cx="292225" cy="292225"/>
          </a:xfrm>
        </p:grpSpPr>
        <p:sp>
          <p:nvSpPr>
            <p:cNvPr id="2959" name="Google Shape;2959;p51"/>
            <p:cNvSpPr/>
            <p:nvPr/>
          </p:nvSpPr>
          <p:spPr>
            <a:xfrm>
              <a:off x="-6354300" y="2757075"/>
              <a:ext cx="292225" cy="292225"/>
            </a:xfrm>
            <a:custGeom>
              <a:avLst/>
              <a:gdLst/>
              <a:ahLst/>
              <a:cxnLst/>
              <a:rect l="l" t="t" r="r" b="b"/>
              <a:pathLst>
                <a:path w="11689" h="11689" extrusionOk="0">
                  <a:moveTo>
                    <a:pt x="10681" y="4159"/>
                  </a:moveTo>
                  <a:cubicBezTo>
                    <a:pt x="10870" y="4159"/>
                    <a:pt x="11027" y="4316"/>
                    <a:pt x="11027" y="4505"/>
                  </a:cubicBezTo>
                  <a:lnTo>
                    <a:pt x="11027" y="4915"/>
                  </a:lnTo>
                  <a:cubicBezTo>
                    <a:pt x="10901" y="4883"/>
                    <a:pt x="10775" y="4883"/>
                    <a:pt x="10681" y="4883"/>
                  </a:cubicBezTo>
                  <a:lnTo>
                    <a:pt x="9609" y="4883"/>
                  </a:lnTo>
                  <a:lnTo>
                    <a:pt x="9609" y="4190"/>
                  </a:lnTo>
                  <a:lnTo>
                    <a:pt x="10681" y="4190"/>
                  </a:lnTo>
                  <a:lnTo>
                    <a:pt x="10681" y="4159"/>
                  </a:lnTo>
                  <a:close/>
                  <a:moveTo>
                    <a:pt x="2048" y="2773"/>
                  </a:moveTo>
                  <a:lnTo>
                    <a:pt x="2048" y="6207"/>
                  </a:lnTo>
                  <a:lnTo>
                    <a:pt x="662" y="6207"/>
                  </a:lnTo>
                  <a:lnTo>
                    <a:pt x="662" y="3151"/>
                  </a:lnTo>
                  <a:cubicBezTo>
                    <a:pt x="694" y="2930"/>
                    <a:pt x="851" y="2773"/>
                    <a:pt x="1009" y="2773"/>
                  </a:cubicBezTo>
                  <a:close/>
                  <a:moveTo>
                    <a:pt x="8885" y="693"/>
                  </a:moveTo>
                  <a:lnTo>
                    <a:pt x="8885" y="4883"/>
                  </a:lnTo>
                  <a:cubicBezTo>
                    <a:pt x="8538" y="4915"/>
                    <a:pt x="8223" y="5104"/>
                    <a:pt x="8066" y="5419"/>
                  </a:cubicBezTo>
                  <a:lnTo>
                    <a:pt x="7751" y="6049"/>
                  </a:lnTo>
                  <a:cubicBezTo>
                    <a:pt x="7719" y="6175"/>
                    <a:pt x="7593" y="6238"/>
                    <a:pt x="7436" y="6238"/>
                  </a:cubicBezTo>
                  <a:lnTo>
                    <a:pt x="2710" y="6238"/>
                  </a:lnTo>
                  <a:lnTo>
                    <a:pt x="2710" y="693"/>
                  </a:lnTo>
                  <a:close/>
                  <a:moveTo>
                    <a:pt x="10681" y="5513"/>
                  </a:moveTo>
                  <a:cubicBezTo>
                    <a:pt x="10870" y="5513"/>
                    <a:pt x="11027" y="5671"/>
                    <a:pt x="11027" y="5860"/>
                  </a:cubicBezTo>
                  <a:lnTo>
                    <a:pt x="11027" y="10649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09" y="11027"/>
                  </a:lnTo>
                  <a:cubicBezTo>
                    <a:pt x="820" y="11027"/>
                    <a:pt x="662" y="10869"/>
                    <a:pt x="662" y="10649"/>
                  </a:cubicBezTo>
                  <a:lnTo>
                    <a:pt x="662" y="6868"/>
                  </a:lnTo>
                  <a:lnTo>
                    <a:pt x="7436" y="6868"/>
                  </a:lnTo>
                  <a:cubicBezTo>
                    <a:pt x="7845" y="6868"/>
                    <a:pt x="8192" y="6648"/>
                    <a:pt x="8349" y="6333"/>
                  </a:cubicBezTo>
                  <a:lnTo>
                    <a:pt x="8664" y="5703"/>
                  </a:lnTo>
                  <a:cubicBezTo>
                    <a:pt x="8696" y="5576"/>
                    <a:pt x="8822" y="5513"/>
                    <a:pt x="8979" y="5513"/>
                  </a:cubicBezTo>
                  <a:close/>
                  <a:moveTo>
                    <a:pt x="2395" y="0"/>
                  </a:moveTo>
                  <a:cubicBezTo>
                    <a:pt x="2206" y="0"/>
                    <a:pt x="2048" y="158"/>
                    <a:pt x="2048" y="347"/>
                  </a:cubicBezTo>
                  <a:lnTo>
                    <a:pt x="2048" y="2111"/>
                  </a:lnTo>
                  <a:lnTo>
                    <a:pt x="1009" y="2111"/>
                  </a:lnTo>
                  <a:cubicBezTo>
                    <a:pt x="473" y="2111"/>
                    <a:pt x="0" y="2584"/>
                    <a:pt x="0" y="3151"/>
                  </a:cubicBezTo>
                  <a:lnTo>
                    <a:pt x="0" y="10649"/>
                  </a:lnTo>
                  <a:cubicBezTo>
                    <a:pt x="0" y="11216"/>
                    <a:pt x="473" y="11688"/>
                    <a:pt x="1009" y="11688"/>
                  </a:cubicBezTo>
                  <a:lnTo>
                    <a:pt x="10618" y="11688"/>
                  </a:lnTo>
                  <a:cubicBezTo>
                    <a:pt x="11185" y="11688"/>
                    <a:pt x="11657" y="11216"/>
                    <a:pt x="11657" y="10649"/>
                  </a:cubicBezTo>
                  <a:lnTo>
                    <a:pt x="11657" y="4505"/>
                  </a:lnTo>
                  <a:cubicBezTo>
                    <a:pt x="11689" y="3938"/>
                    <a:pt x="11216" y="3466"/>
                    <a:pt x="10681" y="3466"/>
                  </a:cubicBezTo>
                  <a:lnTo>
                    <a:pt x="9609" y="3466"/>
                  </a:lnTo>
                  <a:lnTo>
                    <a:pt x="9609" y="347"/>
                  </a:lnTo>
                  <a:cubicBezTo>
                    <a:pt x="9609" y="158"/>
                    <a:pt x="9452" y="0"/>
                    <a:pt x="9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51"/>
            <p:cNvSpPr/>
            <p:nvPr/>
          </p:nvSpPr>
          <p:spPr>
            <a:xfrm>
              <a:off x="-6268450" y="279015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51"/>
            <p:cNvSpPr/>
            <p:nvPr/>
          </p:nvSpPr>
          <p:spPr>
            <a:xfrm>
              <a:off x="-6268450" y="282560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51"/>
            <p:cNvSpPr/>
            <p:nvPr/>
          </p:nvSpPr>
          <p:spPr>
            <a:xfrm>
              <a:off x="-6268450" y="2860250"/>
              <a:ext cx="119750" cy="17350"/>
            </a:xfrm>
            <a:custGeom>
              <a:avLst/>
              <a:gdLst/>
              <a:ahLst/>
              <a:cxnLst/>
              <a:rect l="l" t="t" r="r" b="b"/>
              <a:pathLst>
                <a:path w="4790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32" y="693"/>
                    <a:pt x="4789" y="536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3" name="Google Shape;2963;p51"/>
          <p:cNvGrpSpPr/>
          <p:nvPr/>
        </p:nvGrpSpPr>
        <p:grpSpPr>
          <a:xfrm>
            <a:off x="4917834" y="2603164"/>
            <a:ext cx="203374" cy="203915"/>
            <a:chOff x="-1700225" y="2768875"/>
            <a:chExt cx="291450" cy="292225"/>
          </a:xfrm>
        </p:grpSpPr>
        <p:sp>
          <p:nvSpPr>
            <p:cNvPr id="2964" name="Google Shape;2964;p51"/>
            <p:cNvSpPr/>
            <p:nvPr/>
          </p:nvSpPr>
          <p:spPr>
            <a:xfrm>
              <a:off x="-170022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51"/>
            <p:cNvSpPr/>
            <p:nvPr/>
          </p:nvSpPr>
          <p:spPr>
            <a:xfrm>
              <a:off x="-1667150" y="28019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51"/>
            <p:cNvSpPr/>
            <p:nvPr/>
          </p:nvSpPr>
          <p:spPr>
            <a:xfrm>
              <a:off x="-1632500" y="28019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51"/>
            <p:cNvSpPr/>
            <p:nvPr/>
          </p:nvSpPr>
          <p:spPr>
            <a:xfrm>
              <a:off x="-1597850" y="2801950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51"/>
            <p:cNvSpPr/>
            <p:nvPr/>
          </p:nvSpPr>
          <p:spPr>
            <a:xfrm>
              <a:off x="-1564750" y="280195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51"/>
            <p:cNvSpPr/>
            <p:nvPr/>
          </p:nvSpPr>
          <p:spPr>
            <a:xfrm>
              <a:off x="-1597850" y="2924050"/>
              <a:ext cx="85100" cy="85075"/>
            </a:xfrm>
            <a:custGeom>
              <a:avLst/>
              <a:gdLst/>
              <a:ahLst/>
              <a:cxnLst/>
              <a:rect l="l" t="t" r="r" b="b"/>
              <a:pathLst>
                <a:path w="3404" h="3403" extrusionOk="0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3909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4400" dirty="0"/>
              <a:t>Подобрения</a:t>
            </a: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8306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49"/>
          <p:cNvSpPr txBox="1"/>
          <p:nvPr/>
        </p:nvSpPr>
        <p:spPr>
          <a:xfrm>
            <a:off x="10054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По-добър дизайн</a:t>
            </a:r>
            <a:endParaRPr sz="16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6" name="Google Shape;2696;p49"/>
          <p:cNvSpPr txBox="1"/>
          <p:nvPr/>
        </p:nvSpPr>
        <p:spPr>
          <a:xfrm>
            <a:off x="4242647" y="1162867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Извеждане на статистика и потребителски данни</a:t>
            </a:r>
            <a:endParaRPr sz="16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7" name="Google Shape;2697;p49"/>
          <p:cNvSpPr txBox="1"/>
          <p:nvPr/>
        </p:nvSpPr>
        <p:spPr>
          <a:xfrm>
            <a:off x="26433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По-силна защита на потребителя</a:t>
            </a:r>
            <a:endParaRPr sz="16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8" name="Google Shape;2698;p49"/>
          <p:cNvSpPr txBox="1"/>
          <p:nvPr/>
        </p:nvSpPr>
        <p:spPr>
          <a:xfrm>
            <a:off x="59191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Администраторски панел</a:t>
            </a:r>
            <a:endParaRPr sz="16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699" name="Google Shape;2699;p49"/>
          <p:cNvGrpSpPr/>
          <p:nvPr/>
        </p:nvGrpSpPr>
        <p:grpSpPr>
          <a:xfrm>
            <a:off x="1620199" y="2106974"/>
            <a:ext cx="5900364" cy="1517351"/>
            <a:chOff x="1621724" y="2106974"/>
            <a:chExt cx="5900364" cy="1517351"/>
          </a:xfrm>
        </p:grpSpPr>
        <p:grpSp>
          <p:nvGrpSpPr>
            <p:cNvPr id="2700" name="Google Shape;2700;p49"/>
            <p:cNvGrpSpPr/>
            <p:nvPr/>
          </p:nvGrpSpPr>
          <p:grpSpPr>
            <a:xfrm>
              <a:off x="2604811" y="2884996"/>
              <a:ext cx="4021725" cy="538"/>
              <a:chOff x="3762462" y="2553002"/>
              <a:chExt cx="1121570" cy="150"/>
            </a:xfrm>
          </p:grpSpPr>
          <p:cxnSp>
            <p:nvCxnSpPr>
              <p:cNvPr id="2701" name="Google Shape;2701;p49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2" name="Google Shape;2702;p49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3" name="Google Shape;2703;p49"/>
              <p:cNvCxnSpPr>
                <a:stCxn id="2704" idx="6"/>
                <a:endCxn id="2705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706" name="Google Shape;2706;p49"/>
            <p:cNvCxnSpPr/>
            <p:nvPr/>
          </p:nvCxnSpPr>
          <p:spPr>
            <a:xfrm>
              <a:off x="3752008" y="3186309"/>
              <a:ext cx="0" cy="35822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07" name="Google Shape;2707;p49"/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2705" name="Google Shape;2705;p49"/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49"/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09" name="Google Shape;2709;p49"/>
            <p:cNvCxnSpPr>
              <a:stCxn id="2710" idx="0"/>
            </p:cNvCxnSpPr>
            <p:nvPr/>
          </p:nvCxnSpPr>
          <p:spPr>
            <a:xfrm rot="10800000">
              <a:off x="5391613" y="2122099"/>
              <a:ext cx="0" cy="39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1" name="Google Shape;2711;p49"/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2712" name="Google Shape;2712;p49"/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49"/>
              <p:cNvSpPr/>
              <p:nvPr/>
            </p:nvSpPr>
            <p:spPr>
              <a:xfrm>
                <a:off x="5090423" y="2583719"/>
                <a:ext cx="602414" cy="60241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13" name="Google Shape;2713;p49"/>
            <p:cNvCxnSpPr/>
            <p:nvPr/>
          </p:nvCxnSpPr>
          <p:spPr>
            <a:xfrm>
              <a:off x="7031106" y="3186309"/>
              <a:ext cx="0" cy="35714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4" name="Google Shape;2714;p49"/>
            <p:cNvGrpSpPr/>
            <p:nvPr/>
          </p:nvGrpSpPr>
          <p:grpSpPr>
            <a:xfrm>
              <a:off x="6539045" y="2393178"/>
              <a:ext cx="983044" cy="983044"/>
              <a:chOff x="6626363" y="2480342"/>
              <a:chExt cx="808956" cy="808956"/>
            </a:xfrm>
          </p:grpSpPr>
          <p:sp>
            <p:nvSpPr>
              <p:cNvPr id="2715" name="Google Shape;2715;p49"/>
              <p:cNvSpPr/>
              <p:nvPr/>
            </p:nvSpPr>
            <p:spPr>
              <a:xfrm>
                <a:off x="6626363" y="2480342"/>
                <a:ext cx="808956" cy="80895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49"/>
              <p:cNvSpPr/>
              <p:nvPr/>
            </p:nvSpPr>
            <p:spPr>
              <a:xfrm>
                <a:off x="6729729" y="2583719"/>
                <a:ext cx="602414" cy="602414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17" name="Google Shape;2717;p49"/>
            <p:cNvCxnSpPr>
              <a:stCxn id="2718" idx="0"/>
            </p:cNvCxnSpPr>
            <p:nvPr/>
          </p:nvCxnSpPr>
          <p:spPr>
            <a:xfrm rot="10800000">
              <a:off x="2113432" y="2122227"/>
              <a:ext cx="0" cy="39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9" name="Google Shape;2719;p49"/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2704" name="Google Shape;2704;p49"/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49"/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20" name="Google Shape;2720;p49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49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49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49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4" name="Google Shape;2724;p49"/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5" name="Google Shape;2725;p49"/>
          <p:cNvSpPr txBox="1"/>
          <p:nvPr/>
        </p:nvSpPr>
        <p:spPr>
          <a:xfrm>
            <a:off x="34008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2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6" name="Google Shape;2726;p49"/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3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7" name="Google Shape;2727;p49"/>
          <p:cNvSpPr txBox="1"/>
          <p:nvPr/>
        </p:nvSpPr>
        <p:spPr>
          <a:xfrm>
            <a:off x="66766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56"/>
          <p:cNvSpPr txBox="1">
            <a:spLocks noGrp="1"/>
          </p:cNvSpPr>
          <p:nvPr>
            <p:ph type="title"/>
          </p:nvPr>
        </p:nvSpPr>
        <p:spPr>
          <a:xfrm>
            <a:off x="1823550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Цели</a:t>
            </a:r>
            <a:endParaRPr dirty="0"/>
          </a:p>
        </p:txBody>
      </p:sp>
      <p:grpSp>
        <p:nvGrpSpPr>
          <p:cNvPr id="3192" name="Google Shape;3192;p56"/>
          <p:cNvGrpSpPr/>
          <p:nvPr/>
        </p:nvGrpSpPr>
        <p:grpSpPr>
          <a:xfrm>
            <a:off x="1294564" y="1554315"/>
            <a:ext cx="6554873" cy="2635919"/>
            <a:chOff x="1294625" y="1566360"/>
            <a:chExt cx="6554873" cy="2635919"/>
          </a:xfrm>
        </p:grpSpPr>
        <p:cxnSp>
          <p:nvCxnSpPr>
            <p:cNvPr id="3193" name="Google Shape;3193;p56"/>
            <p:cNvCxnSpPr/>
            <p:nvPr/>
          </p:nvCxnSpPr>
          <p:spPr>
            <a:xfrm rot="10800000">
              <a:off x="2192678" y="3244512"/>
              <a:ext cx="564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4" name="Google Shape;3194;p56"/>
            <p:cNvCxnSpPr/>
            <p:nvPr/>
          </p:nvCxnSpPr>
          <p:spPr>
            <a:xfrm rot="10800000">
              <a:off x="2192678" y="2403884"/>
              <a:ext cx="564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5" name="Google Shape;3195;p56"/>
            <p:cNvCxnSpPr/>
            <p:nvPr/>
          </p:nvCxnSpPr>
          <p:spPr>
            <a:xfrm rot="10800000">
              <a:off x="2192678" y="4085157"/>
              <a:ext cx="564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96" name="Google Shape;3196;p56"/>
            <p:cNvSpPr txBox="1"/>
            <p:nvPr/>
          </p:nvSpPr>
          <p:spPr>
            <a:xfrm flipH="1">
              <a:off x="2191469" y="1566365"/>
              <a:ext cx="12387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bg-BG" sz="1600" dirty="0">
                  <a:solidFill>
                    <a:schemeClr val="dk2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rPr>
                <a:t>Май</a:t>
              </a:r>
              <a:endParaRPr sz="1600" dirty="0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3197" name="Google Shape;3197;p56"/>
            <p:cNvSpPr txBox="1"/>
            <p:nvPr/>
          </p:nvSpPr>
          <p:spPr>
            <a:xfrm flipH="1">
              <a:off x="3621558" y="1566360"/>
              <a:ext cx="12744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bg-BG" sz="1600" dirty="0">
                  <a:solidFill>
                    <a:schemeClr val="dk2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rPr>
                <a:t>Юни</a:t>
              </a:r>
              <a:endParaRPr sz="1600" dirty="0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3198" name="Google Shape;3198;p56"/>
            <p:cNvSpPr txBox="1"/>
            <p:nvPr/>
          </p:nvSpPr>
          <p:spPr>
            <a:xfrm flipH="1">
              <a:off x="5149523" y="1566365"/>
              <a:ext cx="12387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bg-BG" sz="1600" dirty="0">
                  <a:solidFill>
                    <a:schemeClr val="dk2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rPr>
                <a:t>Юли</a:t>
              </a:r>
              <a:endParaRPr sz="1600" dirty="0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3199" name="Google Shape;3199;p56"/>
            <p:cNvSpPr txBox="1"/>
            <p:nvPr/>
          </p:nvSpPr>
          <p:spPr>
            <a:xfrm flipH="1">
              <a:off x="6610798" y="1566365"/>
              <a:ext cx="12387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bg-BG" sz="1600" dirty="0">
                  <a:solidFill>
                    <a:schemeClr val="dk2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rPr>
                <a:t>Август</a:t>
              </a:r>
              <a:endParaRPr sz="1600" dirty="0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3200" name="Google Shape;3200;p56"/>
            <p:cNvSpPr txBox="1"/>
            <p:nvPr/>
          </p:nvSpPr>
          <p:spPr>
            <a:xfrm flipH="1">
              <a:off x="1294625" y="2186650"/>
              <a:ext cx="896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bg-BG" sz="1600" dirty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ЦЕЛ</a:t>
              </a:r>
              <a:endParaRPr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201" name="Google Shape;3201;p56"/>
            <p:cNvSpPr txBox="1"/>
            <p:nvPr/>
          </p:nvSpPr>
          <p:spPr>
            <a:xfrm flipH="1">
              <a:off x="1354050" y="3034572"/>
              <a:ext cx="8367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bg-BG" sz="1600" dirty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Фаза</a:t>
              </a:r>
              <a:r>
                <a:rPr lang="en" sz="1600" dirty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1</a:t>
              </a:r>
              <a:endParaRPr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202" name="Google Shape;3202;p56"/>
            <p:cNvSpPr txBox="1"/>
            <p:nvPr/>
          </p:nvSpPr>
          <p:spPr>
            <a:xfrm flipH="1">
              <a:off x="1294650" y="3840180"/>
              <a:ext cx="896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bg-BG" sz="1600" dirty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Фаза</a:t>
              </a:r>
              <a:r>
                <a:rPr lang="en" sz="1600" dirty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2</a:t>
              </a:r>
              <a:endParaRPr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203" name="Google Shape;3203;p56"/>
            <p:cNvSpPr/>
            <p:nvPr/>
          </p:nvSpPr>
          <p:spPr>
            <a:xfrm>
              <a:off x="2176644" y="2315975"/>
              <a:ext cx="1269900" cy="1809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56"/>
            <p:cNvSpPr/>
            <p:nvPr/>
          </p:nvSpPr>
          <p:spPr>
            <a:xfrm>
              <a:off x="3527769" y="2315975"/>
              <a:ext cx="1413600" cy="1809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56"/>
            <p:cNvSpPr/>
            <p:nvPr/>
          </p:nvSpPr>
          <p:spPr>
            <a:xfrm>
              <a:off x="5022594" y="2315975"/>
              <a:ext cx="1413600" cy="1809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56"/>
            <p:cNvSpPr/>
            <p:nvPr/>
          </p:nvSpPr>
          <p:spPr>
            <a:xfrm>
              <a:off x="2176644" y="3155575"/>
              <a:ext cx="1269900" cy="1809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56"/>
            <p:cNvSpPr/>
            <p:nvPr/>
          </p:nvSpPr>
          <p:spPr>
            <a:xfrm>
              <a:off x="3527769" y="3990625"/>
              <a:ext cx="1413600" cy="1809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56"/>
            <p:cNvSpPr/>
            <p:nvPr/>
          </p:nvSpPr>
          <p:spPr>
            <a:xfrm>
              <a:off x="5022594" y="3990625"/>
              <a:ext cx="1413600" cy="1809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63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7200" dirty="0"/>
              <a:t>Благодаря</a:t>
            </a:r>
            <a:r>
              <a:rPr lang="en" sz="7200" dirty="0"/>
              <a:t>!</a:t>
            </a:r>
            <a:endParaRPr sz="7200" dirty="0"/>
          </a:p>
        </p:txBody>
      </p:sp>
      <p:sp>
        <p:nvSpPr>
          <p:cNvPr id="3606" name="Google Shape;3606;p63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Имате ли въпроси</a:t>
            </a:r>
            <a:r>
              <a:rPr lang="en" dirty="0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?</a:t>
            </a:r>
            <a:endParaRPr dirty="0">
              <a:solidFill>
                <a:schemeClr val="accent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59595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>
                <a:solidFill>
                  <a:schemeClr val="dk2"/>
                </a:solidFill>
                <a:latin typeface="Barlow Semi Condensed Light"/>
                <a:ea typeface="Barlow Semi Condensed Light"/>
                <a:cs typeface="Barlow Semi Condensed Light"/>
              </a:rPr>
              <a:t>				</a:t>
            </a:r>
            <a:r>
              <a:rPr lang="en-US" dirty="0">
                <a:solidFill>
                  <a:schemeClr val="dk2"/>
                </a:solidFill>
                <a:latin typeface="Barlow Semi Condensed Light"/>
                <a:ea typeface="Barlow Semi Condensed Light"/>
                <a:cs typeface="Barlow Semi Condensed Light"/>
              </a:rPr>
              <a:t>		</a:t>
            </a:r>
            <a:endParaRPr dirty="0">
              <a:solidFill>
                <a:schemeClr val="dk2"/>
              </a:solidFill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7CF3DF-C9D4-9DF4-2CBB-05B3925C1462}"/>
              </a:ext>
            </a:extLst>
          </p:cNvPr>
          <p:cNvSpPr/>
          <p:nvPr/>
        </p:nvSpPr>
        <p:spPr>
          <a:xfrm>
            <a:off x="2428875" y="3724275"/>
            <a:ext cx="461425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oogle Shape;4506;p64">
            <a:extLst>
              <a:ext uri="{FF2B5EF4-FFF2-40B4-BE49-F238E27FC236}">
                <a16:creationId xmlns:a16="http://schemas.microsoft.com/office/drawing/2014/main" id="{B6C3CBB2-7D1C-F17B-D7D3-1052D6AF815C}"/>
              </a:ext>
            </a:extLst>
          </p:cNvPr>
          <p:cNvGrpSpPr/>
          <p:nvPr/>
        </p:nvGrpSpPr>
        <p:grpSpPr>
          <a:xfrm>
            <a:off x="3249547" y="2530673"/>
            <a:ext cx="2649455" cy="2228779"/>
            <a:chOff x="556125" y="238075"/>
            <a:chExt cx="6466175" cy="5235125"/>
          </a:xfrm>
        </p:grpSpPr>
        <p:sp>
          <p:nvSpPr>
            <p:cNvPr id="4" name="Google Shape;4507;p64">
              <a:extLst>
                <a:ext uri="{FF2B5EF4-FFF2-40B4-BE49-F238E27FC236}">
                  <a16:creationId xmlns:a16="http://schemas.microsoft.com/office/drawing/2014/main" id="{1955C924-8E5F-A526-8028-69ED24262561}"/>
                </a:ext>
              </a:extLst>
            </p:cNvPr>
            <p:cNvSpPr/>
            <p:nvPr/>
          </p:nvSpPr>
          <p:spPr>
            <a:xfrm>
              <a:off x="966475" y="238075"/>
              <a:ext cx="5595525" cy="3934875"/>
            </a:xfrm>
            <a:custGeom>
              <a:avLst/>
              <a:gdLst/>
              <a:ahLst/>
              <a:cxnLst/>
              <a:rect l="l" t="t" r="r" b="b"/>
              <a:pathLst>
                <a:path w="223821" h="157395" extrusionOk="0">
                  <a:moveTo>
                    <a:pt x="129272" y="1"/>
                  </a:moveTo>
                  <a:cubicBezTo>
                    <a:pt x="113376" y="1"/>
                    <a:pt x="101060" y="6804"/>
                    <a:pt x="89618" y="15862"/>
                  </a:cubicBezTo>
                  <a:cubicBezTo>
                    <a:pt x="79562" y="23811"/>
                    <a:pt x="68655" y="31205"/>
                    <a:pt x="55605" y="34570"/>
                  </a:cubicBezTo>
                  <a:cubicBezTo>
                    <a:pt x="42665" y="37897"/>
                    <a:pt x="29688" y="39930"/>
                    <a:pt x="21037" y="50208"/>
                  </a:cubicBezTo>
                  <a:cubicBezTo>
                    <a:pt x="1" y="75237"/>
                    <a:pt x="2071" y="110951"/>
                    <a:pt x="32498" y="130287"/>
                  </a:cubicBezTo>
                  <a:cubicBezTo>
                    <a:pt x="61552" y="148815"/>
                    <a:pt x="113119" y="157395"/>
                    <a:pt x="136916" y="157395"/>
                  </a:cubicBezTo>
                  <a:cubicBezTo>
                    <a:pt x="139948" y="157395"/>
                    <a:pt x="142530" y="157255"/>
                    <a:pt x="144556" y="156980"/>
                  </a:cubicBezTo>
                  <a:cubicBezTo>
                    <a:pt x="144556" y="156980"/>
                    <a:pt x="146598" y="157363"/>
                    <a:pt x="150067" y="157363"/>
                  </a:cubicBezTo>
                  <a:cubicBezTo>
                    <a:pt x="158698" y="157363"/>
                    <a:pt x="176162" y="154992"/>
                    <a:pt x="192987" y="138457"/>
                  </a:cubicBezTo>
                  <a:cubicBezTo>
                    <a:pt x="216612" y="115277"/>
                    <a:pt x="223821" y="72871"/>
                    <a:pt x="208589" y="44552"/>
                  </a:cubicBezTo>
                  <a:cubicBezTo>
                    <a:pt x="193357" y="16232"/>
                    <a:pt x="162635" y="298"/>
                    <a:pt x="129657" y="2"/>
                  </a:cubicBezTo>
                  <a:cubicBezTo>
                    <a:pt x="129528" y="1"/>
                    <a:pt x="129400" y="1"/>
                    <a:pt x="1292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508;p64">
              <a:extLst>
                <a:ext uri="{FF2B5EF4-FFF2-40B4-BE49-F238E27FC236}">
                  <a16:creationId xmlns:a16="http://schemas.microsoft.com/office/drawing/2014/main" id="{95F36C4E-377E-F778-70A7-F765FDCB9FD8}"/>
                </a:ext>
              </a:extLst>
            </p:cNvPr>
            <p:cNvSpPr/>
            <p:nvPr/>
          </p:nvSpPr>
          <p:spPr>
            <a:xfrm>
              <a:off x="1144875" y="238125"/>
              <a:ext cx="5235975" cy="3934625"/>
            </a:xfrm>
            <a:custGeom>
              <a:avLst/>
              <a:gdLst/>
              <a:ahLst/>
              <a:cxnLst/>
              <a:rect l="l" t="t" r="r" b="b"/>
              <a:pathLst>
                <a:path w="209439" h="157385" extrusionOk="0">
                  <a:moveTo>
                    <a:pt x="122040" y="0"/>
                  </a:moveTo>
                  <a:cubicBezTo>
                    <a:pt x="106180" y="0"/>
                    <a:pt x="93906" y="6840"/>
                    <a:pt x="82482" y="15860"/>
                  </a:cubicBezTo>
                  <a:cubicBezTo>
                    <a:pt x="72426" y="23809"/>
                    <a:pt x="61519" y="31203"/>
                    <a:pt x="48469" y="34568"/>
                  </a:cubicBezTo>
                  <a:cubicBezTo>
                    <a:pt x="35529" y="37895"/>
                    <a:pt x="22552" y="39928"/>
                    <a:pt x="13901" y="50206"/>
                  </a:cubicBezTo>
                  <a:cubicBezTo>
                    <a:pt x="4770" y="61076"/>
                    <a:pt x="0" y="73941"/>
                    <a:pt x="0" y="86622"/>
                  </a:cubicBezTo>
                  <a:cubicBezTo>
                    <a:pt x="0" y="103148"/>
                    <a:pt x="8134" y="119341"/>
                    <a:pt x="25362" y="130285"/>
                  </a:cubicBezTo>
                  <a:cubicBezTo>
                    <a:pt x="54421" y="148807"/>
                    <a:pt x="105921" y="157384"/>
                    <a:pt x="129730" y="157384"/>
                  </a:cubicBezTo>
                  <a:cubicBezTo>
                    <a:pt x="132799" y="157384"/>
                    <a:pt x="135387" y="157236"/>
                    <a:pt x="137420" y="156978"/>
                  </a:cubicBezTo>
                  <a:cubicBezTo>
                    <a:pt x="137420" y="156978"/>
                    <a:pt x="139453" y="157347"/>
                    <a:pt x="142929" y="157347"/>
                  </a:cubicBezTo>
                  <a:cubicBezTo>
                    <a:pt x="151580" y="157347"/>
                    <a:pt x="169030" y="154981"/>
                    <a:pt x="185851" y="138455"/>
                  </a:cubicBezTo>
                  <a:cubicBezTo>
                    <a:pt x="201046" y="123556"/>
                    <a:pt x="209439" y="100671"/>
                    <a:pt x="209439" y="78674"/>
                  </a:cubicBezTo>
                  <a:cubicBezTo>
                    <a:pt x="209439" y="66510"/>
                    <a:pt x="206888" y="54643"/>
                    <a:pt x="201453" y="44550"/>
                  </a:cubicBezTo>
                  <a:cubicBezTo>
                    <a:pt x="186221" y="16230"/>
                    <a:pt x="155499" y="296"/>
                    <a:pt x="122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509;p64">
              <a:extLst>
                <a:ext uri="{FF2B5EF4-FFF2-40B4-BE49-F238E27FC236}">
                  <a16:creationId xmlns:a16="http://schemas.microsoft.com/office/drawing/2014/main" id="{EA906750-9B5E-A283-A2C9-7844BE24572D}"/>
                </a:ext>
              </a:extLst>
            </p:cNvPr>
            <p:cNvSpPr/>
            <p:nvPr/>
          </p:nvSpPr>
          <p:spPr>
            <a:xfrm>
              <a:off x="2809475" y="4833575"/>
              <a:ext cx="2029700" cy="639625"/>
            </a:xfrm>
            <a:custGeom>
              <a:avLst/>
              <a:gdLst/>
              <a:ahLst/>
              <a:cxnLst/>
              <a:rect l="l" t="t" r="r" b="b"/>
              <a:pathLst>
                <a:path w="81188" h="25585" extrusionOk="0">
                  <a:moveTo>
                    <a:pt x="40594" y="0"/>
                  </a:moveTo>
                  <a:cubicBezTo>
                    <a:pt x="18190" y="0"/>
                    <a:pt x="0" y="5731"/>
                    <a:pt x="0" y="12792"/>
                  </a:cubicBezTo>
                  <a:cubicBezTo>
                    <a:pt x="0" y="19854"/>
                    <a:pt x="18190" y="25584"/>
                    <a:pt x="40594" y="25584"/>
                  </a:cubicBezTo>
                  <a:cubicBezTo>
                    <a:pt x="63035" y="25584"/>
                    <a:pt x="81188" y="19854"/>
                    <a:pt x="81188" y="12792"/>
                  </a:cubicBezTo>
                  <a:cubicBezTo>
                    <a:pt x="81188" y="5731"/>
                    <a:pt x="63035" y="0"/>
                    <a:pt x="405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510;p64">
              <a:extLst>
                <a:ext uri="{FF2B5EF4-FFF2-40B4-BE49-F238E27FC236}">
                  <a16:creationId xmlns:a16="http://schemas.microsoft.com/office/drawing/2014/main" id="{281B834B-4EB9-5A29-54BD-D11D1017B125}"/>
                </a:ext>
              </a:extLst>
            </p:cNvPr>
            <p:cNvSpPr/>
            <p:nvPr/>
          </p:nvSpPr>
          <p:spPr>
            <a:xfrm>
              <a:off x="2809475" y="4833575"/>
              <a:ext cx="2029700" cy="639625"/>
            </a:xfrm>
            <a:custGeom>
              <a:avLst/>
              <a:gdLst/>
              <a:ahLst/>
              <a:cxnLst/>
              <a:rect l="l" t="t" r="r" b="b"/>
              <a:pathLst>
                <a:path w="81188" h="25585" extrusionOk="0">
                  <a:moveTo>
                    <a:pt x="40594" y="0"/>
                  </a:moveTo>
                  <a:cubicBezTo>
                    <a:pt x="18190" y="0"/>
                    <a:pt x="0" y="5731"/>
                    <a:pt x="0" y="12792"/>
                  </a:cubicBezTo>
                  <a:cubicBezTo>
                    <a:pt x="0" y="19854"/>
                    <a:pt x="18190" y="25584"/>
                    <a:pt x="40594" y="25584"/>
                  </a:cubicBezTo>
                  <a:cubicBezTo>
                    <a:pt x="63035" y="25584"/>
                    <a:pt x="81188" y="19854"/>
                    <a:pt x="81188" y="12792"/>
                  </a:cubicBezTo>
                  <a:cubicBezTo>
                    <a:pt x="81188" y="5731"/>
                    <a:pt x="63035" y="0"/>
                    <a:pt x="405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511;p64">
              <a:extLst>
                <a:ext uri="{FF2B5EF4-FFF2-40B4-BE49-F238E27FC236}">
                  <a16:creationId xmlns:a16="http://schemas.microsoft.com/office/drawing/2014/main" id="{169E5374-DB4E-0513-64CB-CCE32B02D7C3}"/>
                </a:ext>
              </a:extLst>
            </p:cNvPr>
            <p:cNvSpPr/>
            <p:nvPr/>
          </p:nvSpPr>
          <p:spPr>
            <a:xfrm>
              <a:off x="2061750" y="1360175"/>
              <a:ext cx="3403150" cy="1928050"/>
            </a:xfrm>
            <a:custGeom>
              <a:avLst/>
              <a:gdLst/>
              <a:ahLst/>
              <a:cxnLst/>
              <a:rect l="l" t="t" r="r" b="b"/>
              <a:pathLst>
                <a:path w="136126" h="77122" extrusionOk="0">
                  <a:moveTo>
                    <a:pt x="68063" y="0"/>
                  </a:moveTo>
                  <a:cubicBezTo>
                    <a:pt x="30464" y="0"/>
                    <a:pt x="0" y="30501"/>
                    <a:pt x="0" y="68101"/>
                  </a:cubicBezTo>
                  <a:cubicBezTo>
                    <a:pt x="0" y="71132"/>
                    <a:pt x="185" y="74164"/>
                    <a:pt x="592" y="77121"/>
                  </a:cubicBezTo>
                  <a:lnTo>
                    <a:pt x="135534" y="77121"/>
                  </a:lnTo>
                  <a:cubicBezTo>
                    <a:pt x="135904" y="74164"/>
                    <a:pt x="136126" y="71132"/>
                    <a:pt x="136126" y="68101"/>
                  </a:cubicBezTo>
                  <a:cubicBezTo>
                    <a:pt x="136126" y="30501"/>
                    <a:pt x="105662" y="0"/>
                    <a:pt x="68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512;p64">
              <a:extLst>
                <a:ext uri="{FF2B5EF4-FFF2-40B4-BE49-F238E27FC236}">
                  <a16:creationId xmlns:a16="http://schemas.microsoft.com/office/drawing/2014/main" id="{3ED9B024-C969-46F7-D4AB-D2D815253C8A}"/>
                </a:ext>
              </a:extLst>
            </p:cNvPr>
            <p:cNvSpPr/>
            <p:nvPr/>
          </p:nvSpPr>
          <p:spPr>
            <a:xfrm>
              <a:off x="2053425" y="1352775"/>
              <a:ext cx="3418875" cy="1942850"/>
            </a:xfrm>
            <a:custGeom>
              <a:avLst/>
              <a:gdLst/>
              <a:ahLst/>
              <a:cxnLst/>
              <a:rect l="l" t="t" r="r" b="b"/>
              <a:pathLst>
                <a:path w="136755" h="77714" extrusionOk="0">
                  <a:moveTo>
                    <a:pt x="68396" y="629"/>
                  </a:moveTo>
                  <a:cubicBezTo>
                    <a:pt x="87103" y="629"/>
                    <a:pt x="104036" y="8208"/>
                    <a:pt x="116310" y="20482"/>
                  </a:cubicBezTo>
                  <a:cubicBezTo>
                    <a:pt x="128584" y="32720"/>
                    <a:pt x="136163" y="49652"/>
                    <a:pt x="136163" y="68397"/>
                  </a:cubicBezTo>
                  <a:cubicBezTo>
                    <a:pt x="136163" y="71327"/>
                    <a:pt x="135956" y="74223"/>
                    <a:pt x="135608" y="77085"/>
                  </a:cubicBezTo>
                  <a:lnTo>
                    <a:pt x="1184" y="77085"/>
                  </a:lnTo>
                  <a:cubicBezTo>
                    <a:pt x="836" y="74223"/>
                    <a:pt x="629" y="71327"/>
                    <a:pt x="629" y="68397"/>
                  </a:cubicBezTo>
                  <a:cubicBezTo>
                    <a:pt x="629" y="49652"/>
                    <a:pt x="8208" y="32720"/>
                    <a:pt x="20482" y="20482"/>
                  </a:cubicBezTo>
                  <a:cubicBezTo>
                    <a:pt x="32756" y="8208"/>
                    <a:pt x="49689" y="629"/>
                    <a:pt x="68396" y="629"/>
                  </a:cubicBezTo>
                  <a:close/>
                  <a:moveTo>
                    <a:pt x="68396" y="1"/>
                  </a:moveTo>
                  <a:cubicBezTo>
                    <a:pt x="30612" y="1"/>
                    <a:pt x="0" y="30612"/>
                    <a:pt x="0" y="68397"/>
                  </a:cubicBezTo>
                  <a:cubicBezTo>
                    <a:pt x="0" y="71465"/>
                    <a:pt x="222" y="74497"/>
                    <a:pt x="629" y="77454"/>
                  </a:cubicBezTo>
                  <a:cubicBezTo>
                    <a:pt x="629" y="77602"/>
                    <a:pt x="777" y="77713"/>
                    <a:pt x="925" y="77713"/>
                  </a:cubicBezTo>
                  <a:lnTo>
                    <a:pt x="135867" y="77713"/>
                  </a:lnTo>
                  <a:cubicBezTo>
                    <a:pt x="136015" y="77713"/>
                    <a:pt x="136163" y="77602"/>
                    <a:pt x="136163" y="77454"/>
                  </a:cubicBezTo>
                  <a:cubicBezTo>
                    <a:pt x="136570" y="74497"/>
                    <a:pt x="136755" y="71465"/>
                    <a:pt x="136755" y="68397"/>
                  </a:cubicBezTo>
                  <a:cubicBezTo>
                    <a:pt x="136755" y="30612"/>
                    <a:pt x="106143" y="1"/>
                    <a:pt x="68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513;p64">
              <a:extLst>
                <a:ext uri="{FF2B5EF4-FFF2-40B4-BE49-F238E27FC236}">
                  <a16:creationId xmlns:a16="http://schemas.microsoft.com/office/drawing/2014/main" id="{EA6B4C74-F1F0-96A8-880A-998C110C6FC2}"/>
                </a:ext>
              </a:extLst>
            </p:cNvPr>
            <p:cNvSpPr/>
            <p:nvPr/>
          </p:nvSpPr>
          <p:spPr>
            <a:xfrm>
              <a:off x="2028475" y="3650500"/>
              <a:ext cx="3505750" cy="644250"/>
            </a:xfrm>
            <a:custGeom>
              <a:avLst/>
              <a:gdLst/>
              <a:ahLst/>
              <a:cxnLst/>
              <a:rect l="l" t="t" r="r" b="b"/>
              <a:pathLst>
                <a:path w="140230" h="25770" extrusionOk="0">
                  <a:moveTo>
                    <a:pt x="0" y="1"/>
                  </a:moveTo>
                  <a:lnTo>
                    <a:pt x="0" y="25769"/>
                  </a:lnTo>
                  <a:lnTo>
                    <a:pt x="140230" y="25769"/>
                  </a:lnTo>
                  <a:lnTo>
                    <a:pt x="1402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514;p64">
              <a:extLst>
                <a:ext uri="{FF2B5EF4-FFF2-40B4-BE49-F238E27FC236}">
                  <a16:creationId xmlns:a16="http://schemas.microsoft.com/office/drawing/2014/main" id="{E5213806-7DA1-12E7-CAAD-B55583E722FB}"/>
                </a:ext>
              </a:extLst>
            </p:cNvPr>
            <p:cNvSpPr/>
            <p:nvPr/>
          </p:nvSpPr>
          <p:spPr>
            <a:xfrm>
              <a:off x="2021075" y="3643125"/>
              <a:ext cx="3521475" cy="659025"/>
            </a:xfrm>
            <a:custGeom>
              <a:avLst/>
              <a:gdLst/>
              <a:ahLst/>
              <a:cxnLst/>
              <a:rect l="l" t="t" r="r" b="b"/>
              <a:pathLst>
                <a:path w="140859" h="26361" extrusionOk="0">
                  <a:moveTo>
                    <a:pt x="140230" y="629"/>
                  </a:moveTo>
                  <a:lnTo>
                    <a:pt x="140230" y="25732"/>
                  </a:lnTo>
                  <a:lnTo>
                    <a:pt x="592" y="2573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26064"/>
                  </a:lnTo>
                  <a:cubicBezTo>
                    <a:pt x="0" y="26138"/>
                    <a:pt x="37" y="26212"/>
                    <a:pt x="74" y="26286"/>
                  </a:cubicBezTo>
                  <a:cubicBezTo>
                    <a:pt x="148" y="26323"/>
                    <a:pt x="222" y="26360"/>
                    <a:pt x="296" y="26360"/>
                  </a:cubicBezTo>
                  <a:lnTo>
                    <a:pt x="140526" y="26360"/>
                  </a:lnTo>
                  <a:cubicBezTo>
                    <a:pt x="140637" y="26360"/>
                    <a:pt x="140711" y="26323"/>
                    <a:pt x="140747" y="26286"/>
                  </a:cubicBezTo>
                  <a:cubicBezTo>
                    <a:pt x="140821" y="26212"/>
                    <a:pt x="140858" y="26138"/>
                    <a:pt x="140858" y="26064"/>
                  </a:cubicBezTo>
                  <a:lnTo>
                    <a:pt x="140858" y="296"/>
                  </a:lnTo>
                  <a:cubicBezTo>
                    <a:pt x="140858" y="222"/>
                    <a:pt x="140821" y="148"/>
                    <a:pt x="140747" y="74"/>
                  </a:cubicBezTo>
                  <a:cubicBezTo>
                    <a:pt x="140711" y="37"/>
                    <a:pt x="140637" y="0"/>
                    <a:pt x="140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515;p64">
              <a:extLst>
                <a:ext uri="{FF2B5EF4-FFF2-40B4-BE49-F238E27FC236}">
                  <a16:creationId xmlns:a16="http://schemas.microsoft.com/office/drawing/2014/main" id="{4D8D26CF-C336-07B2-86FB-23A813F90CB2}"/>
                </a:ext>
              </a:extLst>
            </p:cNvPr>
            <p:cNvSpPr/>
            <p:nvPr/>
          </p:nvSpPr>
          <p:spPr>
            <a:xfrm>
              <a:off x="3464775" y="920225"/>
              <a:ext cx="596175" cy="1592525"/>
            </a:xfrm>
            <a:custGeom>
              <a:avLst/>
              <a:gdLst/>
              <a:ahLst/>
              <a:cxnLst/>
              <a:rect l="l" t="t" r="r" b="b"/>
              <a:pathLst>
                <a:path w="23847" h="63701" extrusionOk="0">
                  <a:moveTo>
                    <a:pt x="0" y="0"/>
                  </a:moveTo>
                  <a:lnTo>
                    <a:pt x="0" y="63701"/>
                  </a:lnTo>
                  <a:lnTo>
                    <a:pt x="23847" y="63701"/>
                  </a:lnTo>
                  <a:lnTo>
                    <a:pt x="238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516;p64">
              <a:extLst>
                <a:ext uri="{FF2B5EF4-FFF2-40B4-BE49-F238E27FC236}">
                  <a16:creationId xmlns:a16="http://schemas.microsoft.com/office/drawing/2014/main" id="{BAD8BC85-DA3B-56C6-5CDC-F4C547CC65F0}"/>
                </a:ext>
              </a:extLst>
            </p:cNvPr>
            <p:cNvSpPr/>
            <p:nvPr/>
          </p:nvSpPr>
          <p:spPr>
            <a:xfrm>
              <a:off x="3457375" y="912825"/>
              <a:ext cx="611900" cy="1607325"/>
            </a:xfrm>
            <a:custGeom>
              <a:avLst/>
              <a:gdLst/>
              <a:ahLst/>
              <a:cxnLst/>
              <a:rect l="l" t="t" r="r" b="b"/>
              <a:pathLst>
                <a:path w="24476" h="64293" extrusionOk="0">
                  <a:moveTo>
                    <a:pt x="23847" y="592"/>
                  </a:moveTo>
                  <a:lnTo>
                    <a:pt x="23847" y="63664"/>
                  </a:lnTo>
                  <a:lnTo>
                    <a:pt x="629" y="63664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3" y="1"/>
                    <a:pt x="149" y="38"/>
                    <a:pt x="75" y="75"/>
                  </a:cubicBezTo>
                  <a:cubicBezTo>
                    <a:pt x="38" y="149"/>
                    <a:pt x="1" y="222"/>
                    <a:pt x="1" y="296"/>
                  </a:cubicBezTo>
                  <a:lnTo>
                    <a:pt x="1" y="63997"/>
                  </a:lnTo>
                  <a:cubicBezTo>
                    <a:pt x="1" y="64071"/>
                    <a:pt x="38" y="64145"/>
                    <a:pt x="75" y="64219"/>
                  </a:cubicBezTo>
                  <a:cubicBezTo>
                    <a:pt x="149" y="64256"/>
                    <a:pt x="223" y="64293"/>
                    <a:pt x="296" y="64293"/>
                  </a:cubicBezTo>
                  <a:lnTo>
                    <a:pt x="24143" y="64293"/>
                  </a:lnTo>
                  <a:cubicBezTo>
                    <a:pt x="24253" y="64293"/>
                    <a:pt x="24327" y="64256"/>
                    <a:pt x="24364" y="64219"/>
                  </a:cubicBezTo>
                  <a:cubicBezTo>
                    <a:pt x="24438" y="64145"/>
                    <a:pt x="24475" y="64071"/>
                    <a:pt x="24475" y="63997"/>
                  </a:cubicBezTo>
                  <a:lnTo>
                    <a:pt x="24475" y="296"/>
                  </a:lnTo>
                  <a:cubicBezTo>
                    <a:pt x="24475" y="222"/>
                    <a:pt x="24438" y="149"/>
                    <a:pt x="24364" y="75"/>
                  </a:cubicBezTo>
                  <a:cubicBezTo>
                    <a:pt x="24327" y="38"/>
                    <a:pt x="24253" y="1"/>
                    <a:pt x="2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517;p64">
              <a:extLst>
                <a:ext uri="{FF2B5EF4-FFF2-40B4-BE49-F238E27FC236}">
                  <a16:creationId xmlns:a16="http://schemas.microsoft.com/office/drawing/2014/main" id="{4FBB623C-FAE9-730D-49D5-5092D7C3DA72}"/>
                </a:ext>
              </a:extLst>
            </p:cNvPr>
            <p:cNvSpPr/>
            <p:nvPr/>
          </p:nvSpPr>
          <p:spPr>
            <a:xfrm>
              <a:off x="3464775" y="920225"/>
              <a:ext cx="596175" cy="1349450"/>
            </a:xfrm>
            <a:custGeom>
              <a:avLst/>
              <a:gdLst/>
              <a:ahLst/>
              <a:cxnLst/>
              <a:rect l="l" t="t" r="r" b="b"/>
              <a:pathLst>
                <a:path w="23847" h="53978" extrusionOk="0">
                  <a:moveTo>
                    <a:pt x="0" y="0"/>
                  </a:moveTo>
                  <a:lnTo>
                    <a:pt x="0" y="53978"/>
                  </a:lnTo>
                  <a:lnTo>
                    <a:pt x="23847" y="53978"/>
                  </a:lnTo>
                  <a:lnTo>
                    <a:pt x="2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518;p64">
              <a:extLst>
                <a:ext uri="{FF2B5EF4-FFF2-40B4-BE49-F238E27FC236}">
                  <a16:creationId xmlns:a16="http://schemas.microsoft.com/office/drawing/2014/main" id="{60E737AF-9F43-E7F7-CD0F-2AAB3BDA4D75}"/>
                </a:ext>
              </a:extLst>
            </p:cNvPr>
            <p:cNvSpPr/>
            <p:nvPr/>
          </p:nvSpPr>
          <p:spPr>
            <a:xfrm>
              <a:off x="3457375" y="912825"/>
              <a:ext cx="611900" cy="1365175"/>
            </a:xfrm>
            <a:custGeom>
              <a:avLst/>
              <a:gdLst/>
              <a:ahLst/>
              <a:cxnLst/>
              <a:rect l="l" t="t" r="r" b="b"/>
              <a:pathLst>
                <a:path w="24476" h="54607" extrusionOk="0">
                  <a:moveTo>
                    <a:pt x="23847" y="592"/>
                  </a:moveTo>
                  <a:lnTo>
                    <a:pt x="23847" y="53978"/>
                  </a:lnTo>
                  <a:lnTo>
                    <a:pt x="629" y="53978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3" y="1"/>
                    <a:pt x="149" y="38"/>
                    <a:pt x="75" y="75"/>
                  </a:cubicBezTo>
                  <a:cubicBezTo>
                    <a:pt x="38" y="149"/>
                    <a:pt x="1" y="222"/>
                    <a:pt x="1" y="296"/>
                  </a:cubicBezTo>
                  <a:lnTo>
                    <a:pt x="1" y="54274"/>
                  </a:lnTo>
                  <a:cubicBezTo>
                    <a:pt x="1" y="54385"/>
                    <a:pt x="38" y="54458"/>
                    <a:pt x="75" y="54495"/>
                  </a:cubicBezTo>
                  <a:cubicBezTo>
                    <a:pt x="149" y="54569"/>
                    <a:pt x="223" y="54606"/>
                    <a:pt x="296" y="54606"/>
                  </a:cubicBezTo>
                  <a:lnTo>
                    <a:pt x="24143" y="54606"/>
                  </a:lnTo>
                  <a:cubicBezTo>
                    <a:pt x="24253" y="54606"/>
                    <a:pt x="24327" y="54569"/>
                    <a:pt x="24364" y="54495"/>
                  </a:cubicBezTo>
                  <a:cubicBezTo>
                    <a:pt x="24438" y="54458"/>
                    <a:pt x="24475" y="54385"/>
                    <a:pt x="24475" y="54274"/>
                  </a:cubicBezTo>
                  <a:lnTo>
                    <a:pt x="24475" y="296"/>
                  </a:lnTo>
                  <a:cubicBezTo>
                    <a:pt x="24475" y="222"/>
                    <a:pt x="24438" y="149"/>
                    <a:pt x="24364" y="75"/>
                  </a:cubicBezTo>
                  <a:cubicBezTo>
                    <a:pt x="24327" y="38"/>
                    <a:pt x="24253" y="1"/>
                    <a:pt x="2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519;p64">
              <a:extLst>
                <a:ext uri="{FF2B5EF4-FFF2-40B4-BE49-F238E27FC236}">
                  <a16:creationId xmlns:a16="http://schemas.microsoft.com/office/drawing/2014/main" id="{AF1F46FC-68E2-988E-3BD6-DF9176D660EF}"/>
                </a:ext>
              </a:extLst>
            </p:cNvPr>
            <p:cNvSpPr/>
            <p:nvPr/>
          </p:nvSpPr>
          <p:spPr>
            <a:xfrm>
              <a:off x="2712425" y="920225"/>
              <a:ext cx="2101800" cy="1269975"/>
            </a:xfrm>
            <a:custGeom>
              <a:avLst/>
              <a:gdLst/>
              <a:ahLst/>
              <a:cxnLst/>
              <a:rect l="l" t="t" r="r" b="b"/>
              <a:pathLst>
                <a:path w="84072" h="50799" extrusionOk="0">
                  <a:moveTo>
                    <a:pt x="0" y="0"/>
                  </a:moveTo>
                  <a:lnTo>
                    <a:pt x="0" y="44365"/>
                  </a:lnTo>
                  <a:cubicBezTo>
                    <a:pt x="0" y="47914"/>
                    <a:pt x="2884" y="50798"/>
                    <a:pt x="6433" y="50798"/>
                  </a:cubicBezTo>
                  <a:lnTo>
                    <a:pt x="77639" y="50798"/>
                  </a:lnTo>
                  <a:cubicBezTo>
                    <a:pt x="81188" y="50798"/>
                    <a:pt x="84072" y="47914"/>
                    <a:pt x="84072" y="44365"/>
                  </a:cubicBezTo>
                  <a:lnTo>
                    <a:pt x="840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520;p64">
              <a:extLst>
                <a:ext uri="{FF2B5EF4-FFF2-40B4-BE49-F238E27FC236}">
                  <a16:creationId xmlns:a16="http://schemas.microsoft.com/office/drawing/2014/main" id="{499DF396-B637-87A3-AB05-4711A1DC54E0}"/>
                </a:ext>
              </a:extLst>
            </p:cNvPr>
            <p:cNvSpPr/>
            <p:nvPr/>
          </p:nvSpPr>
          <p:spPr>
            <a:xfrm>
              <a:off x="2705025" y="912825"/>
              <a:ext cx="2116600" cy="1284750"/>
            </a:xfrm>
            <a:custGeom>
              <a:avLst/>
              <a:gdLst/>
              <a:ahLst/>
              <a:cxnLst/>
              <a:rect l="l" t="t" r="r" b="b"/>
              <a:pathLst>
                <a:path w="84664" h="51390" extrusionOk="0">
                  <a:moveTo>
                    <a:pt x="84072" y="592"/>
                  </a:moveTo>
                  <a:lnTo>
                    <a:pt x="84072" y="44661"/>
                  </a:lnTo>
                  <a:cubicBezTo>
                    <a:pt x="84072" y="46362"/>
                    <a:pt x="83369" y="47878"/>
                    <a:pt x="82260" y="48987"/>
                  </a:cubicBezTo>
                  <a:cubicBezTo>
                    <a:pt x="81151" y="50096"/>
                    <a:pt x="79635" y="50761"/>
                    <a:pt x="77935" y="50761"/>
                  </a:cubicBezTo>
                  <a:lnTo>
                    <a:pt x="6729" y="50761"/>
                  </a:lnTo>
                  <a:cubicBezTo>
                    <a:pt x="5029" y="50761"/>
                    <a:pt x="3513" y="50096"/>
                    <a:pt x="2404" y="48987"/>
                  </a:cubicBezTo>
                  <a:cubicBezTo>
                    <a:pt x="1295" y="47878"/>
                    <a:pt x="592" y="46362"/>
                    <a:pt x="592" y="44661"/>
                  </a:cubicBezTo>
                  <a:lnTo>
                    <a:pt x="592" y="592"/>
                  </a:lnTo>
                  <a:close/>
                  <a:moveTo>
                    <a:pt x="296" y="1"/>
                  </a:moveTo>
                  <a:cubicBezTo>
                    <a:pt x="222" y="1"/>
                    <a:pt x="112" y="38"/>
                    <a:pt x="75" y="75"/>
                  </a:cubicBezTo>
                  <a:cubicBezTo>
                    <a:pt x="1" y="149"/>
                    <a:pt x="1" y="222"/>
                    <a:pt x="1" y="296"/>
                  </a:cubicBezTo>
                  <a:lnTo>
                    <a:pt x="1" y="44661"/>
                  </a:lnTo>
                  <a:cubicBezTo>
                    <a:pt x="1" y="48358"/>
                    <a:pt x="2995" y="51390"/>
                    <a:pt x="6729" y="51390"/>
                  </a:cubicBezTo>
                  <a:lnTo>
                    <a:pt x="77935" y="51390"/>
                  </a:lnTo>
                  <a:cubicBezTo>
                    <a:pt x="81669" y="51390"/>
                    <a:pt x="84663" y="48358"/>
                    <a:pt x="84663" y="44661"/>
                  </a:cubicBezTo>
                  <a:lnTo>
                    <a:pt x="84663" y="296"/>
                  </a:lnTo>
                  <a:cubicBezTo>
                    <a:pt x="84663" y="222"/>
                    <a:pt x="84626" y="149"/>
                    <a:pt x="84589" y="75"/>
                  </a:cubicBezTo>
                  <a:cubicBezTo>
                    <a:pt x="84515" y="38"/>
                    <a:pt x="84441" y="1"/>
                    <a:pt x="84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521;p64">
              <a:extLst>
                <a:ext uri="{FF2B5EF4-FFF2-40B4-BE49-F238E27FC236}">
                  <a16:creationId xmlns:a16="http://schemas.microsoft.com/office/drawing/2014/main" id="{16F76738-7B91-60B2-1906-E45D9111B4EA}"/>
                </a:ext>
              </a:extLst>
            </p:cNvPr>
            <p:cNvSpPr/>
            <p:nvPr/>
          </p:nvSpPr>
          <p:spPr>
            <a:xfrm>
              <a:off x="2535900" y="774200"/>
              <a:ext cx="2453925" cy="1269025"/>
            </a:xfrm>
            <a:custGeom>
              <a:avLst/>
              <a:gdLst/>
              <a:ahLst/>
              <a:cxnLst/>
              <a:rect l="l" t="t" r="r" b="b"/>
              <a:pathLst>
                <a:path w="98157" h="50761" extrusionOk="0">
                  <a:moveTo>
                    <a:pt x="3327" y="0"/>
                  </a:moveTo>
                  <a:cubicBezTo>
                    <a:pt x="1516" y="0"/>
                    <a:pt x="0" y="1479"/>
                    <a:pt x="0" y="3290"/>
                  </a:cubicBezTo>
                  <a:lnTo>
                    <a:pt x="0" y="47433"/>
                  </a:lnTo>
                  <a:cubicBezTo>
                    <a:pt x="0" y="49282"/>
                    <a:pt x="1516" y="50761"/>
                    <a:pt x="3327" y="50761"/>
                  </a:cubicBezTo>
                  <a:lnTo>
                    <a:pt x="94867" y="50761"/>
                  </a:lnTo>
                  <a:cubicBezTo>
                    <a:pt x="96678" y="50761"/>
                    <a:pt x="98157" y="49282"/>
                    <a:pt x="98157" y="47433"/>
                  </a:cubicBezTo>
                  <a:lnTo>
                    <a:pt x="98157" y="3290"/>
                  </a:lnTo>
                  <a:cubicBezTo>
                    <a:pt x="98157" y="1479"/>
                    <a:pt x="96678" y="0"/>
                    <a:pt x="94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522;p64">
              <a:extLst>
                <a:ext uri="{FF2B5EF4-FFF2-40B4-BE49-F238E27FC236}">
                  <a16:creationId xmlns:a16="http://schemas.microsoft.com/office/drawing/2014/main" id="{76F609A7-79CB-3DB1-6D1C-95D6412BA262}"/>
                </a:ext>
              </a:extLst>
            </p:cNvPr>
            <p:cNvSpPr/>
            <p:nvPr/>
          </p:nvSpPr>
          <p:spPr>
            <a:xfrm>
              <a:off x="2528500" y="765875"/>
              <a:ext cx="2469650" cy="1284750"/>
            </a:xfrm>
            <a:custGeom>
              <a:avLst/>
              <a:gdLst/>
              <a:ahLst/>
              <a:cxnLst/>
              <a:rect l="l" t="t" r="r" b="b"/>
              <a:pathLst>
                <a:path w="98786" h="51390" extrusionOk="0">
                  <a:moveTo>
                    <a:pt x="95163" y="629"/>
                  </a:moveTo>
                  <a:cubicBezTo>
                    <a:pt x="95976" y="629"/>
                    <a:pt x="96715" y="962"/>
                    <a:pt x="97270" y="1516"/>
                  </a:cubicBezTo>
                  <a:cubicBezTo>
                    <a:pt x="97824" y="2034"/>
                    <a:pt x="98157" y="2810"/>
                    <a:pt x="98157" y="3623"/>
                  </a:cubicBezTo>
                  <a:lnTo>
                    <a:pt x="98157" y="47766"/>
                  </a:lnTo>
                  <a:cubicBezTo>
                    <a:pt x="98157" y="48617"/>
                    <a:pt x="97824" y="49356"/>
                    <a:pt x="97270" y="49911"/>
                  </a:cubicBezTo>
                  <a:cubicBezTo>
                    <a:pt x="96715" y="50428"/>
                    <a:pt x="95976" y="50798"/>
                    <a:pt x="95163" y="50798"/>
                  </a:cubicBezTo>
                  <a:lnTo>
                    <a:pt x="3623" y="50798"/>
                  </a:lnTo>
                  <a:cubicBezTo>
                    <a:pt x="2810" y="50798"/>
                    <a:pt x="2034" y="50428"/>
                    <a:pt x="1516" y="49911"/>
                  </a:cubicBezTo>
                  <a:cubicBezTo>
                    <a:pt x="962" y="49356"/>
                    <a:pt x="629" y="48617"/>
                    <a:pt x="629" y="47766"/>
                  </a:cubicBezTo>
                  <a:lnTo>
                    <a:pt x="629" y="3623"/>
                  </a:lnTo>
                  <a:cubicBezTo>
                    <a:pt x="629" y="2810"/>
                    <a:pt x="962" y="2034"/>
                    <a:pt x="1516" y="1516"/>
                  </a:cubicBezTo>
                  <a:cubicBezTo>
                    <a:pt x="2034" y="962"/>
                    <a:pt x="2810" y="629"/>
                    <a:pt x="3623" y="629"/>
                  </a:cubicBezTo>
                  <a:close/>
                  <a:moveTo>
                    <a:pt x="3623" y="0"/>
                  </a:moveTo>
                  <a:cubicBezTo>
                    <a:pt x="1627" y="0"/>
                    <a:pt x="0" y="1627"/>
                    <a:pt x="0" y="3623"/>
                  </a:cubicBezTo>
                  <a:lnTo>
                    <a:pt x="0" y="47766"/>
                  </a:lnTo>
                  <a:cubicBezTo>
                    <a:pt x="0" y="49763"/>
                    <a:pt x="1627" y="51390"/>
                    <a:pt x="3623" y="51390"/>
                  </a:cubicBezTo>
                  <a:lnTo>
                    <a:pt x="95163" y="51390"/>
                  </a:lnTo>
                  <a:cubicBezTo>
                    <a:pt x="97159" y="51390"/>
                    <a:pt x="98786" y="49763"/>
                    <a:pt x="98786" y="47766"/>
                  </a:cubicBezTo>
                  <a:lnTo>
                    <a:pt x="98786" y="3623"/>
                  </a:lnTo>
                  <a:cubicBezTo>
                    <a:pt x="98786" y="1627"/>
                    <a:pt x="97159" y="0"/>
                    <a:pt x="95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523;p64">
              <a:extLst>
                <a:ext uri="{FF2B5EF4-FFF2-40B4-BE49-F238E27FC236}">
                  <a16:creationId xmlns:a16="http://schemas.microsoft.com/office/drawing/2014/main" id="{8CCE2E79-7591-C675-72D0-6D7DA7FD7A86}"/>
                </a:ext>
              </a:extLst>
            </p:cNvPr>
            <p:cNvSpPr/>
            <p:nvPr/>
          </p:nvSpPr>
          <p:spPr>
            <a:xfrm>
              <a:off x="2673600" y="862000"/>
              <a:ext cx="2179450" cy="1093425"/>
            </a:xfrm>
            <a:custGeom>
              <a:avLst/>
              <a:gdLst/>
              <a:ahLst/>
              <a:cxnLst/>
              <a:rect l="l" t="t" r="r" b="b"/>
              <a:pathLst>
                <a:path w="87178" h="43737" extrusionOk="0">
                  <a:moveTo>
                    <a:pt x="2552" y="0"/>
                  </a:moveTo>
                  <a:cubicBezTo>
                    <a:pt x="1147" y="0"/>
                    <a:pt x="1" y="1146"/>
                    <a:pt x="1" y="2588"/>
                  </a:cubicBezTo>
                  <a:lnTo>
                    <a:pt x="1" y="41149"/>
                  </a:lnTo>
                  <a:cubicBezTo>
                    <a:pt x="1" y="42554"/>
                    <a:pt x="1147" y="43737"/>
                    <a:pt x="2552" y="43737"/>
                  </a:cubicBezTo>
                  <a:lnTo>
                    <a:pt x="84589" y="43737"/>
                  </a:lnTo>
                  <a:cubicBezTo>
                    <a:pt x="86031" y="43737"/>
                    <a:pt x="87177" y="42554"/>
                    <a:pt x="87177" y="41149"/>
                  </a:cubicBezTo>
                  <a:lnTo>
                    <a:pt x="87177" y="2588"/>
                  </a:lnTo>
                  <a:cubicBezTo>
                    <a:pt x="87177" y="1146"/>
                    <a:pt x="86031" y="0"/>
                    <a:pt x="84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524;p64">
              <a:extLst>
                <a:ext uri="{FF2B5EF4-FFF2-40B4-BE49-F238E27FC236}">
                  <a16:creationId xmlns:a16="http://schemas.microsoft.com/office/drawing/2014/main" id="{DF55EFC4-A88A-B151-0684-5C0D34163219}"/>
                </a:ext>
              </a:extLst>
            </p:cNvPr>
            <p:cNvSpPr/>
            <p:nvPr/>
          </p:nvSpPr>
          <p:spPr>
            <a:xfrm>
              <a:off x="2665275" y="853675"/>
              <a:ext cx="2196100" cy="1109150"/>
            </a:xfrm>
            <a:custGeom>
              <a:avLst/>
              <a:gdLst/>
              <a:ahLst/>
              <a:cxnLst/>
              <a:rect l="l" t="t" r="r" b="b"/>
              <a:pathLst>
                <a:path w="87844" h="44366" extrusionOk="0">
                  <a:moveTo>
                    <a:pt x="84922" y="629"/>
                  </a:moveTo>
                  <a:cubicBezTo>
                    <a:pt x="86179" y="629"/>
                    <a:pt x="87215" y="1664"/>
                    <a:pt x="87215" y="2921"/>
                  </a:cubicBezTo>
                  <a:lnTo>
                    <a:pt x="87215" y="41482"/>
                  </a:lnTo>
                  <a:cubicBezTo>
                    <a:pt x="87215" y="42739"/>
                    <a:pt x="86179" y="43737"/>
                    <a:pt x="84922" y="43737"/>
                  </a:cubicBezTo>
                  <a:lnTo>
                    <a:pt x="2885" y="43737"/>
                  </a:lnTo>
                  <a:cubicBezTo>
                    <a:pt x="1628" y="43737"/>
                    <a:pt x="629" y="42739"/>
                    <a:pt x="629" y="41482"/>
                  </a:cubicBezTo>
                  <a:lnTo>
                    <a:pt x="629" y="2921"/>
                  </a:lnTo>
                  <a:cubicBezTo>
                    <a:pt x="629" y="1664"/>
                    <a:pt x="1628" y="629"/>
                    <a:pt x="2885" y="629"/>
                  </a:cubicBezTo>
                  <a:close/>
                  <a:moveTo>
                    <a:pt x="2885" y="0"/>
                  </a:moveTo>
                  <a:cubicBezTo>
                    <a:pt x="1295" y="0"/>
                    <a:pt x="1" y="1294"/>
                    <a:pt x="1" y="2921"/>
                  </a:cubicBezTo>
                  <a:lnTo>
                    <a:pt x="1" y="41482"/>
                  </a:lnTo>
                  <a:cubicBezTo>
                    <a:pt x="1" y="43071"/>
                    <a:pt x="1295" y="44365"/>
                    <a:pt x="2885" y="44365"/>
                  </a:cubicBezTo>
                  <a:lnTo>
                    <a:pt x="84922" y="44365"/>
                  </a:lnTo>
                  <a:cubicBezTo>
                    <a:pt x="86549" y="44365"/>
                    <a:pt x="87843" y="43071"/>
                    <a:pt x="87843" y="41482"/>
                  </a:cubicBezTo>
                  <a:lnTo>
                    <a:pt x="87843" y="2921"/>
                  </a:lnTo>
                  <a:cubicBezTo>
                    <a:pt x="87843" y="1294"/>
                    <a:pt x="86549" y="0"/>
                    <a:pt x="84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525;p64">
              <a:extLst>
                <a:ext uri="{FF2B5EF4-FFF2-40B4-BE49-F238E27FC236}">
                  <a16:creationId xmlns:a16="http://schemas.microsoft.com/office/drawing/2014/main" id="{EED2385D-3A3D-91FB-0C69-DB789FFD48DB}"/>
                </a:ext>
              </a:extLst>
            </p:cNvPr>
            <p:cNvSpPr/>
            <p:nvPr/>
          </p:nvSpPr>
          <p:spPr>
            <a:xfrm>
              <a:off x="4701450" y="975675"/>
              <a:ext cx="62875" cy="15750"/>
            </a:xfrm>
            <a:custGeom>
              <a:avLst/>
              <a:gdLst/>
              <a:ahLst/>
              <a:cxnLst/>
              <a:rect l="l" t="t" r="r" b="b"/>
              <a:pathLst>
                <a:path w="2515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218" y="629"/>
                  </a:lnTo>
                  <a:cubicBezTo>
                    <a:pt x="2366" y="629"/>
                    <a:pt x="2514" y="481"/>
                    <a:pt x="2514" y="296"/>
                  </a:cubicBezTo>
                  <a:cubicBezTo>
                    <a:pt x="2514" y="149"/>
                    <a:pt x="2366" y="1"/>
                    <a:pt x="2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526;p64">
              <a:extLst>
                <a:ext uri="{FF2B5EF4-FFF2-40B4-BE49-F238E27FC236}">
                  <a16:creationId xmlns:a16="http://schemas.microsoft.com/office/drawing/2014/main" id="{B3817141-3E8F-9FF8-C167-EA6D65523FE2}"/>
                </a:ext>
              </a:extLst>
            </p:cNvPr>
            <p:cNvSpPr/>
            <p:nvPr/>
          </p:nvSpPr>
          <p:spPr>
            <a:xfrm>
              <a:off x="4382575" y="975675"/>
              <a:ext cx="274525" cy="15750"/>
            </a:xfrm>
            <a:custGeom>
              <a:avLst/>
              <a:gdLst/>
              <a:ahLst/>
              <a:cxnLst/>
              <a:rect l="l" t="t" r="r" b="b"/>
              <a:pathLst>
                <a:path w="1098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10685" y="629"/>
                  </a:lnTo>
                  <a:cubicBezTo>
                    <a:pt x="10833" y="629"/>
                    <a:pt x="10981" y="481"/>
                    <a:pt x="10981" y="296"/>
                  </a:cubicBezTo>
                  <a:cubicBezTo>
                    <a:pt x="10981" y="149"/>
                    <a:pt x="10833" y="1"/>
                    <a:pt x="10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527;p64">
              <a:extLst>
                <a:ext uri="{FF2B5EF4-FFF2-40B4-BE49-F238E27FC236}">
                  <a16:creationId xmlns:a16="http://schemas.microsoft.com/office/drawing/2014/main" id="{353F02E9-241C-1412-E9EC-D4012B1371E8}"/>
                </a:ext>
              </a:extLst>
            </p:cNvPr>
            <p:cNvSpPr/>
            <p:nvPr/>
          </p:nvSpPr>
          <p:spPr>
            <a:xfrm>
              <a:off x="3640375" y="975675"/>
              <a:ext cx="672900" cy="15750"/>
            </a:xfrm>
            <a:custGeom>
              <a:avLst/>
              <a:gdLst/>
              <a:ahLst/>
              <a:cxnLst/>
              <a:rect l="l" t="t" r="r" b="b"/>
              <a:pathLst>
                <a:path w="26916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6620" y="629"/>
                  </a:lnTo>
                  <a:cubicBezTo>
                    <a:pt x="26805" y="629"/>
                    <a:pt x="26915" y="481"/>
                    <a:pt x="26915" y="296"/>
                  </a:cubicBezTo>
                  <a:cubicBezTo>
                    <a:pt x="26915" y="149"/>
                    <a:pt x="26805" y="1"/>
                    <a:pt x="26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528;p64">
              <a:extLst>
                <a:ext uri="{FF2B5EF4-FFF2-40B4-BE49-F238E27FC236}">
                  <a16:creationId xmlns:a16="http://schemas.microsoft.com/office/drawing/2014/main" id="{44FFC47C-9B11-775D-2AA1-62EED64F1553}"/>
                </a:ext>
              </a:extLst>
            </p:cNvPr>
            <p:cNvSpPr/>
            <p:nvPr/>
          </p:nvSpPr>
          <p:spPr>
            <a:xfrm>
              <a:off x="2927775" y="975675"/>
              <a:ext cx="664575" cy="15750"/>
            </a:xfrm>
            <a:custGeom>
              <a:avLst/>
              <a:gdLst/>
              <a:ahLst/>
              <a:cxnLst/>
              <a:rect l="l" t="t" r="r" b="b"/>
              <a:pathLst>
                <a:path w="26583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6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26287" y="629"/>
                  </a:lnTo>
                  <a:cubicBezTo>
                    <a:pt x="26435" y="629"/>
                    <a:pt x="26582" y="481"/>
                    <a:pt x="26582" y="296"/>
                  </a:cubicBezTo>
                  <a:cubicBezTo>
                    <a:pt x="26582" y="149"/>
                    <a:pt x="26435" y="1"/>
                    <a:pt x="26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529;p64">
              <a:extLst>
                <a:ext uri="{FF2B5EF4-FFF2-40B4-BE49-F238E27FC236}">
                  <a16:creationId xmlns:a16="http://schemas.microsoft.com/office/drawing/2014/main" id="{6D12BA4B-34F5-3D4C-15F0-7349BC1AB1DA}"/>
                </a:ext>
              </a:extLst>
            </p:cNvPr>
            <p:cNvSpPr/>
            <p:nvPr/>
          </p:nvSpPr>
          <p:spPr>
            <a:xfrm>
              <a:off x="2762325" y="975675"/>
              <a:ext cx="87850" cy="15750"/>
            </a:xfrm>
            <a:custGeom>
              <a:avLst/>
              <a:gdLst/>
              <a:ahLst/>
              <a:cxnLst/>
              <a:rect l="l" t="t" r="r" b="b"/>
              <a:pathLst>
                <a:path w="3514" h="630" extrusionOk="0">
                  <a:moveTo>
                    <a:pt x="297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3217" y="629"/>
                  </a:lnTo>
                  <a:cubicBezTo>
                    <a:pt x="3365" y="629"/>
                    <a:pt x="3513" y="481"/>
                    <a:pt x="3513" y="296"/>
                  </a:cubicBezTo>
                  <a:cubicBezTo>
                    <a:pt x="3513" y="149"/>
                    <a:pt x="3365" y="1"/>
                    <a:pt x="3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530;p64">
              <a:extLst>
                <a:ext uri="{FF2B5EF4-FFF2-40B4-BE49-F238E27FC236}">
                  <a16:creationId xmlns:a16="http://schemas.microsoft.com/office/drawing/2014/main" id="{469A5F48-33C3-FC29-7122-90DBD164C5C6}"/>
                </a:ext>
              </a:extLst>
            </p:cNvPr>
            <p:cNvSpPr/>
            <p:nvPr/>
          </p:nvSpPr>
          <p:spPr>
            <a:xfrm>
              <a:off x="4518425" y="1107850"/>
              <a:ext cx="245900" cy="14800"/>
            </a:xfrm>
            <a:custGeom>
              <a:avLst/>
              <a:gdLst/>
              <a:ahLst/>
              <a:cxnLst/>
              <a:rect l="l" t="t" r="r" b="b"/>
              <a:pathLst>
                <a:path w="9836" h="592" extrusionOk="0">
                  <a:moveTo>
                    <a:pt x="334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9539" y="592"/>
                  </a:lnTo>
                  <a:cubicBezTo>
                    <a:pt x="9687" y="592"/>
                    <a:pt x="9835" y="481"/>
                    <a:pt x="9835" y="296"/>
                  </a:cubicBezTo>
                  <a:cubicBezTo>
                    <a:pt x="9835" y="111"/>
                    <a:pt x="9687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531;p64">
              <a:extLst>
                <a:ext uri="{FF2B5EF4-FFF2-40B4-BE49-F238E27FC236}">
                  <a16:creationId xmlns:a16="http://schemas.microsoft.com/office/drawing/2014/main" id="{DC65F817-27AD-106E-63BE-37ACE3EC657B}"/>
                </a:ext>
              </a:extLst>
            </p:cNvPr>
            <p:cNvSpPr/>
            <p:nvPr/>
          </p:nvSpPr>
          <p:spPr>
            <a:xfrm>
              <a:off x="3946325" y="1107850"/>
              <a:ext cx="537025" cy="14800"/>
            </a:xfrm>
            <a:custGeom>
              <a:avLst/>
              <a:gdLst/>
              <a:ahLst/>
              <a:cxnLst/>
              <a:rect l="l" t="t" r="r" b="b"/>
              <a:pathLst>
                <a:path w="21481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21184" y="592"/>
                  </a:lnTo>
                  <a:cubicBezTo>
                    <a:pt x="21332" y="592"/>
                    <a:pt x="21480" y="481"/>
                    <a:pt x="21480" y="296"/>
                  </a:cubicBezTo>
                  <a:cubicBezTo>
                    <a:pt x="21480" y="111"/>
                    <a:pt x="21332" y="0"/>
                    <a:pt x="2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532;p64">
              <a:extLst>
                <a:ext uri="{FF2B5EF4-FFF2-40B4-BE49-F238E27FC236}">
                  <a16:creationId xmlns:a16="http://schemas.microsoft.com/office/drawing/2014/main" id="{2F318451-A6FC-7393-C1B2-638B6E6D7176}"/>
                </a:ext>
              </a:extLst>
            </p:cNvPr>
            <p:cNvSpPr/>
            <p:nvPr/>
          </p:nvSpPr>
          <p:spPr>
            <a:xfrm>
              <a:off x="3805825" y="1107850"/>
              <a:ext cx="83200" cy="14800"/>
            </a:xfrm>
            <a:custGeom>
              <a:avLst/>
              <a:gdLst/>
              <a:ahLst/>
              <a:cxnLst/>
              <a:rect l="l" t="t" r="r" b="b"/>
              <a:pathLst>
                <a:path w="3328" h="592" extrusionOk="0">
                  <a:moveTo>
                    <a:pt x="333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333" y="592"/>
                  </a:cubicBezTo>
                  <a:lnTo>
                    <a:pt x="3032" y="592"/>
                  </a:lnTo>
                  <a:cubicBezTo>
                    <a:pt x="3217" y="592"/>
                    <a:pt x="3328" y="481"/>
                    <a:pt x="3328" y="296"/>
                  </a:cubicBezTo>
                  <a:cubicBezTo>
                    <a:pt x="3328" y="111"/>
                    <a:pt x="3217" y="0"/>
                    <a:pt x="3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533;p64">
              <a:extLst>
                <a:ext uri="{FF2B5EF4-FFF2-40B4-BE49-F238E27FC236}">
                  <a16:creationId xmlns:a16="http://schemas.microsoft.com/office/drawing/2014/main" id="{510A2B30-4DF5-CD04-0B7F-4A7883DE9F35}"/>
                </a:ext>
              </a:extLst>
            </p:cNvPr>
            <p:cNvSpPr/>
            <p:nvPr/>
          </p:nvSpPr>
          <p:spPr>
            <a:xfrm>
              <a:off x="3653325" y="1107850"/>
              <a:ext cx="125725" cy="14800"/>
            </a:xfrm>
            <a:custGeom>
              <a:avLst/>
              <a:gdLst/>
              <a:ahLst/>
              <a:cxnLst/>
              <a:rect l="l" t="t" r="r" b="b"/>
              <a:pathLst>
                <a:path w="5029" h="592" extrusionOk="0">
                  <a:moveTo>
                    <a:pt x="296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4733" y="592"/>
                  </a:lnTo>
                  <a:cubicBezTo>
                    <a:pt x="4881" y="592"/>
                    <a:pt x="5028" y="481"/>
                    <a:pt x="5028" y="296"/>
                  </a:cubicBezTo>
                  <a:cubicBezTo>
                    <a:pt x="5028" y="111"/>
                    <a:pt x="4881" y="0"/>
                    <a:pt x="4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534;p64">
              <a:extLst>
                <a:ext uri="{FF2B5EF4-FFF2-40B4-BE49-F238E27FC236}">
                  <a16:creationId xmlns:a16="http://schemas.microsoft.com/office/drawing/2014/main" id="{0CAEEFE1-BDFB-6320-9C76-CEA09F6A32BB}"/>
                </a:ext>
              </a:extLst>
            </p:cNvPr>
            <p:cNvSpPr/>
            <p:nvPr/>
          </p:nvSpPr>
          <p:spPr>
            <a:xfrm>
              <a:off x="3131125" y="1107850"/>
              <a:ext cx="490800" cy="14800"/>
            </a:xfrm>
            <a:custGeom>
              <a:avLst/>
              <a:gdLst/>
              <a:ahLst/>
              <a:cxnLst/>
              <a:rect l="l" t="t" r="r" b="b"/>
              <a:pathLst>
                <a:path w="19632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19336" y="592"/>
                  </a:lnTo>
                  <a:cubicBezTo>
                    <a:pt x="19484" y="592"/>
                    <a:pt x="19631" y="481"/>
                    <a:pt x="19631" y="296"/>
                  </a:cubicBezTo>
                  <a:cubicBezTo>
                    <a:pt x="19631" y="111"/>
                    <a:pt x="19484" y="0"/>
                    <a:pt x="19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535;p64">
              <a:extLst>
                <a:ext uri="{FF2B5EF4-FFF2-40B4-BE49-F238E27FC236}">
                  <a16:creationId xmlns:a16="http://schemas.microsoft.com/office/drawing/2014/main" id="{470BCA63-5410-67E3-766F-2CAC1CF71A41}"/>
                </a:ext>
              </a:extLst>
            </p:cNvPr>
            <p:cNvSpPr/>
            <p:nvPr/>
          </p:nvSpPr>
          <p:spPr>
            <a:xfrm>
              <a:off x="2762325" y="1107850"/>
              <a:ext cx="320750" cy="14800"/>
            </a:xfrm>
            <a:custGeom>
              <a:avLst/>
              <a:gdLst/>
              <a:ahLst/>
              <a:cxnLst/>
              <a:rect l="l" t="t" r="r" b="b"/>
              <a:pathLst>
                <a:path w="12830" h="592" extrusionOk="0">
                  <a:moveTo>
                    <a:pt x="297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297" y="592"/>
                  </a:cubicBezTo>
                  <a:lnTo>
                    <a:pt x="12534" y="592"/>
                  </a:lnTo>
                  <a:cubicBezTo>
                    <a:pt x="12719" y="592"/>
                    <a:pt x="12830" y="481"/>
                    <a:pt x="12830" y="296"/>
                  </a:cubicBezTo>
                  <a:cubicBezTo>
                    <a:pt x="12830" y="111"/>
                    <a:pt x="12719" y="0"/>
                    <a:pt x="12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536;p64">
              <a:extLst>
                <a:ext uri="{FF2B5EF4-FFF2-40B4-BE49-F238E27FC236}">
                  <a16:creationId xmlns:a16="http://schemas.microsoft.com/office/drawing/2014/main" id="{FFAD060E-7C93-CD1C-9838-1D55C443A7EE}"/>
                </a:ext>
              </a:extLst>
            </p:cNvPr>
            <p:cNvSpPr/>
            <p:nvPr/>
          </p:nvSpPr>
          <p:spPr>
            <a:xfrm>
              <a:off x="4696825" y="1239100"/>
              <a:ext cx="67500" cy="15725"/>
            </a:xfrm>
            <a:custGeom>
              <a:avLst/>
              <a:gdLst/>
              <a:ahLst/>
              <a:cxnLst/>
              <a:rect l="l" t="t" r="r" b="b"/>
              <a:pathLst>
                <a:path w="270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2403" y="629"/>
                  </a:lnTo>
                  <a:cubicBezTo>
                    <a:pt x="2551" y="629"/>
                    <a:pt x="2699" y="481"/>
                    <a:pt x="2699" y="333"/>
                  </a:cubicBezTo>
                  <a:cubicBezTo>
                    <a:pt x="2699" y="148"/>
                    <a:pt x="2551" y="0"/>
                    <a:pt x="2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537;p64">
              <a:extLst>
                <a:ext uri="{FF2B5EF4-FFF2-40B4-BE49-F238E27FC236}">
                  <a16:creationId xmlns:a16="http://schemas.microsoft.com/office/drawing/2014/main" id="{98D42250-6269-DC0C-262C-418F2B637AE2}"/>
                </a:ext>
              </a:extLst>
            </p:cNvPr>
            <p:cNvSpPr/>
            <p:nvPr/>
          </p:nvSpPr>
          <p:spPr>
            <a:xfrm>
              <a:off x="3585850" y="1239100"/>
              <a:ext cx="1058300" cy="15725"/>
            </a:xfrm>
            <a:custGeom>
              <a:avLst/>
              <a:gdLst/>
              <a:ahLst/>
              <a:cxnLst/>
              <a:rect l="l" t="t" r="r" b="b"/>
              <a:pathLst>
                <a:path w="423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42036" y="629"/>
                  </a:lnTo>
                  <a:cubicBezTo>
                    <a:pt x="42221" y="629"/>
                    <a:pt x="42332" y="481"/>
                    <a:pt x="42332" y="333"/>
                  </a:cubicBezTo>
                  <a:cubicBezTo>
                    <a:pt x="42332" y="148"/>
                    <a:pt x="42221" y="0"/>
                    <a:pt x="42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538;p64">
              <a:extLst>
                <a:ext uri="{FF2B5EF4-FFF2-40B4-BE49-F238E27FC236}">
                  <a16:creationId xmlns:a16="http://schemas.microsoft.com/office/drawing/2014/main" id="{9EB574D1-6EF0-9550-F3D2-BA4B71F3DB6E}"/>
                </a:ext>
              </a:extLst>
            </p:cNvPr>
            <p:cNvSpPr/>
            <p:nvPr/>
          </p:nvSpPr>
          <p:spPr>
            <a:xfrm>
              <a:off x="3327050" y="1239100"/>
              <a:ext cx="201525" cy="15725"/>
            </a:xfrm>
            <a:custGeom>
              <a:avLst/>
              <a:gdLst/>
              <a:ahLst/>
              <a:cxnLst/>
              <a:rect l="l" t="t" r="r" b="b"/>
              <a:pathLst>
                <a:path w="8061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7765" y="629"/>
                  </a:lnTo>
                  <a:cubicBezTo>
                    <a:pt x="7913" y="629"/>
                    <a:pt x="8060" y="481"/>
                    <a:pt x="8060" y="333"/>
                  </a:cubicBezTo>
                  <a:cubicBezTo>
                    <a:pt x="8060" y="148"/>
                    <a:pt x="7913" y="0"/>
                    <a:pt x="7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539;p64">
              <a:extLst>
                <a:ext uri="{FF2B5EF4-FFF2-40B4-BE49-F238E27FC236}">
                  <a16:creationId xmlns:a16="http://schemas.microsoft.com/office/drawing/2014/main" id="{6F5686F0-A9D9-3792-8E90-8793ED8735FD}"/>
                </a:ext>
              </a:extLst>
            </p:cNvPr>
            <p:cNvSpPr/>
            <p:nvPr/>
          </p:nvSpPr>
          <p:spPr>
            <a:xfrm>
              <a:off x="2762325" y="1239100"/>
              <a:ext cx="448300" cy="15725"/>
            </a:xfrm>
            <a:custGeom>
              <a:avLst/>
              <a:gdLst/>
              <a:ahLst/>
              <a:cxnLst/>
              <a:rect l="l" t="t" r="r" b="b"/>
              <a:pathLst>
                <a:path w="17932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17636" y="629"/>
                  </a:lnTo>
                  <a:cubicBezTo>
                    <a:pt x="17784" y="629"/>
                    <a:pt x="17932" y="481"/>
                    <a:pt x="17932" y="333"/>
                  </a:cubicBezTo>
                  <a:cubicBezTo>
                    <a:pt x="17932" y="148"/>
                    <a:pt x="17784" y="0"/>
                    <a:pt x="17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540;p64">
              <a:extLst>
                <a:ext uri="{FF2B5EF4-FFF2-40B4-BE49-F238E27FC236}">
                  <a16:creationId xmlns:a16="http://schemas.microsoft.com/office/drawing/2014/main" id="{A48F00D6-29A5-69D7-6DED-BB6611B6C99C}"/>
                </a:ext>
              </a:extLst>
            </p:cNvPr>
            <p:cNvSpPr/>
            <p:nvPr/>
          </p:nvSpPr>
          <p:spPr>
            <a:xfrm>
              <a:off x="4650600" y="1371275"/>
              <a:ext cx="113725" cy="15725"/>
            </a:xfrm>
            <a:custGeom>
              <a:avLst/>
              <a:gdLst/>
              <a:ahLst/>
              <a:cxnLst/>
              <a:rect l="l" t="t" r="r" b="b"/>
              <a:pathLst>
                <a:path w="454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4252" y="629"/>
                  </a:lnTo>
                  <a:cubicBezTo>
                    <a:pt x="4400" y="629"/>
                    <a:pt x="4548" y="481"/>
                    <a:pt x="4548" y="296"/>
                  </a:cubicBezTo>
                  <a:cubicBezTo>
                    <a:pt x="4548" y="148"/>
                    <a:pt x="4400" y="0"/>
                    <a:pt x="4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541;p64">
              <a:extLst>
                <a:ext uri="{FF2B5EF4-FFF2-40B4-BE49-F238E27FC236}">
                  <a16:creationId xmlns:a16="http://schemas.microsoft.com/office/drawing/2014/main" id="{72809820-A3C9-2501-1F97-D9A09F5692AA}"/>
                </a:ext>
              </a:extLst>
            </p:cNvPr>
            <p:cNvSpPr/>
            <p:nvPr/>
          </p:nvSpPr>
          <p:spPr>
            <a:xfrm>
              <a:off x="4408450" y="1371275"/>
              <a:ext cx="134050" cy="15725"/>
            </a:xfrm>
            <a:custGeom>
              <a:avLst/>
              <a:gdLst/>
              <a:ahLst/>
              <a:cxnLst/>
              <a:rect l="l" t="t" r="r" b="b"/>
              <a:pathLst>
                <a:path w="5362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5065" y="629"/>
                  </a:lnTo>
                  <a:cubicBezTo>
                    <a:pt x="5213" y="629"/>
                    <a:pt x="5361" y="481"/>
                    <a:pt x="5361" y="296"/>
                  </a:cubicBezTo>
                  <a:cubicBezTo>
                    <a:pt x="5361" y="148"/>
                    <a:pt x="5213" y="0"/>
                    <a:pt x="5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542;p64">
              <a:extLst>
                <a:ext uri="{FF2B5EF4-FFF2-40B4-BE49-F238E27FC236}">
                  <a16:creationId xmlns:a16="http://schemas.microsoft.com/office/drawing/2014/main" id="{F05677A3-7CA2-32E3-A47E-2E9B9DAF1DAA}"/>
                </a:ext>
              </a:extLst>
            </p:cNvPr>
            <p:cNvSpPr/>
            <p:nvPr/>
          </p:nvSpPr>
          <p:spPr>
            <a:xfrm>
              <a:off x="4238375" y="1371275"/>
              <a:ext cx="125725" cy="15725"/>
            </a:xfrm>
            <a:custGeom>
              <a:avLst/>
              <a:gdLst/>
              <a:ahLst/>
              <a:cxnLst/>
              <a:rect l="l" t="t" r="r" b="b"/>
              <a:pathLst>
                <a:path w="5029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33" y="629"/>
                  </a:lnTo>
                  <a:cubicBezTo>
                    <a:pt x="4918" y="629"/>
                    <a:pt x="5029" y="481"/>
                    <a:pt x="5029" y="296"/>
                  </a:cubicBezTo>
                  <a:cubicBezTo>
                    <a:pt x="5029" y="148"/>
                    <a:pt x="4918" y="0"/>
                    <a:pt x="4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543;p64">
              <a:extLst>
                <a:ext uri="{FF2B5EF4-FFF2-40B4-BE49-F238E27FC236}">
                  <a16:creationId xmlns:a16="http://schemas.microsoft.com/office/drawing/2014/main" id="{EB5E67F1-2EA7-AF48-40A7-F623AFD26718}"/>
                </a:ext>
              </a:extLst>
            </p:cNvPr>
            <p:cNvSpPr/>
            <p:nvPr/>
          </p:nvSpPr>
          <p:spPr>
            <a:xfrm>
              <a:off x="4005475" y="1371275"/>
              <a:ext cx="184875" cy="15725"/>
            </a:xfrm>
            <a:custGeom>
              <a:avLst/>
              <a:gdLst/>
              <a:ahLst/>
              <a:cxnLst/>
              <a:rect l="l" t="t" r="r" b="b"/>
              <a:pathLst>
                <a:path w="7395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7099" y="629"/>
                  </a:lnTo>
                  <a:cubicBezTo>
                    <a:pt x="7283" y="629"/>
                    <a:pt x="7394" y="481"/>
                    <a:pt x="7394" y="296"/>
                  </a:cubicBezTo>
                  <a:cubicBezTo>
                    <a:pt x="7394" y="148"/>
                    <a:pt x="7283" y="0"/>
                    <a:pt x="7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544;p64">
              <a:extLst>
                <a:ext uri="{FF2B5EF4-FFF2-40B4-BE49-F238E27FC236}">
                  <a16:creationId xmlns:a16="http://schemas.microsoft.com/office/drawing/2014/main" id="{5850630E-D34A-B50E-A158-65B8772B8AD7}"/>
                </a:ext>
              </a:extLst>
            </p:cNvPr>
            <p:cNvSpPr/>
            <p:nvPr/>
          </p:nvSpPr>
          <p:spPr>
            <a:xfrm>
              <a:off x="3823400" y="1371275"/>
              <a:ext cx="146975" cy="15725"/>
            </a:xfrm>
            <a:custGeom>
              <a:avLst/>
              <a:gdLst/>
              <a:ahLst/>
              <a:cxnLst/>
              <a:rect l="l" t="t" r="r" b="b"/>
              <a:pathLst>
                <a:path w="5879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5546" y="629"/>
                  </a:lnTo>
                  <a:cubicBezTo>
                    <a:pt x="5731" y="629"/>
                    <a:pt x="5878" y="481"/>
                    <a:pt x="5878" y="296"/>
                  </a:cubicBezTo>
                  <a:cubicBezTo>
                    <a:pt x="5878" y="148"/>
                    <a:pt x="5731" y="0"/>
                    <a:pt x="5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545;p64">
              <a:extLst>
                <a:ext uri="{FF2B5EF4-FFF2-40B4-BE49-F238E27FC236}">
                  <a16:creationId xmlns:a16="http://schemas.microsoft.com/office/drawing/2014/main" id="{15F4ACC3-0A32-0FD7-DBCB-CA46BC60967E}"/>
                </a:ext>
              </a:extLst>
            </p:cNvPr>
            <p:cNvSpPr/>
            <p:nvPr/>
          </p:nvSpPr>
          <p:spPr>
            <a:xfrm>
              <a:off x="3704150" y="1371275"/>
              <a:ext cx="96150" cy="15725"/>
            </a:xfrm>
            <a:custGeom>
              <a:avLst/>
              <a:gdLst/>
              <a:ahLst/>
              <a:cxnLst/>
              <a:rect l="l" t="t" r="r" b="b"/>
              <a:pathLst>
                <a:path w="3846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3550" y="629"/>
                  </a:lnTo>
                  <a:cubicBezTo>
                    <a:pt x="3698" y="629"/>
                    <a:pt x="3846" y="481"/>
                    <a:pt x="3846" y="296"/>
                  </a:cubicBezTo>
                  <a:cubicBezTo>
                    <a:pt x="3846" y="148"/>
                    <a:pt x="3698" y="0"/>
                    <a:pt x="3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546;p64">
              <a:extLst>
                <a:ext uri="{FF2B5EF4-FFF2-40B4-BE49-F238E27FC236}">
                  <a16:creationId xmlns:a16="http://schemas.microsoft.com/office/drawing/2014/main" id="{BC109682-011B-95C2-2ECB-EDC90655C2BA}"/>
                </a:ext>
              </a:extLst>
            </p:cNvPr>
            <p:cNvSpPr/>
            <p:nvPr/>
          </p:nvSpPr>
          <p:spPr>
            <a:xfrm>
              <a:off x="3148675" y="1371275"/>
              <a:ext cx="524075" cy="15725"/>
            </a:xfrm>
            <a:custGeom>
              <a:avLst/>
              <a:gdLst/>
              <a:ahLst/>
              <a:cxnLst/>
              <a:rect l="l" t="t" r="r" b="b"/>
              <a:pathLst>
                <a:path w="20963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296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20667" y="629"/>
                  </a:lnTo>
                  <a:cubicBezTo>
                    <a:pt x="20852" y="629"/>
                    <a:pt x="20963" y="481"/>
                    <a:pt x="20963" y="296"/>
                  </a:cubicBezTo>
                  <a:cubicBezTo>
                    <a:pt x="20963" y="148"/>
                    <a:pt x="20852" y="0"/>
                    <a:pt x="20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547;p64">
              <a:extLst>
                <a:ext uri="{FF2B5EF4-FFF2-40B4-BE49-F238E27FC236}">
                  <a16:creationId xmlns:a16="http://schemas.microsoft.com/office/drawing/2014/main" id="{75D396A0-5209-1AAD-8955-22BF44941089}"/>
                </a:ext>
              </a:extLst>
            </p:cNvPr>
            <p:cNvSpPr/>
            <p:nvPr/>
          </p:nvSpPr>
          <p:spPr>
            <a:xfrm>
              <a:off x="2762325" y="1371275"/>
              <a:ext cx="359575" cy="15725"/>
            </a:xfrm>
            <a:custGeom>
              <a:avLst/>
              <a:gdLst/>
              <a:ahLst/>
              <a:cxnLst/>
              <a:rect l="l" t="t" r="r" b="b"/>
              <a:pathLst>
                <a:path w="14383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14050" y="629"/>
                  </a:lnTo>
                  <a:cubicBezTo>
                    <a:pt x="14235" y="629"/>
                    <a:pt x="14382" y="481"/>
                    <a:pt x="14382" y="296"/>
                  </a:cubicBezTo>
                  <a:cubicBezTo>
                    <a:pt x="14382" y="148"/>
                    <a:pt x="14235" y="0"/>
                    <a:pt x="14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48;p64">
              <a:extLst>
                <a:ext uri="{FF2B5EF4-FFF2-40B4-BE49-F238E27FC236}">
                  <a16:creationId xmlns:a16="http://schemas.microsoft.com/office/drawing/2014/main" id="{966C73E1-9992-7C25-74F2-4A18EFEE806E}"/>
                </a:ext>
              </a:extLst>
            </p:cNvPr>
            <p:cNvSpPr/>
            <p:nvPr/>
          </p:nvSpPr>
          <p:spPr>
            <a:xfrm>
              <a:off x="3853900" y="1569975"/>
              <a:ext cx="158075" cy="15750"/>
            </a:xfrm>
            <a:custGeom>
              <a:avLst/>
              <a:gdLst/>
              <a:ahLst/>
              <a:cxnLst/>
              <a:rect l="l" t="t" r="r" b="b"/>
              <a:pathLst>
                <a:path w="6323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6026" y="629"/>
                  </a:lnTo>
                  <a:cubicBezTo>
                    <a:pt x="6211" y="629"/>
                    <a:pt x="6322" y="481"/>
                    <a:pt x="6322" y="297"/>
                  </a:cubicBezTo>
                  <a:cubicBezTo>
                    <a:pt x="6322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549;p64">
              <a:extLst>
                <a:ext uri="{FF2B5EF4-FFF2-40B4-BE49-F238E27FC236}">
                  <a16:creationId xmlns:a16="http://schemas.microsoft.com/office/drawing/2014/main" id="{7D7E0939-ADBD-6C7E-4945-136AAA1A7F19}"/>
                </a:ext>
              </a:extLst>
            </p:cNvPr>
            <p:cNvSpPr/>
            <p:nvPr/>
          </p:nvSpPr>
          <p:spPr>
            <a:xfrm>
              <a:off x="3498050" y="1569975"/>
              <a:ext cx="340150" cy="15750"/>
            </a:xfrm>
            <a:custGeom>
              <a:avLst/>
              <a:gdLst/>
              <a:ahLst/>
              <a:cxnLst/>
              <a:rect l="l" t="t" r="r" b="b"/>
              <a:pathLst>
                <a:path w="13606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3273" y="629"/>
                  </a:lnTo>
                  <a:cubicBezTo>
                    <a:pt x="13458" y="629"/>
                    <a:pt x="13606" y="481"/>
                    <a:pt x="13606" y="297"/>
                  </a:cubicBezTo>
                  <a:cubicBezTo>
                    <a:pt x="13606" y="149"/>
                    <a:pt x="13458" y="1"/>
                    <a:pt x="13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550;p64">
              <a:extLst>
                <a:ext uri="{FF2B5EF4-FFF2-40B4-BE49-F238E27FC236}">
                  <a16:creationId xmlns:a16="http://schemas.microsoft.com/office/drawing/2014/main" id="{85D0421D-2E55-1CCF-CA70-1AD7B23DA482}"/>
                </a:ext>
              </a:extLst>
            </p:cNvPr>
            <p:cNvSpPr/>
            <p:nvPr/>
          </p:nvSpPr>
          <p:spPr>
            <a:xfrm>
              <a:off x="3411175" y="1569975"/>
              <a:ext cx="57325" cy="15750"/>
            </a:xfrm>
            <a:custGeom>
              <a:avLst/>
              <a:gdLst/>
              <a:ahLst/>
              <a:cxnLst/>
              <a:rect l="l" t="t" r="r" b="b"/>
              <a:pathLst>
                <a:path w="2293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997" y="629"/>
                  </a:lnTo>
                  <a:cubicBezTo>
                    <a:pt x="2144" y="629"/>
                    <a:pt x="2292" y="481"/>
                    <a:pt x="2292" y="297"/>
                  </a:cubicBezTo>
                  <a:cubicBezTo>
                    <a:pt x="2292" y="149"/>
                    <a:pt x="2144" y="1"/>
                    <a:pt x="1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551;p64">
              <a:extLst>
                <a:ext uri="{FF2B5EF4-FFF2-40B4-BE49-F238E27FC236}">
                  <a16:creationId xmlns:a16="http://schemas.microsoft.com/office/drawing/2014/main" id="{DCB1758D-05AE-2BF9-C34F-A2B56AB8D421}"/>
                </a:ext>
              </a:extLst>
            </p:cNvPr>
            <p:cNvSpPr/>
            <p:nvPr/>
          </p:nvSpPr>
          <p:spPr>
            <a:xfrm>
              <a:off x="3315975" y="1569975"/>
              <a:ext cx="84125" cy="15750"/>
            </a:xfrm>
            <a:custGeom>
              <a:avLst/>
              <a:gdLst/>
              <a:ahLst/>
              <a:cxnLst/>
              <a:rect l="l" t="t" r="r" b="b"/>
              <a:pathLst>
                <a:path w="3365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3069" y="629"/>
                  </a:lnTo>
                  <a:cubicBezTo>
                    <a:pt x="3217" y="629"/>
                    <a:pt x="3365" y="481"/>
                    <a:pt x="3365" y="297"/>
                  </a:cubicBezTo>
                  <a:cubicBezTo>
                    <a:pt x="3365" y="149"/>
                    <a:pt x="3217" y="1"/>
                    <a:pt x="3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552;p64">
              <a:extLst>
                <a:ext uri="{FF2B5EF4-FFF2-40B4-BE49-F238E27FC236}">
                  <a16:creationId xmlns:a16="http://schemas.microsoft.com/office/drawing/2014/main" id="{68A60E25-97B2-209B-5FC8-5A01CB7CA16F}"/>
                </a:ext>
              </a:extLst>
            </p:cNvPr>
            <p:cNvSpPr/>
            <p:nvPr/>
          </p:nvSpPr>
          <p:spPr>
            <a:xfrm>
              <a:off x="2991550" y="1569975"/>
              <a:ext cx="310575" cy="15750"/>
            </a:xfrm>
            <a:custGeom>
              <a:avLst/>
              <a:gdLst/>
              <a:ahLst/>
              <a:cxnLst/>
              <a:rect l="l" t="t" r="r" b="b"/>
              <a:pathLst>
                <a:path w="12423" h="630" extrusionOk="0">
                  <a:moveTo>
                    <a:pt x="333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333" y="629"/>
                  </a:cubicBezTo>
                  <a:lnTo>
                    <a:pt x="12127" y="629"/>
                  </a:lnTo>
                  <a:cubicBezTo>
                    <a:pt x="12312" y="629"/>
                    <a:pt x="12423" y="481"/>
                    <a:pt x="12423" y="297"/>
                  </a:cubicBezTo>
                  <a:cubicBezTo>
                    <a:pt x="12423" y="149"/>
                    <a:pt x="12312" y="1"/>
                    <a:pt x="12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553;p64">
              <a:extLst>
                <a:ext uri="{FF2B5EF4-FFF2-40B4-BE49-F238E27FC236}">
                  <a16:creationId xmlns:a16="http://schemas.microsoft.com/office/drawing/2014/main" id="{30319CEF-4BA2-94F9-480C-9038335F9959}"/>
                </a:ext>
              </a:extLst>
            </p:cNvPr>
            <p:cNvSpPr/>
            <p:nvPr/>
          </p:nvSpPr>
          <p:spPr>
            <a:xfrm>
              <a:off x="2762325" y="1569975"/>
              <a:ext cx="205225" cy="15750"/>
            </a:xfrm>
            <a:custGeom>
              <a:avLst/>
              <a:gdLst/>
              <a:ahLst/>
              <a:cxnLst/>
              <a:rect l="l" t="t" r="r" b="b"/>
              <a:pathLst>
                <a:path w="8209" h="630" extrusionOk="0">
                  <a:moveTo>
                    <a:pt x="297" y="1"/>
                  </a:moveTo>
                  <a:cubicBezTo>
                    <a:pt x="149" y="1"/>
                    <a:pt x="1" y="149"/>
                    <a:pt x="1" y="297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7913" y="629"/>
                  </a:lnTo>
                  <a:cubicBezTo>
                    <a:pt x="8060" y="629"/>
                    <a:pt x="8208" y="481"/>
                    <a:pt x="8208" y="297"/>
                  </a:cubicBezTo>
                  <a:cubicBezTo>
                    <a:pt x="8208" y="149"/>
                    <a:pt x="8060" y="1"/>
                    <a:pt x="7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554;p64">
              <a:extLst>
                <a:ext uri="{FF2B5EF4-FFF2-40B4-BE49-F238E27FC236}">
                  <a16:creationId xmlns:a16="http://schemas.microsoft.com/office/drawing/2014/main" id="{38F0FD8D-8375-17E7-138B-975617DE6DB3}"/>
                </a:ext>
              </a:extLst>
            </p:cNvPr>
            <p:cNvSpPr/>
            <p:nvPr/>
          </p:nvSpPr>
          <p:spPr>
            <a:xfrm>
              <a:off x="3964800" y="1702150"/>
              <a:ext cx="47175" cy="14825"/>
            </a:xfrm>
            <a:custGeom>
              <a:avLst/>
              <a:gdLst/>
              <a:ahLst/>
              <a:cxnLst/>
              <a:rect l="l" t="t" r="r" b="b"/>
              <a:pathLst>
                <a:path w="1887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6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1590" y="592"/>
                  </a:lnTo>
                  <a:cubicBezTo>
                    <a:pt x="1775" y="592"/>
                    <a:pt x="1886" y="444"/>
                    <a:pt x="1886" y="296"/>
                  </a:cubicBezTo>
                  <a:cubicBezTo>
                    <a:pt x="1886" y="112"/>
                    <a:pt x="1775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555;p64">
              <a:extLst>
                <a:ext uri="{FF2B5EF4-FFF2-40B4-BE49-F238E27FC236}">
                  <a16:creationId xmlns:a16="http://schemas.microsoft.com/office/drawing/2014/main" id="{AB5C3FC9-8902-A822-7DE1-9D9DEB99A5EC}"/>
                </a:ext>
              </a:extLst>
            </p:cNvPr>
            <p:cNvSpPr/>
            <p:nvPr/>
          </p:nvSpPr>
          <p:spPr>
            <a:xfrm>
              <a:off x="3273450" y="1702150"/>
              <a:ext cx="664575" cy="14825"/>
            </a:xfrm>
            <a:custGeom>
              <a:avLst/>
              <a:gdLst/>
              <a:ahLst/>
              <a:cxnLst/>
              <a:rect l="l" t="t" r="r" b="b"/>
              <a:pathLst>
                <a:path w="26583" h="593" extrusionOk="0">
                  <a:moveTo>
                    <a:pt x="333" y="1"/>
                  </a:moveTo>
                  <a:cubicBezTo>
                    <a:pt x="148" y="1"/>
                    <a:pt x="1" y="112"/>
                    <a:pt x="1" y="296"/>
                  </a:cubicBezTo>
                  <a:cubicBezTo>
                    <a:pt x="1" y="444"/>
                    <a:pt x="148" y="592"/>
                    <a:pt x="333" y="592"/>
                  </a:cubicBezTo>
                  <a:lnTo>
                    <a:pt x="26287" y="592"/>
                  </a:lnTo>
                  <a:cubicBezTo>
                    <a:pt x="26435" y="592"/>
                    <a:pt x="26582" y="444"/>
                    <a:pt x="26582" y="296"/>
                  </a:cubicBezTo>
                  <a:cubicBezTo>
                    <a:pt x="26582" y="112"/>
                    <a:pt x="26435" y="1"/>
                    <a:pt x="26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556;p64">
              <a:extLst>
                <a:ext uri="{FF2B5EF4-FFF2-40B4-BE49-F238E27FC236}">
                  <a16:creationId xmlns:a16="http://schemas.microsoft.com/office/drawing/2014/main" id="{8A5BF9A5-216D-D59B-8CED-15CE3E30FEAF}"/>
                </a:ext>
              </a:extLst>
            </p:cNvPr>
            <p:cNvSpPr/>
            <p:nvPr/>
          </p:nvSpPr>
          <p:spPr>
            <a:xfrm>
              <a:off x="3112625" y="1702150"/>
              <a:ext cx="132200" cy="14825"/>
            </a:xfrm>
            <a:custGeom>
              <a:avLst/>
              <a:gdLst/>
              <a:ahLst/>
              <a:cxnLst/>
              <a:rect l="l" t="t" r="r" b="b"/>
              <a:pathLst>
                <a:path w="5288" h="593" extrusionOk="0">
                  <a:moveTo>
                    <a:pt x="333" y="1"/>
                  </a:moveTo>
                  <a:cubicBezTo>
                    <a:pt x="149" y="1"/>
                    <a:pt x="1" y="112"/>
                    <a:pt x="1" y="296"/>
                  </a:cubicBezTo>
                  <a:cubicBezTo>
                    <a:pt x="1" y="444"/>
                    <a:pt x="149" y="592"/>
                    <a:pt x="333" y="592"/>
                  </a:cubicBezTo>
                  <a:lnTo>
                    <a:pt x="4955" y="592"/>
                  </a:lnTo>
                  <a:cubicBezTo>
                    <a:pt x="5140" y="592"/>
                    <a:pt x="5287" y="444"/>
                    <a:pt x="5287" y="296"/>
                  </a:cubicBezTo>
                  <a:cubicBezTo>
                    <a:pt x="5287" y="112"/>
                    <a:pt x="5140" y="1"/>
                    <a:pt x="4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557;p64">
              <a:extLst>
                <a:ext uri="{FF2B5EF4-FFF2-40B4-BE49-F238E27FC236}">
                  <a16:creationId xmlns:a16="http://schemas.microsoft.com/office/drawing/2014/main" id="{F256ACB8-5FF9-40CE-9273-45366B950FFA}"/>
                </a:ext>
              </a:extLst>
            </p:cNvPr>
            <p:cNvSpPr/>
            <p:nvPr/>
          </p:nvSpPr>
          <p:spPr>
            <a:xfrm>
              <a:off x="2762325" y="1702150"/>
              <a:ext cx="284700" cy="14825"/>
            </a:xfrm>
            <a:custGeom>
              <a:avLst/>
              <a:gdLst/>
              <a:ahLst/>
              <a:cxnLst/>
              <a:rect l="l" t="t" r="r" b="b"/>
              <a:pathLst>
                <a:path w="11388" h="593" extrusionOk="0">
                  <a:moveTo>
                    <a:pt x="297" y="1"/>
                  </a:moveTo>
                  <a:cubicBezTo>
                    <a:pt x="149" y="1"/>
                    <a:pt x="1" y="112"/>
                    <a:pt x="1" y="296"/>
                  </a:cubicBezTo>
                  <a:cubicBezTo>
                    <a:pt x="1" y="444"/>
                    <a:pt x="149" y="592"/>
                    <a:pt x="297" y="592"/>
                  </a:cubicBezTo>
                  <a:lnTo>
                    <a:pt x="11055" y="592"/>
                  </a:lnTo>
                  <a:cubicBezTo>
                    <a:pt x="11240" y="592"/>
                    <a:pt x="11388" y="444"/>
                    <a:pt x="11388" y="296"/>
                  </a:cubicBezTo>
                  <a:cubicBezTo>
                    <a:pt x="11388" y="112"/>
                    <a:pt x="11240" y="1"/>
                    <a:pt x="1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558;p64">
              <a:extLst>
                <a:ext uri="{FF2B5EF4-FFF2-40B4-BE49-F238E27FC236}">
                  <a16:creationId xmlns:a16="http://schemas.microsoft.com/office/drawing/2014/main" id="{A433F84F-15C4-E915-CF68-6A7B82ADC541}"/>
                </a:ext>
              </a:extLst>
            </p:cNvPr>
            <p:cNvSpPr/>
            <p:nvPr/>
          </p:nvSpPr>
          <p:spPr>
            <a:xfrm>
              <a:off x="3936150" y="1833400"/>
              <a:ext cx="75825" cy="15725"/>
            </a:xfrm>
            <a:custGeom>
              <a:avLst/>
              <a:gdLst/>
              <a:ahLst/>
              <a:cxnLst/>
              <a:rect l="l" t="t" r="r" b="b"/>
              <a:pathLst>
                <a:path w="3033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559;p64">
              <a:extLst>
                <a:ext uri="{FF2B5EF4-FFF2-40B4-BE49-F238E27FC236}">
                  <a16:creationId xmlns:a16="http://schemas.microsoft.com/office/drawing/2014/main" id="{D56F0288-E6D1-40D6-BA4F-2A7E7C794428}"/>
                </a:ext>
              </a:extLst>
            </p:cNvPr>
            <p:cNvSpPr/>
            <p:nvPr/>
          </p:nvSpPr>
          <p:spPr>
            <a:xfrm>
              <a:off x="3785500" y="1833400"/>
              <a:ext cx="88750" cy="15725"/>
            </a:xfrm>
            <a:custGeom>
              <a:avLst/>
              <a:gdLst/>
              <a:ahLst/>
              <a:cxnLst/>
              <a:rect l="l" t="t" r="r" b="b"/>
              <a:pathLst>
                <a:path w="355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3254" y="629"/>
                  </a:lnTo>
                  <a:cubicBezTo>
                    <a:pt x="3439" y="629"/>
                    <a:pt x="3549" y="481"/>
                    <a:pt x="3549" y="333"/>
                  </a:cubicBezTo>
                  <a:cubicBezTo>
                    <a:pt x="3549" y="148"/>
                    <a:pt x="3439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560;p64">
              <a:extLst>
                <a:ext uri="{FF2B5EF4-FFF2-40B4-BE49-F238E27FC236}">
                  <a16:creationId xmlns:a16="http://schemas.microsoft.com/office/drawing/2014/main" id="{EBA19671-E10C-2332-71F2-5CC9305A4FFA}"/>
                </a:ext>
              </a:extLst>
            </p:cNvPr>
            <p:cNvSpPr/>
            <p:nvPr/>
          </p:nvSpPr>
          <p:spPr>
            <a:xfrm>
              <a:off x="3680125" y="1833400"/>
              <a:ext cx="84125" cy="15725"/>
            </a:xfrm>
            <a:custGeom>
              <a:avLst/>
              <a:gdLst/>
              <a:ahLst/>
              <a:cxnLst/>
              <a:rect l="l" t="t" r="r" b="b"/>
              <a:pathLst>
                <a:path w="3365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3032" y="629"/>
                  </a:lnTo>
                  <a:cubicBezTo>
                    <a:pt x="3217" y="629"/>
                    <a:pt x="3365" y="481"/>
                    <a:pt x="3365" y="333"/>
                  </a:cubicBezTo>
                  <a:cubicBezTo>
                    <a:pt x="3365" y="148"/>
                    <a:pt x="3217" y="0"/>
                    <a:pt x="3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561;p64">
              <a:extLst>
                <a:ext uri="{FF2B5EF4-FFF2-40B4-BE49-F238E27FC236}">
                  <a16:creationId xmlns:a16="http://schemas.microsoft.com/office/drawing/2014/main" id="{3BE6B11A-AB12-5989-1528-DCA04894E970}"/>
                </a:ext>
              </a:extLst>
            </p:cNvPr>
            <p:cNvSpPr/>
            <p:nvPr/>
          </p:nvSpPr>
          <p:spPr>
            <a:xfrm>
              <a:off x="3535025" y="1833400"/>
              <a:ext cx="121100" cy="15725"/>
            </a:xfrm>
            <a:custGeom>
              <a:avLst/>
              <a:gdLst/>
              <a:ahLst/>
              <a:cxnLst/>
              <a:rect l="l" t="t" r="r" b="b"/>
              <a:pathLst>
                <a:path w="4844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4511" y="629"/>
                  </a:lnTo>
                  <a:cubicBezTo>
                    <a:pt x="4696" y="629"/>
                    <a:pt x="4843" y="481"/>
                    <a:pt x="4843" y="333"/>
                  </a:cubicBezTo>
                  <a:cubicBezTo>
                    <a:pt x="4843" y="148"/>
                    <a:pt x="4696" y="0"/>
                    <a:pt x="4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562;p64">
              <a:extLst>
                <a:ext uri="{FF2B5EF4-FFF2-40B4-BE49-F238E27FC236}">
                  <a16:creationId xmlns:a16="http://schemas.microsoft.com/office/drawing/2014/main" id="{922A672E-FCFD-8A51-612E-E216630B7F10}"/>
                </a:ext>
              </a:extLst>
            </p:cNvPr>
            <p:cNvSpPr/>
            <p:nvPr/>
          </p:nvSpPr>
          <p:spPr>
            <a:xfrm>
              <a:off x="3421325" y="1833400"/>
              <a:ext cx="97075" cy="15725"/>
            </a:xfrm>
            <a:custGeom>
              <a:avLst/>
              <a:gdLst/>
              <a:ahLst/>
              <a:cxnLst/>
              <a:rect l="l" t="t" r="r" b="b"/>
              <a:pathLst>
                <a:path w="388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3587" y="629"/>
                  </a:lnTo>
                  <a:cubicBezTo>
                    <a:pt x="3772" y="629"/>
                    <a:pt x="3883" y="481"/>
                    <a:pt x="3883" y="333"/>
                  </a:cubicBezTo>
                  <a:cubicBezTo>
                    <a:pt x="3883" y="148"/>
                    <a:pt x="3772" y="0"/>
                    <a:pt x="3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563;p64">
              <a:extLst>
                <a:ext uri="{FF2B5EF4-FFF2-40B4-BE49-F238E27FC236}">
                  <a16:creationId xmlns:a16="http://schemas.microsoft.com/office/drawing/2014/main" id="{480117AC-6A16-E6A1-6AC5-402037113EE0}"/>
                </a:ext>
              </a:extLst>
            </p:cNvPr>
            <p:cNvSpPr/>
            <p:nvPr/>
          </p:nvSpPr>
          <p:spPr>
            <a:xfrm>
              <a:off x="3347400" y="1833400"/>
              <a:ext cx="65650" cy="15725"/>
            </a:xfrm>
            <a:custGeom>
              <a:avLst/>
              <a:gdLst/>
              <a:ahLst/>
              <a:cxnLst/>
              <a:rect l="l" t="t" r="r" b="b"/>
              <a:pathLst>
                <a:path w="2626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329" y="629"/>
                  </a:lnTo>
                  <a:cubicBezTo>
                    <a:pt x="2477" y="629"/>
                    <a:pt x="2625" y="481"/>
                    <a:pt x="2625" y="333"/>
                  </a:cubicBezTo>
                  <a:cubicBezTo>
                    <a:pt x="2625" y="148"/>
                    <a:pt x="2477" y="0"/>
                    <a:pt x="2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564;p64">
              <a:extLst>
                <a:ext uri="{FF2B5EF4-FFF2-40B4-BE49-F238E27FC236}">
                  <a16:creationId xmlns:a16="http://schemas.microsoft.com/office/drawing/2014/main" id="{0969ADB6-D67F-D179-61B9-E115FCEA3108}"/>
                </a:ext>
              </a:extLst>
            </p:cNvPr>
            <p:cNvSpPr/>
            <p:nvPr/>
          </p:nvSpPr>
          <p:spPr>
            <a:xfrm>
              <a:off x="3002650" y="1833400"/>
              <a:ext cx="331825" cy="15725"/>
            </a:xfrm>
            <a:custGeom>
              <a:avLst/>
              <a:gdLst/>
              <a:ahLst/>
              <a:cxnLst/>
              <a:rect l="l" t="t" r="r" b="b"/>
              <a:pathLst>
                <a:path w="13273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12940" y="629"/>
                  </a:lnTo>
                  <a:cubicBezTo>
                    <a:pt x="13125" y="629"/>
                    <a:pt x="13273" y="481"/>
                    <a:pt x="13273" y="333"/>
                  </a:cubicBezTo>
                  <a:cubicBezTo>
                    <a:pt x="13273" y="148"/>
                    <a:pt x="13125" y="0"/>
                    <a:pt x="1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565;p64">
              <a:extLst>
                <a:ext uri="{FF2B5EF4-FFF2-40B4-BE49-F238E27FC236}">
                  <a16:creationId xmlns:a16="http://schemas.microsoft.com/office/drawing/2014/main" id="{3220F21E-AA0F-6D90-ABBA-AF86671ABF6B}"/>
                </a:ext>
              </a:extLst>
            </p:cNvPr>
            <p:cNvSpPr/>
            <p:nvPr/>
          </p:nvSpPr>
          <p:spPr>
            <a:xfrm>
              <a:off x="2762325" y="1833400"/>
              <a:ext cx="229250" cy="15725"/>
            </a:xfrm>
            <a:custGeom>
              <a:avLst/>
              <a:gdLst/>
              <a:ahLst/>
              <a:cxnLst/>
              <a:rect l="l" t="t" r="r" b="b"/>
              <a:pathLst>
                <a:path w="9170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8837" y="629"/>
                  </a:lnTo>
                  <a:cubicBezTo>
                    <a:pt x="9022" y="629"/>
                    <a:pt x="9170" y="481"/>
                    <a:pt x="9170" y="333"/>
                  </a:cubicBezTo>
                  <a:cubicBezTo>
                    <a:pt x="9170" y="148"/>
                    <a:pt x="9022" y="0"/>
                    <a:pt x="8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566;p64">
              <a:extLst>
                <a:ext uri="{FF2B5EF4-FFF2-40B4-BE49-F238E27FC236}">
                  <a16:creationId xmlns:a16="http://schemas.microsoft.com/office/drawing/2014/main" id="{3E3ECB58-7789-DE0E-CD1F-8A82502E6928}"/>
                </a:ext>
              </a:extLst>
            </p:cNvPr>
            <p:cNvSpPr/>
            <p:nvPr/>
          </p:nvSpPr>
          <p:spPr>
            <a:xfrm>
              <a:off x="3726350" y="20672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479" y="0"/>
                  </a:moveTo>
                  <a:cubicBezTo>
                    <a:pt x="666" y="0"/>
                    <a:pt x="0" y="629"/>
                    <a:pt x="0" y="1442"/>
                  </a:cubicBezTo>
                  <a:cubicBezTo>
                    <a:pt x="0" y="2255"/>
                    <a:pt x="666" y="2921"/>
                    <a:pt x="1479" y="2921"/>
                  </a:cubicBezTo>
                  <a:cubicBezTo>
                    <a:pt x="2292" y="2921"/>
                    <a:pt x="2921" y="2255"/>
                    <a:pt x="2921" y="1442"/>
                  </a:cubicBezTo>
                  <a:cubicBezTo>
                    <a:pt x="2921" y="629"/>
                    <a:pt x="2292" y="0"/>
                    <a:pt x="14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4567;p64">
              <a:extLst>
                <a:ext uri="{FF2B5EF4-FFF2-40B4-BE49-F238E27FC236}">
                  <a16:creationId xmlns:a16="http://schemas.microsoft.com/office/drawing/2014/main" id="{0EAEACD4-0ABD-FCDA-CA12-47273254EE89}"/>
                </a:ext>
              </a:extLst>
            </p:cNvPr>
            <p:cNvSpPr/>
            <p:nvPr/>
          </p:nvSpPr>
          <p:spPr>
            <a:xfrm>
              <a:off x="3718950" y="2058925"/>
              <a:ext cx="88750" cy="88750"/>
            </a:xfrm>
            <a:custGeom>
              <a:avLst/>
              <a:gdLst/>
              <a:ahLst/>
              <a:cxnLst/>
              <a:rect l="l" t="t" r="r" b="b"/>
              <a:pathLst>
                <a:path w="3550" h="3550" extrusionOk="0">
                  <a:moveTo>
                    <a:pt x="1775" y="629"/>
                  </a:moveTo>
                  <a:cubicBezTo>
                    <a:pt x="2403" y="629"/>
                    <a:pt x="2921" y="1146"/>
                    <a:pt x="2921" y="1775"/>
                  </a:cubicBezTo>
                  <a:cubicBezTo>
                    <a:pt x="2921" y="2403"/>
                    <a:pt x="2403" y="2921"/>
                    <a:pt x="1775" y="2921"/>
                  </a:cubicBezTo>
                  <a:cubicBezTo>
                    <a:pt x="1146" y="2921"/>
                    <a:pt x="629" y="2403"/>
                    <a:pt x="629" y="1775"/>
                  </a:cubicBezTo>
                  <a:cubicBezTo>
                    <a:pt x="629" y="1146"/>
                    <a:pt x="1146" y="629"/>
                    <a:pt x="1775" y="629"/>
                  </a:cubicBezTo>
                  <a:close/>
                  <a:moveTo>
                    <a:pt x="1775" y="0"/>
                  </a:moveTo>
                  <a:cubicBezTo>
                    <a:pt x="814" y="0"/>
                    <a:pt x="0" y="814"/>
                    <a:pt x="0" y="1775"/>
                  </a:cubicBezTo>
                  <a:cubicBezTo>
                    <a:pt x="0" y="2736"/>
                    <a:pt x="814" y="3549"/>
                    <a:pt x="1775" y="3549"/>
                  </a:cubicBezTo>
                  <a:cubicBezTo>
                    <a:pt x="2736" y="3549"/>
                    <a:pt x="3550" y="2736"/>
                    <a:pt x="3550" y="1775"/>
                  </a:cubicBezTo>
                  <a:cubicBezTo>
                    <a:pt x="3550" y="814"/>
                    <a:pt x="2736" y="0"/>
                    <a:pt x="1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4568;p64">
              <a:extLst>
                <a:ext uri="{FF2B5EF4-FFF2-40B4-BE49-F238E27FC236}">
                  <a16:creationId xmlns:a16="http://schemas.microsoft.com/office/drawing/2014/main" id="{25848499-87E1-1E3E-C518-F140F9AE33E2}"/>
                </a:ext>
              </a:extLst>
            </p:cNvPr>
            <p:cNvSpPr/>
            <p:nvPr/>
          </p:nvSpPr>
          <p:spPr>
            <a:xfrm>
              <a:off x="2028475" y="3650500"/>
              <a:ext cx="3505750" cy="189500"/>
            </a:xfrm>
            <a:custGeom>
              <a:avLst/>
              <a:gdLst/>
              <a:ahLst/>
              <a:cxnLst/>
              <a:rect l="l" t="t" r="r" b="b"/>
              <a:pathLst>
                <a:path w="140230" h="7580" extrusionOk="0">
                  <a:moveTo>
                    <a:pt x="0" y="1"/>
                  </a:moveTo>
                  <a:lnTo>
                    <a:pt x="0" y="7580"/>
                  </a:lnTo>
                  <a:lnTo>
                    <a:pt x="140230" y="7580"/>
                  </a:lnTo>
                  <a:lnTo>
                    <a:pt x="1402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4569;p64">
              <a:extLst>
                <a:ext uri="{FF2B5EF4-FFF2-40B4-BE49-F238E27FC236}">
                  <a16:creationId xmlns:a16="http://schemas.microsoft.com/office/drawing/2014/main" id="{3799C32B-156D-6CE2-191E-97E5FFF8A282}"/>
                </a:ext>
              </a:extLst>
            </p:cNvPr>
            <p:cNvSpPr/>
            <p:nvPr/>
          </p:nvSpPr>
          <p:spPr>
            <a:xfrm>
              <a:off x="2021075" y="3643125"/>
              <a:ext cx="3521475" cy="204275"/>
            </a:xfrm>
            <a:custGeom>
              <a:avLst/>
              <a:gdLst/>
              <a:ahLst/>
              <a:cxnLst/>
              <a:rect l="l" t="t" r="r" b="b"/>
              <a:pathLst>
                <a:path w="140859" h="8171" extrusionOk="0">
                  <a:moveTo>
                    <a:pt x="140230" y="629"/>
                  </a:moveTo>
                  <a:lnTo>
                    <a:pt x="140230" y="7542"/>
                  </a:lnTo>
                  <a:lnTo>
                    <a:pt x="592" y="754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7875"/>
                  </a:lnTo>
                  <a:cubicBezTo>
                    <a:pt x="0" y="7949"/>
                    <a:pt x="37" y="8023"/>
                    <a:pt x="74" y="8097"/>
                  </a:cubicBezTo>
                  <a:cubicBezTo>
                    <a:pt x="148" y="8134"/>
                    <a:pt x="222" y="8171"/>
                    <a:pt x="296" y="8171"/>
                  </a:cubicBezTo>
                  <a:lnTo>
                    <a:pt x="140526" y="8171"/>
                  </a:lnTo>
                  <a:cubicBezTo>
                    <a:pt x="140637" y="8171"/>
                    <a:pt x="140711" y="8134"/>
                    <a:pt x="140747" y="8097"/>
                  </a:cubicBezTo>
                  <a:cubicBezTo>
                    <a:pt x="140821" y="8023"/>
                    <a:pt x="140858" y="7949"/>
                    <a:pt x="140858" y="7875"/>
                  </a:cubicBezTo>
                  <a:lnTo>
                    <a:pt x="140858" y="296"/>
                  </a:lnTo>
                  <a:cubicBezTo>
                    <a:pt x="140858" y="222"/>
                    <a:pt x="140821" y="148"/>
                    <a:pt x="140747" y="74"/>
                  </a:cubicBezTo>
                  <a:cubicBezTo>
                    <a:pt x="140711" y="37"/>
                    <a:pt x="140637" y="0"/>
                    <a:pt x="140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4570;p64">
              <a:extLst>
                <a:ext uri="{FF2B5EF4-FFF2-40B4-BE49-F238E27FC236}">
                  <a16:creationId xmlns:a16="http://schemas.microsoft.com/office/drawing/2014/main" id="{FB9C71C3-37E9-80D3-3368-0FC8F5652364}"/>
                </a:ext>
              </a:extLst>
            </p:cNvPr>
            <p:cNvSpPr/>
            <p:nvPr/>
          </p:nvSpPr>
          <p:spPr>
            <a:xfrm>
              <a:off x="1668925" y="2418450"/>
              <a:ext cx="4230400" cy="734825"/>
            </a:xfrm>
            <a:custGeom>
              <a:avLst/>
              <a:gdLst/>
              <a:ahLst/>
              <a:cxnLst/>
              <a:rect l="l" t="t" r="r" b="b"/>
              <a:pathLst>
                <a:path w="169216" h="29393" extrusionOk="0">
                  <a:moveTo>
                    <a:pt x="52647" y="1"/>
                  </a:moveTo>
                  <a:lnTo>
                    <a:pt x="1" y="15085"/>
                  </a:lnTo>
                  <a:lnTo>
                    <a:pt x="6027" y="29393"/>
                  </a:lnTo>
                  <a:lnTo>
                    <a:pt x="163189" y="29393"/>
                  </a:lnTo>
                  <a:lnTo>
                    <a:pt x="169215" y="15085"/>
                  </a:lnTo>
                  <a:lnTo>
                    <a:pt x="1165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4571;p64">
              <a:extLst>
                <a:ext uri="{FF2B5EF4-FFF2-40B4-BE49-F238E27FC236}">
                  <a16:creationId xmlns:a16="http://schemas.microsoft.com/office/drawing/2014/main" id="{1622CFDF-9F8E-7BED-15C2-97FBA5BEB4C8}"/>
                </a:ext>
              </a:extLst>
            </p:cNvPr>
            <p:cNvSpPr/>
            <p:nvPr/>
          </p:nvSpPr>
          <p:spPr>
            <a:xfrm>
              <a:off x="1661525" y="2410150"/>
              <a:ext cx="4246100" cy="750525"/>
            </a:xfrm>
            <a:custGeom>
              <a:avLst/>
              <a:gdLst/>
              <a:ahLst/>
              <a:cxnLst/>
              <a:rect l="l" t="t" r="r" b="b"/>
              <a:pathLst>
                <a:path w="169844" h="30021" extrusionOk="0">
                  <a:moveTo>
                    <a:pt x="116791" y="629"/>
                  </a:moveTo>
                  <a:lnTo>
                    <a:pt x="169104" y="15639"/>
                  </a:lnTo>
                  <a:lnTo>
                    <a:pt x="163300" y="29429"/>
                  </a:lnTo>
                  <a:lnTo>
                    <a:pt x="6545" y="29429"/>
                  </a:lnTo>
                  <a:lnTo>
                    <a:pt x="740" y="15639"/>
                  </a:lnTo>
                  <a:lnTo>
                    <a:pt x="53017" y="629"/>
                  </a:lnTo>
                  <a:close/>
                  <a:moveTo>
                    <a:pt x="52943" y="0"/>
                  </a:moveTo>
                  <a:lnTo>
                    <a:pt x="52869" y="37"/>
                  </a:lnTo>
                  <a:lnTo>
                    <a:pt x="223" y="15121"/>
                  </a:lnTo>
                  <a:cubicBezTo>
                    <a:pt x="149" y="15158"/>
                    <a:pt x="75" y="15232"/>
                    <a:pt x="38" y="15306"/>
                  </a:cubicBezTo>
                  <a:cubicBezTo>
                    <a:pt x="1" y="15380"/>
                    <a:pt x="1" y="15454"/>
                    <a:pt x="38" y="15565"/>
                  </a:cubicBezTo>
                  <a:lnTo>
                    <a:pt x="6064" y="29836"/>
                  </a:lnTo>
                  <a:cubicBezTo>
                    <a:pt x="6101" y="29946"/>
                    <a:pt x="6212" y="30020"/>
                    <a:pt x="6323" y="30020"/>
                  </a:cubicBezTo>
                  <a:lnTo>
                    <a:pt x="163485" y="30020"/>
                  </a:lnTo>
                  <a:cubicBezTo>
                    <a:pt x="163633" y="30020"/>
                    <a:pt x="163744" y="29946"/>
                    <a:pt x="163781" y="29836"/>
                  </a:cubicBezTo>
                  <a:lnTo>
                    <a:pt x="169807" y="15565"/>
                  </a:lnTo>
                  <a:cubicBezTo>
                    <a:pt x="169844" y="15454"/>
                    <a:pt x="169844" y="15380"/>
                    <a:pt x="169807" y="15306"/>
                  </a:cubicBezTo>
                  <a:cubicBezTo>
                    <a:pt x="169770" y="15232"/>
                    <a:pt x="169696" y="15158"/>
                    <a:pt x="169622" y="15121"/>
                  </a:cubicBezTo>
                  <a:lnTo>
                    <a:pt x="116976" y="37"/>
                  </a:lnTo>
                  <a:lnTo>
                    <a:pt x="116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4572;p64">
              <a:extLst>
                <a:ext uri="{FF2B5EF4-FFF2-40B4-BE49-F238E27FC236}">
                  <a16:creationId xmlns:a16="http://schemas.microsoft.com/office/drawing/2014/main" id="{C2CCC30D-BB4C-6937-3856-8FB6CA636981}"/>
                </a:ext>
              </a:extLst>
            </p:cNvPr>
            <p:cNvSpPr/>
            <p:nvPr/>
          </p:nvSpPr>
          <p:spPr>
            <a:xfrm>
              <a:off x="2122750" y="26902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9391" y="0"/>
                  </a:moveTo>
                  <a:lnTo>
                    <a:pt x="0" y="2366"/>
                  </a:lnTo>
                  <a:lnTo>
                    <a:pt x="6248" y="9798"/>
                  </a:lnTo>
                  <a:lnTo>
                    <a:pt x="16378" y="8910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4573;p64">
              <a:extLst>
                <a:ext uri="{FF2B5EF4-FFF2-40B4-BE49-F238E27FC236}">
                  <a16:creationId xmlns:a16="http://schemas.microsoft.com/office/drawing/2014/main" id="{009EB813-6242-C892-22A3-E567BA882976}"/>
                </a:ext>
              </a:extLst>
            </p:cNvPr>
            <p:cNvSpPr/>
            <p:nvPr/>
          </p:nvSpPr>
          <p:spPr>
            <a:xfrm>
              <a:off x="2396325" y="26218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9391" y="0"/>
                  </a:moveTo>
                  <a:lnTo>
                    <a:pt x="0" y="2367"/>
                  </a:lnTo>
                  <a:lnTo>
                    <a:pt x="6249" y="9798"/>
                  </a:lnTo>
                  <a:lnTo>
                    <a:pt x="16378" y="8910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4574;p64">
              <a:extLst>
                <a:ext uri="{FF2B5EF4-FFF2-40B4-BE49-F238E27FC236}">
                  <a16:creationId xmlns:a16="http://schemas.microsoft.com/office/drawing/2014/main" id="{478C1A42-FA98-A706-7126-95597EAD515D}"/>
                </a:ext>
              </a:extLst>
            </p:cNvPr>
            <p:cNvSpPr/>
            <p:nvPr/>
          </p:nvSpPr>
          <p:spPr>
            <a:xfrm>
              <a:off x="5047125" y="26902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6988" y="0"/>
                  </a:moveTo>
                  <a:lnTo>
                    <a:pt x="0" y="8910"/>
                  </a:lnTo>
                  <a:lnTo>
                    <a:pt x="10130" y="9798"/>
                  </a:lnTo>
                  <a:lnTo>
                    <a:pt x="16378" y="2366"/>
                  </a:lnTo>
                  <a:lnTo>
                    <a:pt x="69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4575;p64">
              <a:extLst>
                <a:ext uri="{FF2B5EF4-FFF2-40B4-BE49-F238E27FC236}">
                  <a16:creationId xmlns:a16="http://schemas.microsoft.com/office/drawing/2014/main" id="{87D2006C-11C3-C524-3E54-9E602D58AEE9}"/>
                </a:ext>
              </a:extLst>
            </p:cNvPr>
            <p:cNvSpPr/>
            <p:nvPr/>
          </p:nvSpPr>
          <p:spPr>
            <a:xfrm>
              <a:off x="4772600" y="2621800"/>
              <a:ext cx="410400" cy="244950"/>
            </a:xfrm>
            <a:custGeom>
              <a:avLst/>
              <a:gdLst/>
              <a:ahLst/>
              <a:cxnLst/>
              <a:rect l="l" t="t" r="r" b="b"/>
              <a:pathLst>
                <a:path w="16416" h="9798" extrusionOk="0">
                  <a:moveTo>
                    <a:pt x="7025" y="0"/>
                  </a:moveTo>
                  <a:lnTo>
                    <a:pt x="1" y="8910"/>
                  </a:lnTo>
                  <a:lnTo>
                    <a:pt x="10131" y="9798"/>
                  </a:lnTo>
                  <a:lnTo>
                    <a:pt x="16416" y="2367"/>
                  </a:lnTo>
                  <a:lnTo>
                    <a:pt x="70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4576;p64">
              <a:extLst>
                <a:ext uri="{FF2B5EF4-FFF2-40B4-BE49-F238E27FC236}">
                  <a16:creationId xmlns:a16="http://schemas.microsoft.com/office/drawing/2014/main" id="{98E7DB0B-2A05-93D3-233E-24D6E03D23AE}"/>
                </a:ext>
              </a:extLst>
            </p:cNvPr>
            <p:cNvSpPr/>
            <p:nvPr/>
          </p:nvSpPr>
          <p:spPr>
            <a:xfrm>
              <a:off x="1668925" y="2795550"/>
              <a:ext cx="863300" cy="854975"/>
            </a:xfrm>
            <a:custGeom>
              <a:avLst/>
              <a:gdLst/>
              <a:ahLst/>
              <a:cxnLst/>
              <a:rect l="l" t="t" r="r" b="b"/>
              <a:pathLst>
                <a:path w="34532" h="34199" extrusionOk="0">
                  <a:moveTo>
                    <a:pt x="1" y="1"/>
                  </a:moveTo>
                  <a:lnTo>
                    <a:pt x="14604" y="34199"/>
                  </a:lnTo>
                  <a:lnTo>
                    <a:pt x="31537" y="34199"/>
                  </a:lnTo>
                  <a:lnTo>
                    <a:pt x="34531" y="46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4577;p64">
              <a:extLst>
                <a:ext uri="{FF2B5EF4-FFF2-40B4-BE49-F238E27FC236}">
                  <a16:creationId xmlns:a16="http://schemas.microsoft.com/office/drawing/2014/main" id="{3AF92847-AC22-A0D8-1771-A671374932F0}"/>
                </a:ext>
              </a:extLst>
            </p:cNvPr>
            <p:cNvSpPr/>
            <p:nvPr/>
          </p:nvSpPr>
          <p:spPr>
            <a:xfrm>
              <a:off x="1661525" y="2788175"/>
              <a:ext cx="879000" cy="870675"/>
            </a:xfrm>
            <a:custGeom>
              <a:avLst/>
              <a:gdLst/>
              <a:ahLst/>
              <a:cxnLst/>
              <a:rect l="l" t="t" r="r" b="b"/>
              <a:pathLst>
                <a:path w="35160" h="34827" extrusionOk="0">
                  <a:moveTo>
                    <a:pt x="814" y="703"/>
                  </a:moveTo>
                  <a:lnTo>
                    <a:pt x="34494" y="5250"/>
                  </a:lnTo>
                  <a:lnTo>
                    <a:pt x="31526" y="34198"/>
                  </a:lnTo>
                  <a:lnTo>
                    <a:pt x="15122" y="34198"/>
                  </a:lnTo>
                  <a:lnTo>
                    <a:pt x="814" y="703"/>
                  </a:lnTo>
                  <a:close/>
                  <a:moveTo>
                    <a:pt x="334" y="0"/>
                  </a:moveTo>
                  <a:cubicBezTo>
                    <a:pt x="260" y="0"/>
                    <a:pt x="149" y="37"/>
                    <a:pt x="75" y="111"/>
                  </a:cubicBezTo>
                  <a:cubicBezTo>
                    <a:pt x="1" y="222"/>
                    <a:pt x="1" y="333"/>
                    <a:pt x="38" y="444"/>
                  </a:cubicBezTo>
                  <a:lnTo>
                    <a:pt x="14641" y="34605"/>
                  </a:lnTo>
                  <a:cubicBezTo>
                    <a:pt x="14678" y="34753"/>
                    <a:pt x="14789" y="34827"/>
                    <a:pt x="14900" y="34827"/>
                  </a:cubicBezTo>
                  <a:lnTo>
                    <a:pt x="31833" y="34827"/>
                  </a:lnTo>
                  <a:cubicBezTo>
                    <a:pt x="31980" y="34827"/>
                    <a:pt x="32091" y="34679"/>
                    <a:pt x="32128" y="34531"/>
                  </a:cubicBezTo>
                  <a:lnTo>
                    <a:pt x="35123" y="5028"/>
                  </a:lnTo>
                  <a:cubicBezTo>
                    <a:pt x="35160" y="4843"/>
                    <a:pt x="35049" y="4695"/>
                    <a:pt x="34864" y="4695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4578;p64">
              <a:extLst>
                <a:ext uri="{FF2B5EF4-FFF2-40B4-BE49-F238E27FC236}">
                  <a16:creationId xmlns:a16="http://schemas.microsoft.com/office/drawing/2014/main" id="{311DC51C-7A32-1B0E-5F16-55E620C8A4DB}"/>
                </a:ext>
              </a:extLst>
            </p:cNvPr>
            <p:cNvSpPr/>
            <p:nvPr/>
          </p:nvSpPr>
          <p:spPr>
            <a:xfrm>
              <a:off x="564425" y="2517350"/>
              <a:ext cx="635925" cy="2438250"/>
            </a:xfrm>
            <a:custGeom>
              <a:avLst/>
              <a:gdLst/>
              <a:ahLst/>
              <a:cxnLst/>
              <a:rect l="l" t="t" r="r" b="b"/>
              <a:pathLst>
                <a:path w="25437" h="97530" extrusionOk="0">
                  <a:moveTo>
                    <a:pt x="1" y="1"/>
                  </a:moveTo>
                  <a:lnTo>
                    <a:pt x="1" y="97049"/>
                  </a:lnTo>
                  <a:lnTo>
                    <a:pt x="24438" y="97530"/>
                  </a:lnTo>
                  <a:lnTo>
                    <a:pt x="25437" y="97530"/>
                  </a:lnTo>
                  <a:lnTo>
                    <a:pt x="25437" y="618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4579;p64">
              <a:extLst>
                <a:ext uri="{FF2B5EF4-FFF2-40B4-BE49-F238E27FC236}">
                  <a16:creationId xmlns:a16="http://schemas.microsoft.com/office/drawing/2014/main" id="{1C991B24-EB7A-4904-E358-36211E20DF31}"/>
                </a:ext>
              </a:extLst>
            </p:cNvPr>
            <p:cNvSpPr/>
            <p:nvPr/>
          </p:nvSpPr>
          <p:spPr>
            <a:xfrm>
              <a:off x="557050" y="2509725"/>
              <a:ext cx="651625" cy="2453275"/>
            </a:xfrm>
            <a:custGeom>
              <a:avLst/>
              <a:gdLst/>
              <a:ahLst/>
              <a:cxnLst/>
              <a:rect l="l" t="t" r="r" b="b"/>
              <a:pathLst>
                <a:path w="26065" h="98131" extrusionOk="0">
                  <a:moveTo>
                    <a:pt x="629" y="1859"/>
                  </a:moveTo>
                  <a:lnTo>
                    <a:pt x="25436" y="62232"/>
                  </a:lnTo>
                  <a:lnTo>
                    <a:pt x="25436" y="97502"/>
                  </a:lnTo>
                  <a:lnTo>
                    <a:pt x="24733" y="97502"/>
                  </a:lnTo>
                  <a:lnTo>
                    <a:pt x="629" y="97021"/>
                  </a:lnTo>
                  <a:lnTo>
                    <a:pt x="629" y="1859"/>
                  </a:lnTo>
                  <a:close/>
                  <a:moveTo>
                    <a:pt x="334" y="1"/>
                  </a:moveTo>
                  <a:cubicBezTo>
                    <a:pt x="310" y="1"/>
                    <a:pt x="284" y="4"/>
                    <a:pt x="259" y="10"/>
                  </a:cubicBezTo>
                  <a:cubicBezTo>
                    <a:pt x="111" y="47"/>
                    <a:pt x="0" y="158"/>
                    <a:pt x="0" y="306"/>
                  </a:cubicBezTo>
                  <a:lnTo>
                    <a:pt x="0" y="97354"/>
                  </a:lnTo>
                  <a:cubicBezTo>
                    <a:pt x="0" y="97502"/>
                    <a:pt x="148" y="97650"/>
                    <a:pt x="296" y="97650"/>
                  </a:cubicBezTo>
                  <a:lnTo>
                    <a:pt x="24733" y="98130"/>
                  </a:lnTo>
                  <a:lnTo>
                    <a:pt x="25732" y="98130"/>
                  </a:lnTo>
                  <a:cubicBezTo>
                    <a:pt x="25842" y="98130"/>
                    <a:pt x="25916" y="98093"/>
                    <a:pt x="25953" y="98056"/>
                  </a:cubicBezTo>
                  <a:cubicBezTo>
                    <a:pt x="26027" y="97982"/>
                    <a:pt x="26064" y="97908"/>
                    <a:pt x="26064" y="97835"/>
                  </a:cubicBezTo>
                  <a:lnTo>
                    <a:pt x="26064" y="62158"/>
                  </a:lnTo>
                  <a:lnTo>
                    <a:pt x="26027" y="62047"/>
                  </a:lnTo>
                  <a:lnTo>
                    <a:pt x="592" y="195"/>
                  </a:lnTo>
                  <a:cubicBezTo>
                    <a:pt x="561" y="72"/>
                    <a:pt x="454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4580;p64">
              <a:extLst>
                <a:ext uri="{FF2B5EF4-FFF2-40B4-BE49-F238E27FC236}">
                  <a16:creationId xmlns:a16="http://schemas.microsoft.com/office/drawing/2014/main" id="{360191D8-13AB-3586-D422-DCD96EC54249}"/>
                </a:ext>
              </a:extLst>
            </p:cNvPr>
            <p:cNvSpPr/>
            <p:nvPr/>
          </p:nvSpPr>
          <p:spPr>
            <a:xfrm>
              <a:off x="6378975" y="2517350"/>
              <a:ext cx="635925" cy="2438250"/>
            </a:xfrm>
            <a:custGeom>
              <a:avLst/>
              <a:gdLst/>
              <a:ahLst/>
              <a:cxnLst/>
              <a:rect l="l" t="t" r="r" b="b"/>
              <a:pathLst>
                <a:path w="25437" h="97530" extrusionOk="0">
                  <a:moveTo>
                    <a:pt x="25437" y="1"/>
                  </a:moveTo>
                  <a:lnTo>
                    <a:pt x="1" y="61853"/>
                  </a:lnTo>
                  <a:lnTo>
                    <a:pt x="1" y="97530"/>
                  </a:lnTo>
                  <a:lnTo>
                    <a:pt x="1036" y="97530"/>
                  </a:lnTo>
                  <a:lnTo>
                    <a:pt x="25437" y="97049"/>
                  </a:lnTo>
                  <a:lnTo>
                    <a:pt x="25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4581;p64">
              <a:extLst>
                <a:ext uri="{FF2B5EF4-FFF2-40B4-BE49-F238E27FC236}">
                  <a16:creationId xmlns:a16="http://schemas.microsoft.com/office/drawing/2014/main" id="{6315950F-F67A-BD43-3DA7-BCDB99ECC867}"/>
                </a:ext>
              </a:extLst>
            </p:cNvPr>
            <p:cNvSpPr/>
            <p:nvPr/>
          </p:nvSpPr>
          <p:spPr>
            <a:xfrm>
              <a:off x="6371600" y="2509725"/>
              <a:ext cx="650700" cy="2453275"/>
            </a:xfrm>
            <a:custGeom>
              <a:avLst/>
              <a:gdLst/>
              <a:ahLst/>
              <a:cxnLst/>
              <a:rect l="l" t="t" r="r" b="b"/>
              <a:pathLst>
                <a:path w="26028" h="98131" extrusionOk="0">
                  <a:moveTo>
                    <a:pt x="25436" y="1859"/>
                  </a:moveTo>
                  <a:lnTo>
                    <a:pt x="25436" y="97021"/>
                  </a:lnTo>
                  <a:lnTo>
                    <a:pt x="1331" y="97502"/>
                  </a:lnTo>
                  <a:lnTo>
                    <a:pt x="592" y="97502"/>
                  </a:lnTo>
                  <a:lnTo>
                    <a:pt x="592" y="62232"/>
                  </a:lnTo>
                  <a:lnTo>
                    <a:pt x="25436" y="1859"/>
                  </a:lnTo>
                  <a:close/>
                  <a:moveTo>
                    <a:pt x="25730" y="1"/>
                  </a:moveTo>
                  <a:cubicBezTo>
                    <a:pt x="25609" y="1"/>
                    <a:pt x="25497" y="72"/>
                    <a:pt x="25436" y="195"/>
                  </a:cubicBezTo>
                  <a:lnTo>
                    <a:pt x="0" y="62047"/>
                  </a:lnTo>
                  <a:lnTo>
                    <a:pt x="0" y="62158"/>
                  </a:lnTo>
                  <a:lnTo>
                    <a:pt x="0" y="97835"/>
                  </a:lnTo>
                  <a:cubicBezTo>
                    <a:pt x="0" y="97908"/>
                    <a:pt x="37" y="97982"/>
                    <a:pt x="74" y="98056"/>
                  </a:cubicBezTo>
                  <a:cubicBezTo>
                    <a:pt x="148" y="98093"/>
                    <a:pt x="222" y="98130"/>
                    <a:pt x="296" y="98130"/>
                  </a:cubicBezTo>
                  <a:lnTo>
                    <a:pt x="1331" y="98130"/>
                  </a:lnTo>
                  <a:lnTo>
                    <a:pt x="25732" y="97650"/>
                  </a:lnTo>
                  <a:cubicBezTo>
                    <a:pt x="25916" y="97650"/>
                    <a:pt x="26027" y="97502"/>
                    <a:pt x="26027" y="97354"/>
                  </a:cubicBezTo>
                  <a:lnTo>
                    <a:pt x="26027" y="306"/>
                  </a:lnTo>
                  <a:cubicBezTo>
                    <a:pt x="26027" y="158"/>
                    <a:pt x="25953" y="47"/>
                    <a:pt x="25805" y="10"/>
                  </a:cubicBezTo>
                  <a:cubicBezTo>
                    <a:pt x="25780" y="4"/>
                    <a:pt x="25755" y="1"/>
                    <a:pt x="2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4582;p64">
              <a:extLst>
                <a:ext uri="{FF2B5EF4-FFF2-40B4-BE49-F238E27FC236}">
                  <a16:creationId xmlns:a16="http://schemas.microsoft.com/office/drawing/2014/main" id="{F74CD479-C25F-08EA-7B4A-FE085F0CC89D}"/>
                </a:ext>
              </a:extLst>
            </p:cNvPr>
            <p:cNvSpPr/>
            <p:nvPr/>
          </p:nvSpPr>
          <p:spPr>
            <a:xfrm>
              <a:off x="564425" y="2517350"/>
              <a:ext cx="1469625" cy="1546325"/>
            </a:xfrm>
            <a:custGeom>
              <a:avLst/>
              <a:gdLst/>
              <a:ahLst/>
              <a:cxnLst/>
              <a:rect l="l" t="t" r="r" b="b"/>
              <a:pathLst>
                <a:path w="58785" h="61853" extrusionOk="0">
                  <a:moveTo>
                    <a:pt x="1" y="1"/>
                  </a:moveTo>
                  <a:lnTo>
                    <a:pt x="25363" y="61853"/>
                  </a:lnTo>
                  <a:lnTo>
                    <a:pt x="58784" y="45327"/>
                  </a:lnTo>
                  <a:lnTo>
                    <a:pt x="44181" y="111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4583;p64">
              <a:extLst>
                <a:ext uri="{FF2B5EF4-FFF2-40B4-BE49-F238E27FC236}">
                  <a16:creationId xmlns:a16="http://schemas.microsoft.com/office/drawing/2014/main" id="{FD87818D-C45F-6991-AA83-C3AFB8B5036A}"/>
                </a:ext>
              </a:extLst>
            </p:cNvPr>
            <p:cNvSpPr/>
            <p:nvPr/>
          </p:nvSpPr>
          <p:spPr>
            <a:xfrm>
              <a:off x="556125" y="2509600"/>
              <a:ext cx="1487150" cy="1562075"/>
            </a:xfrm>
            <a:custGeom>
              <a:avLst/>
              <a:gdLst/>
              <a:ahLst/>
              <a:cxnLst/>
              <a:rect l="l" t="t" r="r" b="b"/>
              <a:pathLst>
                <a:path w="59486" h="62483" extrusionOk="0">
                  <a:moveTo>
                    <a:pt x="850" y="754"/>
                  </a:moveTo>
                  <a:lnTo>
                    <a:pt x="44291" y="11698"/>
                  </a:lnTo>
                  <a:lnTo>
                    <a:pt x="58752" y="45503"/>
                  </a:lnTo>
                  <a:lnTo>
                    <a:pt x="58752" y="45503"/>
                  </a:lnTo>
                  <a:lnTo>
                    <a:pt x="25879" y="61756"/>
                  </a:lnTo>
                  <a:lnTo>
                    <a:pt x="850" y="754"/>
                  </a:lnTo>
                  <a:close/>
                  <a:moveTo>
                    <a:pt x="318" y="1"/>
                  </a:moveTo>
                  <a:cubicBezTo>
                    <a:pt x="239" y="1"/>
                    <a:pt x="165" y="35"/>
                    <a:pt x="111" y="89"/>
                  </a:cubicBezTo>
                  <a:cubicBezTo>
                    <a:pt x="37" y="200"/>
                    <a:pt x="0" y="311"/>
                    <a:pt x="74" y="422"/>
                  </a:cubicBezTo>
                  <a:lnTo>
                    <a:pt x="25399" y="62274"/>
                  </a:lnTo>
                  <a:cubicBezTo>
                    <a:pt x="25436" y="62348"/>
                    <a:pt x="25510" y="62422"/>
                    <a:pt x="25584" y="62459"/>
                  </a:cubicBezTo>
                  <a:cubicBezTo>
                    <a:pt x="25614" y="62474"/>
                    <a:pt x="25651" y="62483"/>
                    <a:pt x="25689" y="62483"/>
                  </a:cubicBezTo>
                  <a:cubicBezTo>
                    <a:pt x="25743" y="62483"/>
                    <a:pt x="25799" y="62465"/>
                    <a:pt x="25842" y="62422"/>
                  </a:cubicBezTo>
                  <a:lnTo>
                    <a:pt x="59264" y="45933"/>
                  </a:lnTo>
                  <a:cubicBezTo>
                    <a:pt x="59412" y="45859"/>
                    <a:pt x="59486" y="45674"/>
                    <a:pt x="59412" y="45526"/>
                  </a:cubicBezTo>
                  <a:lnTo>
                    <a:pt x="44808" y="11328"/>
                  </a:lnTo>
                  <a:cubicBezTo>
                    <a:pt x="44771" y="11254"/>
                    <a:pt x="44697" y="11180"/>
                    <a:pt x="44587" y="11143"/>
                  </a:cubicBezTo>
                  <a:lnTo>
                    <a:pt x="407" y="15"/>
                  </a:lnTo>
                  <a:cubicBezTo>
                    <a:pt x="377" y="5"/>
                    <a:pt x="347" y="1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4584;p64">
              <a:extLst>
                <a:ext uri="{FF2B5EF4-FFF2-40B4-BE49-F238E27FC236}">
                  <a16:creationId xmlns:a16="http://schemas.microsoft.com/office/drawing/2014/main" id="{503F0CDA-A2D9-9D4D-AC5A-616B76AE7DF0}"/>
                </a:ext>
              </a:extLst>
            </p:cNvPr>
            <p:cNvSpPr/>
            <p:nvPr/>
          </p:nvSpPr>
          <p:spPr>
            <a:xfrm>
              <a:off x="5038800" y="2795550"/>
              <a:ext cx="861425" cy="854975"/>
            </a:xfrm>
            <a:custGeom>
              <a:avLst/>
              <a:gdLst/>
              <a:ahLst/>
              <a:cxnLst/>
              <a:rect l="l" t="t" r="r" b="b"/>
              <a:pathLst>
                <a:path w="34457" h="34199" extrusionOk="0">
                  <a:moveTo>
                    <a:pt x="34457" y="1"/>
                  </a:moveTo>
                  <a:lnTo>
                    <a:pt x="0" y="4696"/>
                  </a:lnTo>
                  <a:lnTo>
                    <a:pt x="2958" y="34199"/>
                  </a:lnTo>
                  <a:lnTo>
                    <a:pt x="19854" y="34199"/>
                  </a:lnTo>
                  <a:lnTo>
                    <a:pt x="3445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4585;p64">
              <a:extLst>
                <a:ext uri="{FF2B5EF4-FFF2-40B4-BE49-F238E27FC236}">
                  <a16:creationId xmlns:a16="http://schemas.microsoft.com/office/drawing/2014/main" id="{2C3D5B58-1094-FF0B-0CE1-6784479A1B84}"/>
                </a:ext>
              </a:extLst>
            </p:cNvPr>
            <p:cNvSpPr/>
            <p:nvPr/>
          </p:nvSpPr>
          <p:spPr>
            <a:xfrm>
              <a:off x="5030475" y="2788175"/>
              <a:ext cx="878075" cy="870675"/>
            </a:xfrm>
            <a:custGeom>
              <a:avLst/>
              <a:gdLst/>
              <a:ahLst/>
              <a:cxnLst/>
              <a:rect l="l" t="t" r="r" b="b"/>
              <a:pathLst>
                <a:path w="35123" h="34827" extrusionOk="0">
                  <a:moveTo>
                    <a:pt x="34272" y="703"/>
                  </a:moveTo>
                  <a:lnTo>
                    <a:pt x="19965" y="34198"/>
                  </a:lnTo>
                  <a:lnTo>
                    <a:pt x="3561" y="34198"/>
                  </a:lnTo>
                  <a:lnTo>
                    <a:pt x="666" y="5250"/>
                  </a:lnTo>
                  <a:lnTo>
                    <a:pt x="34272" y="703"/>
                  </a:lnTo>
                  <a:close/>
                  <a:moveTo>
                    <a:pt x="34753" y="0"/>
                  </a:moveTo>
                  <a:lnTo>
                    <a:pt x="296" y="4695"/>
                  </a:lnTo>
                  <a:cubicBezTo>
                    <a:pt x="149" y="4732"/>
                    <a:pt x="1" y="4880"/>
                    <a:pt x="38" y="5028"/>
                  </a:cubicBezTo>
                  <a:lnTo>
                    <a:pt x="2958" y="34531"/>
                  </a:lnTo>
                  <a:cubicBezTo>
                    <a:pt x="2995" y="34679"/>
                    <a:pt x="3106" y="34827"/>
                    <a:pt x="3291" y="34827"/>
                  </a:cubicBezTo>
                  <a:lnTo>
                    <a:pt x="20187" y="34827"/>
                  </a:lnTo>
                  <a:cubicBezTo>
                    <a:pt x="20298" y="34827"/>
                    <a:pt x="20408" y="34753"/>
                    <a:pt x="20445" y="34605"/>
                  </a:cubicBezTo>
                  <a:lnTo>
                    <a:pt x="35049" y="444"/>
                  </a:lnTo>
                  <a:cubicBezTo>
                    <a:pt x="35123" y="333"/>
                    <a:pt x="35086" y="222"/>
                    <a:pt x="35012" y="111"/>
                  </a:cubicBezTo>
                  <a:cubicBezTo>
                    <a:pt x="34938" y="37"/>
                    <a:pt x="34864" y="0"/>
                    <a:pt x="34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4586;p64">
              <a:extLst>
                <a:ext uri="{FF2B5EF4-FFF2-40B4-BE49-F238E27FC236}">
                  <a16:creationId xmlns:a16="http://schemas.microsoft.com/office/drawing/2014/main" id="{27356E60-D1B1-EFB2-A602-C6B6F54B8B64}"/>
                </a:ext>
              </a:extLst>
            </p:cNvPr>
            <p:cNvSpPr/>
            <p:nvPr/>
          </p:nvSpPr>
          <p:spPr>
            <a:xfrm>
              <a:off x="5583200" y="3053425"/>
              <a:ext cx="129400" cy="107250"/>
            </a:xfrm>
            <a:custGeom>
              <a:avLst/>
              <a:gdLst/>
              <a:ahLst/>
              <a:cxnLst/>
              <a:rect l="l" t="t" r="r" b="b"/>
              <a:pathLst>
                <a:path w="5176" h="4290" extrusionOk="0">
                  <a:moveTo>
                    <a:pt x="5176" y="1"/>
                  </a:moveTo>
                  <a:lnTo>
                    <a:pt x="1442" y="371"/>
                  </a:lnTo>
                  <a:lnTo>
                    <a:pt x="0" y="4289"/>
                  </a:lnTo>
                  <a:lnTo>
                    <a:pt x="3623" y="3957"/>
                  </a:lnTo>
                  <a:lnTo>
                    <a:pt x="51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4587;p64">
              <a:extLst>
                <a:ext uri="{FF2B5EF4-FFF2-40B4-BE49-F238E27FC236}">
                  <a16:creationId xmlns:a16="http://schemas.microsoft.com/office/drawing/2014/main" id="{7709F1E0-F96E-9BF6-CC91-5FD17F03A113}"/>
                </a:ext>
              </a:extLst>
            </p:cNvPr>
            <p:cNvSpPr/>
            <p:nvPr/>
          </p:nvSpPr>
          <p:spPr>
            <a:xfrm>
              <a:off x="5375225" y="3075625"/>
              <a:ext cx="122950" cy="102600"/>
            </a:xfrm>
            <a:custGeom>
              <a:avLst/>
              <a:gdLst/>
              <a:ahLst/>
              <a:cxnLst/>
              <a:rect l="l" t="t" r="r" b="b"/>
              <a:pathLst>
                <a:path w="4918" h="4104" extrusionOk="0">
                  <a:moveTo>
                    <a:pt x="4918" y="0"/>
                  </a:moveTo>
                  <a:lnTo>
                    <a:pt x="1406" y="333"/>
                  </a:lnTo>
                  <a:lnTo>
                    <a:pt x="1" y="4104"/>
                  </a:lnTo>
                  <a:lnTo>
                    <a:pt x="3513" y="3808"/>
                  </a:lnTo>
                  <a:lnTo>
                    <a:pt x="49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4588;p64">
              <a:extLst>
                <a:ext uri="{FF2B5EF4-FFF2-40B4-BE49-F238E27FC236}">
                  <a16:creationId xmlns:a16="http://schemas.microsoft.com/office/drawing/2014/main" id="{DC4552A6-0656-51D0-0A0D-C97CAE349E80}"/>
                </a:ext>
              </a:extLst>
            </p:cNvPr>
            <p:cNvSpPr/>
            <p:nvPr/>
          </p:nvSpPr>
          <p:spPr>
            <a:xfrm>
              <a:off x="5415900" y="2996125"/>
              <a:ext cx="111850" cy="73050"/>
            </a:xfrm>
            <a:custGeom>
              <a:avLst/>
              <a:gdLst/>
              <a:ahLst/>
              <a:cxnLst/>
              <a:rect l="l" t="t" r="r" b="b"/>
              <a:pathLst>
                <a:path w="4474" h="2922" extrusionOk="0">
                  <a:moveTo>
                    <a:pt x="4474" y="1"/>
                  </a:moveTo>
                  <a:lnTo>
                    <a:pt x="962" y="407"/>
                  </a:lnTo>
                  <a:lnTo>
                    <a:pt x="0" y="2921"/>
                  </a:lnTo>
                  <a:lnTo>
                    <a:pt x="3513" y="2552"/>
                  </a:lnTo>
                  <a:lnTo>
                    <a:pt x="4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4589;p64">
              <a:extLst>
                <a:ext uri="{FF2B5EF4-FFF2-40B4-BE49-F238E27FC236}">
                  <a16:creationId xmlns:a16="http://schemas.microsoft.com/office/drawing/2014/main" id="{5A25993D-8D8A-986D-37C9-D37E7B750CD1}"/>
                </a:ext>
              </a:extLst>
            </p:cNvPr>
            <p:cNvSpPr/>
            <p:nvPr/>
          </p:nvSpPr>
          <p:spPr>
            <a:xfrm>
              <a:off x="5520350" y="2983200"/>
              <a:ext cx="112775" cy="74875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4511" y="0"/>
                  </a:moveTo>
                  <a:lnTo>
                    <a:pt x="961" y="444"/>
                  </a:lnTo>
                  <a:lnTo>
                    <a:pt x="0" y="2995"/>
                  </a:lnTo>
                  <a:lnTo>
                    <a:pt x="0" y="2995"/>
                  </a:lnTo>
                  <a:lnTo>
                    <a:pt x="3512" y="2662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4590;p64">
              <a:extLst>
                <a:ext uri="{FF2B5EF4-FFF2-40B4-BE49-F238E27FC236}">
                  <a16:creationId xmlns:a16="http://schemas.microsoft.com/office/drawing/2014/main" id="{AA6AB795-8693-1CEC-F28E-6A3C6FDAD9FC}"/>
                </a:ext>
              </a:extLst>
            </p:cNvPr>
            <p:cNvSpPr/>
            <p:nvPr/>
          </p:nvSpPr>
          <p:spPr>
            <a:xfrm>
              <a:off x="5276325" y="3085775"/>
              <a:ext cx="118350" cy="101700"/>
            </a:xfrm>
            <a:custGeom>
              <a:avLst/>
              <a:gdLst/>
              <a:ahLst/>
              <a:cxnLst/>
              <a:rect l="l" t="t" r="r" b="b"/>
              <a:pathLst>
                <a:path w="4734" h="4068" extrusionOk="0">
                  <a:moveTo>
                    <a:pt x="4733" y="1"/>
                  </a:moveTo>
                  <a:lnTo>
                    <a:pt x="1517" y="334"/>
                  </a:lnTo>
                  <a:lnTo>
                    <a:pt x="1" y="4068"/>
                  </a:lnTo>
                  <a:lnTo>
                    <a:pt x="3291" y="3772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4591;p64">
              <a:extLst>
                <a:ext uri="{FF2B5EF4-FFF2-40B4-BE49-F238E27FC236}">
                  <a16:creationId xmlns:a16="http://schemas.microsoft.com/office/drawing/2014/main" id="{F69BEC9D-0743-9371-BD04-1F1A7F4A5104}"/>
                </a:ext>
              </a:extLst>
            </p:cNvPr>
            <p:cNvSpPr/>
            <p:nvPr/>
          </p:nvSpPr>
          <p:spPr>
            <a:xfrm>
              <a:off x="5535125" y="3168050"/>
              <a:ext cx="132200" cy="119250"/>
            </a:xfrm>
            <a:custGeom>
              <a:avLst/>
              <a:gdLst/>
              <a:ahLst/>
              <a:cxnLst/>
              <a:rect l="l" t="t" r="r" b="b"/>
              <a:pathLst>
                <a:path w="5288" h="4770" extrusionOk="0">
                  <a:moveTo>
                    <a:pt x="5287" y="0"/>
                  </a:moveTo>
                  <a:lnTo>
                    <a:pt x="1664" y="296"/>
                  </a:lnTo>
                  <a:lnTo>
                    <a:pt x="1" y="4769"/>
                  </a:lnTo>
                  <a:lnTo>
                    <a:pt x="3476" y="4585"/>
                  </a:lnTo>
                  <a:lnTo>
                    <a:pt x="52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4592;p64">
              <a:extLst>
                <a:ext uri="{FF2B5EF4-FFF2-40B4-BE49-F238E27FC236}">
                  <a16:creationId xmlns:a16="http://schemas.microsoft.com/office/drawing/2014/main" id="{86334C45-D822-17B3-4C80-20990777CD1A}"/>
                </a:ext>
              </a:extLst>
            </p:cNvPr>
            <p:cNvSpPr/>
            <p:nvPr/>
          </p:nvSpPr>
          <p:spPr>
            <a:xfrm>
              <a:off x="5295750" y="3308525"/>
              <a:ext cx="115550" cy="81375"/>
            </a:xfrm>
            <a:custGeom>
              <a:avLst/>
              <a:gdLst/>
              <a:ahLst/>
              <a:cxnLst/>
              <a:rect l="l" t="t" r="r" b="b"/>
              <a:pathLst>
                <a:path w="4622" h="3255" extrusionOk="0">
                  <a:moveTo>
                    <a:pt x="4622" y="1"/>
                  </a:moveTo>
                  <a:lnTo>
                    <a:pt x="1146" y="223"/>
                  </a:lnTo>
                  <a:lnTo>
                    <a:pt x="0" y="3254"/>
                  </a:lnTo>
                  <a:lnTo>
                    <a:pt x="3402" y="3254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4593;p64">
              <a:extLst>
                <a:ext uri="{FF2B5EF4-FFF2-40B4-BE49-F238E27FC236}">
                  <a16:creationId xmlns:a16="http://schemas.microsoft.com/office/drawing/2014/main" id="{11758DA5-55A2-A1F2-EC02-1E3CBB28CA7E}"/>
                </a:ext>
              </a:extLst>
            </p:cNvPr>
            <p:cNvSpPr/>
            <p:nvPr/>
          </p:nvSpPr>
          <p:spPr>
            <a:xfrm>
              <a:off x="5478750" y="3064525"/>
              <a:ext cx="123875" cy="104475"/>
            </a:xfrm>
            <a:custGeom>
              <a:avLst/>
              <a:gdLst/>
              <a:ahLst/>
              <a:cxnLst/>
              <a:rect l="l" t="t" r="r" b="b"/>
              <a:pathLst>
                <a:path w="4955" h="4179" extrusionOk="0">
                  <a:moveTo>
                    <a:pt x="4954" y="0"/>
                  </a:moveTo>
                  <a:lnTo>
                    <a:pt x="1442" y="370"/>
                  </a:lnTo>
                  <a:lnTo>
                    <a:pt x="0" y="4178"/>
                  </a:lnTo>
                  <a:lnTo>
                    <a:pt x="3513" y="3882"/>
                  </a:lnTo>
                  <a:lnTo>
                    <a:pt x="4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4594;p64">
              <a:extLst>
                <a:ext uri="{FF2B5EF4-FFF2-40B4-BE49-F238E27FC236}">
                  <a16:creationId xmlns:a16="http://schemas.microsoft.com/office/drawing/2014/main" id="{633D110A-B9E8-9E98-44A2-D0D0605CF118}"/>
                </a:ext>
              </a:extLst>
            </p:cNvPr>
            <p:cNvSpPr/>
            <p:nvPr/>
          </p:nvSpPr>
          <p:spPr>
            <a:xfrm>
              <a:off x="5624775" y="2969325"/>
              <a:ext cx="121100" cy="78575"/>
            </a:xfrm>
            <a:custGeom>
              <a:avLst/>
              <a:gdLst/>
              <a:ahLst/>
              <a:cxnLst/>
              <a:rect l="l" t="t" r="r" b="b"/>
              <a:pathLst>
                <a:path w="4844" h="3143" extrusionOk="0">
                  <a:moveTo>
                    <a:pt x="4844" y="0"/>
                  </a:moveTo>
                  <a:lnTo>
                    <a:pt x="999" y="481"/>
                  </a:lnTo>
                  <a:lnTo>
                    <a:pt x="1" y="3143"/>
                  </a:lnTo>
                  <a:lnTo>
                    <a:pt x="3772" y="2773"/>
                  </a:lnTo>
                  <a:lnTo>
                    <a:pt x="4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4595;p64">
              <a:extLst>
                <a:ext uri="{FF2B5EF4-FFF2-40B4-BE49-F238E27FC236}">
                  <a16:creationId xmlns:a16="http://schemas.microsoft.com/office/drawing/2014/main" id="{7C10BA62-731A-3570-23A3-1EDFB45DB0E9}"/>
                </a:ext>
              </a:extLst>
            </p:cNvPr>
            <p:cNvSpPr/>
            <p:nvPr/>
          </p:nvSpPr>
          <p:spPr>
            <a:xfrm>
              <a:off x="5193150" y="3315000"/>
              <a:ext cx="115550" cy="74900"/>
            </a:xfrm>
            <a:custGeom>
              <a:avLst/>
              <a:gdLst/>
              <a:ahLst/>
              <a:cxnLst/>
              <a:rect l="l" t="t" r="r" b="b"/>
              <a:pathLst>
                <a:path w="4622" h="2996" extrusionOk="0">
                  <a:moveTo>
                    <a:pt x="4622" y="1"/>
                  </a:moveTo>
                  <a:lnTo>
                    <a:pt x="1147" y="185"/>
                  </a:lnTo>
                  <a:lnTo>
                    <a:pt x="0" y="2995"/>
                  </a:lnTo>
                  <a:lnTo>
                    <a:pt x="3476" y="2995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4596;p64">
              <a:extLst>
                <a:ext uri="{FF2B5EF4-FFF2-40B4-BE49-F238E27FC236}">
                  <a16:creationId xmlns:a16="http://schemas.microsoft.com/office/drawing/2014/main" id="{6F82D98E-68A1-5523-D0AE-A74A36B3DCC4}"/>
                </a:ext>
              </a:extLst>
            </p:cNvPr>
            <p:cNvSpPr/>
            <p:nvPr/>
          </p:nvSpPr>
          <p:spPr>
            <a:xfrm>
              <a:off x="5320700" y="3009075"/>
              <a:ext cx="102625" cy="69325"/>
            </a:xfrm>
            <a:custGeom>
              <a:avLst/>
              <a:gdLst/>
              <a:ahLst/>
              <a:cxnLst/>
              <a:rect l="l" t="t" r="r" b="b"/>
              <a:pathLst>
                <a:path w="4105" h="2773" extrusionOk="0">
                  <a:moveTo>
                    <a:pt x="4104" y="0"/>
                  </a:moveTo>
                  <a:lnTo>
                    <a:pt x="962" y="370"/>
                  </a:lnTo>
                  <a:lnTo>
                    <a:pt x="0" y="2773"/>
                  </a:lnTo>
                  <a:lnTo>
                    <a:pt x="0" y="2773"/>
                  </a:lnTo>
                  <a:lnTo>
                    <a:pt x="3180" y="2477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4597;p64">
              <a:extLst>
                <a:ext uri="{FF2B5EF4-FFF2-40B4-BE49-F238E27FC236}">
                  <a16:creationId xmlns:a16="http://schemas.microsoft.com/office/drawing/2014/main" id="{B264F7CD-8643-ADAB-4787-D751C961C3DD}"/>
                </a:ext>
              </a:extLst>
            </p:cNvPr>
            <p:cNvSpPr/>
            <p:nvPr/>
          </p:nvSpPr>
          <p:spPr>
            <a:xfrm>
              <a:off x="5497225" y="3297450"/>
              <a:ext cx="119275" cy="92450"/>
            </a:xfrm>
            <a:custGeom>
              <a:avLst/>
              <a:gdLst/>
              <a:ahLst/>
              <a:cxnLst/>
              <a:rect l="l" t="t" r="r" b="b"/>
              <a:pathLst>
                <a:path w="4771" h="3698" extrusionOk="0">
                  <a:moveTo>
                    <a:pt x="4770" y="0"/>
                  </a:moveTo>
                  <a:lnTo>
                    <a:pt x="1295" y="185"/>
                  </a:lnTo>
                  <a:lnTo>
                    <a:pt x="1" y="3697"/>
                  </a:lnTo>
                  <a:lnTo>
                    <a:pt x="3291" y="3697"/>
                  </a:lnTo>
                  <a:lnTo>
                    <a:pt x="47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4598;p64">
              <a:extLst>
                <a:ext uri="{FF2B5EF4-FFF2-40B4-BE49-F238E27FC236}">
                  <a16:creationId xmlns:a16="http://schemas.microsoft.com/office/drawing/2014/main" id="{9FA1E5A3-5F41-AECB-B105-5B46FDC4FE44}"/>
                </a:ext>
              </a:extLst>
            </p:cNvPr>
            <p:cNvSpPr/>
            <p:nvPr/>
          </p:nvSpPr>
          <p:spPr>
            <a:xfrm>
              <a:off x="5432525" y="3177275"/>
              <a:ext cx="128500" cy="115575"/>
            </a:xfrm>
            <a:custGeom>
              <a:avLst/>
              <a:gdLst/>
              <a:ahLst/>
              <a:cxnLst/>
              <a:rect l="l" t="t" r="r" b="b"/>
              <a:pathLst>
                <a:path w="5140" h="4623" extrusionOk="0">
                  <a:moveTo>
                    <a:pt x="5140" y="1"/>
                  </a:moveTo>
                  <a:lnTo>
                    <a:pt x="1628" y="297"/>
                  </a:lnTo>
                  <a:lnTo>
                    <a:pt x="1" y="4622"/>
                  </a:lnTo>
                  <a:lnTo>
                    <a:pt x="3476" y="4437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4599;p64">
              <a:extLst>
                <a:ext uri="{FF2B5EF4-FFF2-40B4-BE49-F238E27FC236}">
                  <a16:creationId xmlns:a16="http://schemas.microsoft.com/office/drawing/2014/main" id="{532E3D4E-C958-E99E-6546-146A024E6296}"/>
                </a:ext>
              </a:extLst>
            </p:cNvPr>
            <p:cNvSpPr/>
            <p:nvPr/>
          </p:nvSpPr>
          <p:spPr>
            <a:xfrm>
              <a:off x="5329950" y="3185600"/>
              <a:ext cx="126650" cy="112800"/>
            </a:xfrm>
            <a:custGeom>
              <a:avLst/>
              <a:gdLst/>
              <a:ahLst/>
              <a:cxnLst/>
              <a:rect l="l" t="t" r="r" b="b"/>
              <a:pathLst>
                <a:path w="5066" h="4512" extrusionOk="0">
                  <a:moveTo>
                    <a:pt x="5065" y="1"/>
                  </a:moveTo>
                  <a:lnTo>
                    <a:pt x="1590" y="333"/>
                  </a:lnTo>
                  <a:lnTo>
                    <a:pt x="0" y="4511"/>
                  </a:lnTo>
                  <a:lnTo>
                    <a:pt x="3475" y="4326"/>
                  </a:lnTo>
                  <a:lnTo>
                    <a:pt x="50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4600;p64">
              <a:extLst>
                <a:ext uri="{FF2B5EF4-FFF2-40B4-BE49-F238E27FC236}">
                  <a16:creationId xmlns:a16="http://schemas.microsoft.com/office/drawing/2014/main" id="{F2F7D9AE-97B3-9172-E2DA-4832565EAA8F}"/>
                </a:ext>
              </a:extLst>
            </p:cNvPr>
            <p:cNvSpPr/>
            <p:nvPr/>
          </p:nvSpPr>
          <p:spPr>
            <a:xfrm>
              <a:off x="5228275" y="3194850"/>
              <a:ext cx="124800" cy="110000"/>
            </a:xfrm>
            <a:custGeom>
              <a:avLst/>
              <a:gdLst/>
              <a:ahLst/>
              <a:cxnLst/>
              <a:rect l="l" t="t" r="r" b="b"/>
              <a:pathLst>
                <a:path w="4992" h="4400" extrusionOk="0">
                  <a:moveTo>
                    <a:pt x="4991" y="0"/>
                  </a:moveTo>
                  <a:lnTo>
                    <a:pt x="1664" y="296"/>
                  </a:lnTo>
                  <a:lnTo>
                    <a:pt x="0" y="4400"/>
                  </a:lnTo>
                  <a:lnTo>
                    <a:pt x="3439" y="4178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4601;p64">
              <a:extLst>
                <a:ext uri="{FF2B5EF4-FFF2-40B4-BE49-F238E27FC236}">
                  <a16:creationId xmlns:a16="http://schemas.microsoft.com/office/drawing/2014/main" id="{2D96018C-9A2C-EA07-6899-D5325020CA65}"/>
                </a:ext>
              </a:extLst>
            </p:cNvPr>
            <p:cNvSpPr/>
            <p:nvPr/>
          </p:nvSpPr>
          <p:spPr>
            <a:xfrm>
              <a:off x="5396500" y="3302975"/>
              <a:ext cx="117400" cy="86925"/>
            </a:xfrm>
            <a:custGeom>
              <a:avLst/>
              <a:gdLst/>
              <a:ahLst/>
              <a:cxnLst/>
              <a:rect l="l" t="t" r="r" b="b"/>
              <a:pathLst>
                <a:path w="4696" h="3477" extrusionOk="0">
                  <a:moveTo>
                    <a:pt x="4695" y="1"/>
                  </a:moveTo>
                  <a:lnTo>
                    <a:pt x="1220" y="186"/>
                  </a:lnTo>
                  <a:lnTo>
                    <a:pt x="0" y="3476"/>
                  </a:lnTo>
                  <a:lnTo>
                    <a:pt x="3401" y="3476"/>
                  </a:lnTo>
                  <a:lnTo>
                    <a:pt x="46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4602;p64">
              <a:extLst>
                <a:ext uri="{FF2B5EF4-FFF2-40B4-BE49-F238E27FC236}">
                  <a16:creationId xmlns:a16="http://schemas.microsoft.com/office/drawing/2014/main" id="{D17D405C-FEF4-9ACD-4EDE-17D61796030E}"/>
                </a:ext>
              </a:extLst>
            </p:cNvPr>
            <p:cNvSpPr/>
            <p:nvPr/>
          </p:nvSpPr>
          <p:spPr>
            <a:xfrm>
              <a:off x="5535125" y="2517350"/>
              <a:ext cx="1469600" cy="1546325"/>
            </a:xfrm>
            <a:custGeom>
              <a:avLst/>
              <a:gdLst/>
              <a:ahLst/>
              <a:cxnLst/>
              <a:rect l="l" t="t" r="r" b="b"/>
              <a:pathLst>
                <a:path w="58784" h="61853" extrusionOk="0">
                  <a:moveTo>
                    <a:pt x="58784" y="1"/>
                  </a:moveTo>
                  <a:lnTo>
                    <a:pt x="14604" y="11129"/>
                  </a:lnTo>
                  <a:lnTo>
                    <a:pt x="1" y="45327"/>
                  </a:lnTo>
                  <a:lnTo>
                    <a:pt x="33422" y="61853"/>
                  </a:lnTo>
                  <a:lnTo>
                    <a:pt x="58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4603;p64">
              <a:extLst>
                <a:ext uri="{FF2B5EF4-FFF2-40B4-BE49-F238E27FC236}">
                  <a16:creationId xmlns:a16="http://schemas.microsoft.com/office/drawing/2014/main" id="{DC7AF954-30E3-F75B-C6B9-8D6E72930E3C}"/>
                </a:ext>
              </a:extLst>
            </p:cNvPr>
            <p:cNvSpPr/>
            <p:nvPr/>
          </p:nvSpPr>
          <p:spPr>
            <a:xfrm>
              <a:off x="5525875" y="2509600"/>
              <a:ext cx="1487175" cy="1562075"/>
            </a:xfrm>
            <a:custGeom>
              <a:avLst/>
              <a:gdLst/>
              <a:ahLst/>
              <a:cxnLst/>
              <a:rect l="l" t="t" r="r" b="b"/>
              <a:pathLst>
                <a:path w="59487" h="62483" extrusionOk="0">
                  <a:moveTo>
                    <a:pt x="58636" y="754"/>
                  </a:moveTo>
                  <a:lnTo>
                    <a:pt x="33644" y="61756"/>
                  </a:lnTo>
                  <a:lnTo>
                    <a:pt x="734" y="45503"/>
                  </a:lnTo>
                  <a:lnTo>
                    <a:pt x="734" y="45503"/>
                  </a:lnTo>
                  <a:lnTo>
                    <a:pt x="15196" y="11698"/>
                  </a:lnTo>
                  <a:lnTo>
                    <a:pt x="58636" y="754"/>
                  </a:lnTo>
                  <a:close/>
                  <a:moveTo>
                    <a:pt x="59168" y="1"/>
                  </a:moveTo>
                  <a:cubicBezTo>
                    <a:pt x="59139" y="1"/>
                    <a:pt x="59110" y="5"/>
                    <a:pt x="59080" y="15"/>
                  </a:cubicBezTo>
                  <a:lnTo>
                    <a:pt x="14900" y="11143"/>
                  </a:lnTo>
                  <a:cubicBezTo>
                    <a:pt x="14789" y="11180"/>
                    <a:pt x="14715" y="11254"/>
                    <a:pt x="14678" y="11328"/>
                  </a:cubicBezTo>
                  <a:lnTo>
                    <a:pt x="75" y="45526"/>
                  </a:lnTo>
                  <a:cubicBezTo>
                    <a:pt x="1" y="45674"/>
                    <a:pt x="75" y="45859"/>
                    <a:pt x="223" y="45933"/>
                  </a:cubicBezTo>
                  <a:lnTo>
                    <a:pt x="33644" y="62422"/>
                  </a:lnTo>
                  <a:cubicBezTo>
                    <a:pt x="33687" y="62465"/>
                    <a:pt x="33743" y="62483"/>
                    <a:pt x="33797" y="62483"/>
                  </a:cubicBezTo>
                  <a:cubicBezTo>
                    <a:pt x="33835" y="62483"/>
                    <a:pt x="33872" y="62474"/>
                    <a:pt x="33903" y="62459"/>
                  </a:cubicBezTo>
                  <a:cubicBezTo>
                    <a:pt x="33977" y="62422"/>
                    <a:pt x="34051" y="62348"/>
                    <a:pt x="34088" y="62274"/>
                  </a:cubicBezTo>
                  <a:lnTo>
                    <a:pt x="59413" y="422"/>
                  </a:lnTo>
                  <a:cubicBezTo>
                    <a:pt x="59487" y="311"/>
                    <a:pt x="59450" y="200"/>
                    <a:pt x="59376" y="89"/>
                  </a:cubicBezTo>
                  <a:cubicBezTo>
                    <a:pt x="59322" y="35"/>
                    <a:pt x="59248" y="1"/>
                    <a:pt x="59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4604;p64">
              <a:extLst>
                <a:ext uri="{FF2B5EF4-FFF2-40B4-BE49-F238E27FC236}">
                  <a16:creationId xmlns:a16="http://schemas.microsoft.com/office/drawing/2014/main" id="{2D4C8C3D-82A7-4B42-C81B-B4F5FEDB51A8}"/>
                </a:ext>
              </a:extLst>
            </p:cNvPr>
            <p:cNvSpPr/>
            <p:nvPr/>
          </p:nvSpPr>
          <p:spPr>
            <a:xfrm>
              <a:off x="2453625" y="2391650"/>
              <a:ext cx="2670225" cy="1257025"/>
            </a:xfrm>
            <a:custGeom>
              <a:avLst/>
              <a:gdLst/>
              <a:ahLst/>
              <a:cxnLst/>
              <a:rect l="l" t="t" r="r" b="b"/>
              <a:pathLst>
                <a:path w="106809" h="50281" extrusionOk="0">
                  <a:moveTo>
                    <a:pt x="8652" y="1"/>
                  </a:moveTo>
                  <a:cubicBezTo>
                    <a:pt x="6766" y="1"/>
                    <a:pt x="5214" y="1406"/>
                    <a:pt x="4992" y="3291"/>
                  </a:cubicBezTo>
                  <a:lnTo>
                    <a:pt x="1" y="50281"/>
                  </a:lnTo>
                  <a:lnTo>
                    <a:pt x="106809" y="50281"/>
                  </a:lnTo>
                  <a:lnTo>
                    <a:pt x="101818" y="3291"/>
                  </a:lnTo>
                  <a:cubicBezTo>
                    <a:pt x="101633" y="1406"/>
                    <a:pt x="100043" y="1"/>
                    <a:pt x="98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4605;p64">
              <a:extLst>
                <a:ext uri="{FF2B5EF4-FFF2-40B4-BE49-F238E27FC236}">
                  <a16:creationId xmlns:a16="http://schemas.microsoft.com/office/drawing/2014/main" id="{78D069D8-4362-B580-5205-08F01D883E71}"/>
                </a:ext>
              </a:extLst>
            </p:cNvPr>
            <p:cNvSpPr/>
            <p:nvPr/>
          </p:nvSpPr>
          <p:spPr>
            <a:xfrm>
              <a:off x="2446225" y="2384250"/>
              <a:ext cx="2685950" cy="1272750"/>
            </a:xfrm>
            <a:custGeom>
              <a:avLst/>
              <a:gdLst/>
              <a:ahLst/>
              <a:cxnLst/>
              <a:rect l="l" t="t" r="r" b="b"/>
              <a:pathLst>
                <a:path w="107438" h="50910" extrusionOk="0">
                  <a:moveTo>
                    <a:pt x="98454" y="593"/>
                  </a:moveTo>
                  <a:cubicBezTo>
                    <a:pt x="100191" y="593"/>
                    <a:pt x="101633" y="1923"/>
                    <a:pt x="101818" y="3624"/>
                  </a:cubicBezTo>
                  <a:lnTo>
                    <a:pt x="106774" y="50281"/>
                  </a:lnTo>
                  <a:lnTo>
                    <a:pt x="666" y="50281"/>
                  </a:lnTo>
                  <a:lnTo>
                    <a:pt x="5620" y="3624"/>
                  </a:lnTo>
                  <a:cubicBezTo>
                    <a:pt x="5805" y="1923"/>
                    <a:pt x="7247" y="593"/>
                    <a:pt x="8948" y="593"/>
                  </a:cubicBezTo>
                  <a:close/>
                  <a:moveTo>
                    <a:pt x="8948" y="1"/>
                  </a:moveTo>
                  <a:cubicBezTo>
                    <a:pt x="6914" y="1"/>
                    <a:pt x="5214" y="1517"/>
                    <a:pt x="4992" y="3550"/>
                  </a:cubicBezTo>
                  <a:lnTo>
                    <a:pt x="1" y="50540"/>
                  </a:lnTo>
                  <a:cubicBezTo>
                    <a:pt x="1" y="50651"/>
                    <a:pt x="38" y="50725"/>
                    <a:pt x="75" y="50799"/>
                  </a:cubicBezTo>
                  <a:cubicBezTo>
                    <a:pt x="149" y="50873"/>
                    <a:pt x="223" y="50910"/>
                    <a:pt x="297" y="50910"/>
                  </a:cubicBezTo>
                  <a:lnTo>
                    <a:pt x="107105" y="50910"/>
                  </a:lnTo>
                  <a:cubicBezTo>
                    <a:pt x="107216" y="50910"/>
                    <a:pt x="107290" y="50873"/>
                    <a:pt x="107327" y="50799"/>
                  </a:cubicBezTo>
                  <a:cubicBezTo>
                    <a:pt x="107400" y="50725"/>
                    <a:pt x="107437" y="50651"/>
                    <a:pt x="107437" y="50540"/>
                  </a:cubicBezTo>
                  <a:lnTo>
                    <a:pt x="102446" y="3550"/>
                  </a:lnTo>
                  <a:cubicBezTo>
                    <a:pt x="102225" y="1517"/>
                    <a:pt x="100487" y="1"/>
                    <a:pt x="98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4606;p64">
              <a:extLst>
                <a:ext uri="{FF2B5EF4-FFF2-40B4-BE49-F238E27FC236}">
                  <a16:creationId xmlns:a16="http://schemas.microsoft.com/office/drawing/2014/main" id="{91749F71-6B65-3E24-1BAC-2746D1C961B6}"/>
                </a:ext>
              </a:extLst>
            </p:cNvPr>
            <p:cNvSpPr/>
            <p:nvPr/>
          </p:nvSpPr>
          <p:spPr>
            <a:xfrm>
              <a:off x="2453625" y="2391650"/>
              <a:ext cx="1203425" cy="1257025"/>
            </a:xfrm>
            <a:custGeom>
              <a:avLst/>
              <a:gdLst/>
              <a:ahLst/>
              <a:cxnLst/>
              <a:rect l="l" t="t" r="r" b="b"/>
              <a:pathLst>
                <a:path w="48137" h="50281" extrusionOk="0">
                  <a:moveTo>
                    <a:pt x="8319" y="1"/>
                  </a:moveTo>
                  <a:cubicBezTo>
                    <a:pt x="7654" y="75"/>
                    <a:pt x="7062" y="297"/>
                    <a:pt x="6544" y="666"/>
                  </a:cubicBezTo>
                  <a:lnTo>
                    <a:pt x="6397" y="777"/>
                  </a:lnTo>
                  <a:cubicBezTo>
                    <a:pt x="6249" y="888"/>
                    <a:pt x="6101" y="1036"/>
                    <a:pt x="5953" y="1184"/>
                  </a:cubicBezTo>
                  <a:cubicBezTo>
                    <a:pt x="5657" y="1517"/>
                    <a:pt x="5435" y="1886"/>
                    <a:pt x="5250" y="2293"/>
                  </a:cubicBezTo>
                  <a:cubicBezTo>
                    <a:pt x="5140" y="2626"/>
                    <a:pt x="5029" y="2958"/>
                    <a:pt x="4992" y="3291"/>
                  </a:cubicBezTo>
                  <a:lnTo>
                    <a:pt x="1" y="50281"/>
                  </a:lnTo>
                  <a:lnTo>
                    <a:pt x="19004" y="50281"/>
                  </a:lnTo>
                  <a:lnTo>
                    <a:pt x="20113" y="36971"/>
                  </a:lnTo>
                  <a:cubicBezTo>
                    <a:pt x="20445" y="32942"/>
                    <a:pt x="23403" y="29651"/>
                    <a:pt x="27359" y="28875"/>
                  </a:cubicBezTo>
                  <a:cubicBezTo>
                    <a:pt x="39522" y="26583"/>
                    <a:pt x="48136" y="15676"/>
                    <a:pt x="47508" y="3328"/>
                  </a:cubicBezTo>
                  <a:lnTo>
                    <a:pt x="474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4607;p64">
              <a:extLst>
                <a:ext uri="{FF2B5EF4-FFF2-40B4-BE49-F238E27FC236}">
                  <a16:creationId xmlns:a16="http://schemas.microsoft.com/office/drawing/2014/main" id="{F79FE3E7-498C-A065-E9D5-C89AF944C49B}"/>
                </a:ext>
              </a:extLst>
            </p:cNvPr>
            <p:cNvSpPr/>
            <p:nvPr/>
          </p:nvSpPr>
          <p:spPr>
            <a:xfrm>
              <a:off x="2446225" y="2384250"/>
              <a:ext cx="1203425" cy="1272750"/>
            </a:xfrm>
            <a:custGeom>
              <a:avLst/>
              <a:gdLst/>
              <a:ahLst/>
              <a:cxnLst/>
              <a:rect l="l" t="t" r="r" b="b"/>
              <a:pathLst>
                <a:path w="48137" h="50910" extrusionOk="0">
                  <a:moveTo>
                    <a:pt x="47434" y="593"/>
                  </a:moveTo>
                  <a:lnTo>
                    <a:pt x="47508" y="3624"/>
                  </a:lnTo>
                  <a:cubicBezTo>
                    <a:pt x="47545" y="4031"/>
                    <a:pt x="47545" y="4437"/>
                    <a:pt x="47545" y="4844"/>
                  </a:cubicBezTo>
                  <a:cubicBezTo>
                    <a:pt x="47545" y="16527"/>
                    <a:pt x="39227" y="26694"/>
                    <a:pt x="27618" y="28875"/>
                  </a:cubicBezTo>
                  <a:cubicBezTo>
                    <a:pt x="23514" y="29652"/>
                    <a:pt x="20446" y="33090"/>
                    <a:pt x="20076" y="37231"/>
                  </a:cubicBezTo>
                  <a:lnTo>
                    <a:pt x="19041" y="50281"/>
                  </a:lnTo>
                  <a:lnTo>
                    <a:pt x="666" y="50281"/>
                  </a:lnTo>
                  <a:lnTo>
                    <a:pt x="5620" y="3624"/>
                  </a:lnTo>
                  <a:cubicBezTo>
                    <a:pt x="5657" y="3291"/>
                    <a:pt x="5731" y="2996"/>
                    <a:pt x="5842" y="2700"/>
                  </a:cubicBezTo>
                  <a:cubicBezTo>
                    <a:pt x="5990" y="2330"/>
                    <a:pt x="6212" y="1997"/>
                    <a:pt x="6471" y="1702"/>
                  </a:cubicBezTo>
                  <a:lnTo>
                    <a:pt x="6508" y="1665"/>
                  </a:lnTo>
                  <a:cubicBezTo>
                    <a:pt x="6609" y="1563"/>
                    <a:pt x="6742" y="1462"/>
                    <a:pt x="6877" y="1332"/>
                  </a:cubicBezTo>
                  <a:lnTo>
                    <a:pt x="6877" y="1332"/>
                  </a:lnTo>
                  <a:lnTo>
                    <a:pt x="6877" y="1332"/>
                  </a:lnTo>
                  <a:lnTo>
                    <a:pt x="7025" y="1221"/>
                  </a:lnTo>
                  <a:cubicBezTo>
                    <a:pt x="7506" y="888"/>
                    <a:pt x="8060" y="666"/>
                    <a:pt x="8652" y="630"/>
                  </a:cubicBezTo>
                  <a:cubicBezTo>
                    <a:pt x="8763" y="593"/>
                    <a:pt x="8874" y="593"/>
                    <a:pt x="8948" y="593"/>
                  </a:cubicBezTo>
                  <a:close/>
                  <a:moveTo>
                    <a:pt x="8578" y="1"/>
                  </a:moveTo>
                  <a:cubicBezTo>
                    <a:pt x="7876" y="75"/>
                    <a:pt x="7210" y="334"/>
                    <a:pt x="6656" y="703"/>
                  </a:cubicBezTo>
                  <a:lnTo>
                    <a:pt x="6656" y="740"/>
                  </a:lnTo>
                  <a:lnTo>
                    <a:pt x="6545" y="814"/>
                  </a:lnTo>
                  <a:lnTo>
                    <a:pt x="6508" y="814"/>
                  </a:lnTo>
                  <a:cubicBezTo>
                    <a:pt x="6360" y="962"/>
                    <a:pt x="6175" y="1110"/>
                    <a:pt x="6027" y="1258"/>
                  </a:cubicBezTo>
                  <a:cubicBezTo>
                    <a:pt x="5694" y="1628"/>
                    <a:pt x="5436" y="2034"/>
                    <a:pt x="5251" y="2478"/>
                  </a:cubicBezTo>
                  <a:cubicBezTo>
                    <a:pt x="5140" y="2811"/>
                    <a:pt x="5029" y="3180"/>
                    <a:pt x="4992" y="3550"/>
                  </a:cubicBezTo>
                  <a:lnTo>
                    <a:pt x="1" y="50540"/>
                  </a:lnTo>
                  <a:cubicBezTo>
                    <a:pt x="1" y="50651"/>
                    <a:pt x="38" y="50725"/>
                    <a:pt x="75" y="50799"/>
                  </a:cubicBezTo>
                  <a:cubicBezTo>
                    <a:pt x="149" y="50873"/>
                    <a:pt x="223" y="50910"/>
                    <a:pt x="297" y="50910"/>
                  </a:cubicBezTo>
                  <a:lnTo>
                    <a:pt x="19300" y="50910"/>
                  </a:lnTo>
                  <a:cubicBezTo>
                    <a:pt x="19484" y="50910"/>
                    <a:pt x="19595" y="50762"/>
                    <a:pt x="19632" y="50614"/>
                  </a:cubicBezTo>
                  <a:lnTo>
                    <a:pt x="20704" y="37304"/>
                  </a:lnTo>
                  <a:cubicBezTo>
                    <a:pt x="21037" y="33386"/>
                    <a:pt x="23884" y="30206"/>
                    <a:pt x="27729" y="29467"/>
                  </a:cubicBezTo>
                  <a:cubicBezTo>
                    <a:pt x="39633" y="27211"/>
                    <a:pt x="48137" y="16823"/>
                    <a:pt x="48137" y="4844"/>
                  </a:cubicBezTo>
                  <a:cubicBezTo>
                    <a:pt x="48137" y="4437"/>
                    <a:pt x="48137" y="3994"/>
                    <a:pt x="48137" y="3587"/>
                  </a:cubicBezTo>
                  <a:lnTo>
                    <a:pt x="48026" y="297"/>
                  </a:lnTo>
                  <a:cubicBezTo>
                    <a:pt x="48026" y="112"/>
                    <a:pt x="47878" y="1"/>
                    <a:pt x="47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4608;p64">
              <a:extLst>
                <a:ext uri="{FF2B5EF4-FFF2-40B4-BE49-F238E27FC236}">
                  <a16:creationId xmlns:a16="http://schemas.microsoft.com/office/drawing/2014/main" id="{F144253D-945D-7209-C59A-7A7D93AAF4FA}"/>
                </a:ext>
              </a:extLst>
            </p:cNvPr>
            <p:cNvSpPr/>
            <p:nvPr/>
          </p:nvSpPr>
          <p:spPr>
            <a:xfrm>
              <a:off x="4618250" y="2603325"/>
              <a:ext cx="289325" cy="265275"/>
            </a:xfrm>
            <a:custGeom>
              <a:avLst/>
              <a:gdLst/>
              <a:ahLst/>
              <a:cxnLst/>
              <a:rect l="l" t="t" r="r" b="b"/>
              <a:pathLst>
                <a:path w="11573" h="10611" extrusionOk="0">
                  <a:moveTo>
                    <a:pt x="5768" y="0"/>
                  </a:moveTo>
                  <a:cubicBezTo>
                    <a:pt x="2589" y="0"/>
                    <a:pt x="1" y="2366"/>
                    <a:pt x="1" y="5287"/>
                  </a:cubicBezTo>
                  <a:cubicBezTo>
                    <a:pt x="1" y="8208"/>
                    <a:pt x="2589" y="10611"/>
                    <a:pt x="5768" y="10611"/>
                  </a:cubicBezTo>
                  <a:cubicBezTo>
                    <a:pt x="8985" y="10611"/>
                    <a:pt x="11573" y="8208"/>
                    <a:pt x="11573" y="5287"/>
                  </a:cubicBezTo>
                  <a:cubicBezTo>
                    <a:pt x="11573" y="2366"/>
                    <a:pt x="8985" y="0"/>
                    <a:pt x="57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4609;p64">
              <a:extLst>
                <a:ext uri="{FF2B5EF4-FFF2-40B4-BE49-F238E27FC236}">
                  <a16:creationId xmlns:a16="http://schemas.microsoft.com/office/drawing/2014/main" id="{2813853F-26E4-2E9B-075E-5346322A58D7}"/>
                </a:ext>
              </a:extLst>
            </p:cNvPr>
            <p:cNvSpPr/>
            <p:nvPr/>
          </p:nvSpPr>
          <p:spPr>
            <a:xfrm>
              <a:off x="4609950" y="2595000"/>
              <a:ext cx="305025" cy="281000"/>
            </a:xfrm>
            <a:custGeom>
              <a:avLst/>
              <a:gdLst/>
              <a:ahLst/>
              <a:cxnLst/>
              <a:rect l="l" t="t" r="r" b="b"/>
              <a:pathLst>
                <a:path w="12201" h="11240" extrusionOk="0">
                  <a:moveTo>
                    <a:pt x="6100" y="629"/>
                  </a:moveTo>
                  <a:cubicBezTo>
                    <a:pt x="7616" y="629"/>
                    <a:pt x="9021" y="1183"/>
                    <a:pt x="9982" y="2108"/>
                  </a:cubicBezTo>
                  <a:cubicBezTo>
                    <a:pt x="10980" y="2995"/>
                    <a:pt x="11609" y="4252"/>
                    <a:pt x="11609" y="5620"/>
                  </a:cubicBezTo>
                  <a:cubicBezTo>
                    <a:pt x="11609" y="6988"/>
                    <a:pt x="10980" y="8245"/>
                    <a:pt x="9982" y="9169"/>
                  </a:cubicBezTo>
                  <a:cubicBezTo>
                    <a:pt x="9021" y="10056"/>
                    <a:pt x="7616" y="10611"/>
                    <a:pt x="6100" y="10611"/>
                  </a:cubicBezTo>
                  <a:cubicBezTo>
                    <a:pt x="4584" y="10611"/>
                    <a:pt x="3216" y="10056"/>
                    <a:pt x="2218" y="9169"/>
                  </a:cubicBezTo>
                  <a:cubicBezTo>
                    <a:pt x="1220" y="8245"/>
                    <a:pt x="629" y="6988"/>
                    <a:pt x="629" y="5620"/>
                  </a:cubicBezTo>
                  <a:cubicBezTo>
                    <a:pt x="629" y="4252"/>
                    <a:pt x="1220" y="2995"/>
                    <a:pt x="2218" y="2108"/>
                  </a:cubicBezTo>
                  <a:cubicBezTo>
                    <a:pt x="3216" y="1183"/>
                    <a:pt x="4584" y="629"/>
                    <a:pt x="6100" y="629"/>
                  </a:cubicBezTo>
                  <a:close/>
                  <a:moveTo>
                    <a:pt x="6100" y="0"/>
                  </a:moveTo>
                  <a:cubicBezTo>
                    <a:pt x="4437" y="0"/>
                    <a:pt x="2921" y="629"/>
                    <a:pt x="1812" y="1627"/>
                  </a:cubicBezTo>
                  <a:cubicBezTo>
                    <a:pt x="702" y="2662"/>
                    <a:pt x="0" y="4067"/>
                    <a:pt x="0" y="5620"/>
                  </a:cubicBezTo>
                  <a:cubicBezTo>
                    <a:pt x="0" y="7173"/>
                    <a:pt x="702" y="8578"/>
                    <a:pt x="1812" y="9613"/>
                  </a:cubicBezTo>
                  <a:cubicBezTo>
                    <a:pt x="2921" y="10611"/>
                    <a:pt x="4437" y="11239"/>
                    <a:pt x="6100" y="11239"/>
                  </a:cubicBezTo>
                  <a:cubicBezTo>
                    <a:pt x="7801" y="11239"/>
                    <a:pt x="9317" y="10611"/>
                    <a:pt x="10426" y="9613"/>
                  </a:cubicBezTo>
                  <a:cubicBezTo>
                    <a:pt x="11535" y="8578"/>
                    <a:pt x="12200" y="7173"/>
                    <a:pt x="12200" y="5620"/>
                  </a:cubicBezTo>
                  <a:cubicBezTo>
                    <a:pt x="12200" y="4067"/>
                    <a:pt x="11535" y="2662"/>
                    <a:pt x="10426" y="1627"/>
                  </a:cubicBezTo>
                  <a:cubicBezTo>
                    <a:pt x="9317" y="629"/>
                    <a:pt x="7801" y="0"/>
                    <a:pt x="6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4610;p64">
              <a:extLst>
                <a:ext uri="{FF2B5EF4-FFF2-40B4-BE49-F238E27FC236}">
                  <a16:creationId xmlns:a16="http://schemas.microsoft.com/office/drawing/2014/main" id="{0AB607C4-04F0-B2C2-9811-598103F56F8A}"/>
                </a:ext>
              </a:extLst>
            </p:cNvPr>
            <p:cNvSpPr/>
            <p:nvPr/>
          </p:nvSpPr>
          <p:spPr>
            <a:xfrm>
              <a:off x="4638600" y="2621800"/>
              <a:ext cx="248650" cy="227400"/>
            </a:xfrm>
            <a:custGeom>
              <a:avLst/>
              <a:gdLst/>
              <a:ahLst/>
              <a:cxnLst/>
              <a:rect l="l" t="t" r="r" b="b"/>
              <a:pathLst>
                <a:path w="9946" h="9096" extrusionOk="0">
                  <a:moveTo>
                    <a:pt x="4954" y="0"/>
                  </a:moveTo>
                  <a:cubicBezTo>
                    <a:pt x="2218" y="0"/>
                    <a:pt x="0" y="2034"/>
                    <a:pt x="0" y="4548"/>
                  </a:cubicBezTo>
                  <a:cubicBezTo>
                    <a:pt x="0" y="7062"/>
                    <a:pt x="2218" y="9095"/>
                    <a:pt x="4954" y="9095"/>
                  </a:cubicBezTo>
                  <a:cubicBezTo>
                    <a:pt x="7690" y="9095"/>
                    <a:pt x="9945" y="7062"/>
                    <a:pt x="9945" y="4548"/>
                  </a:cubicBezTo>
                  <a:cubicBezTo>
                    <a:pt x="9945" y="2034"/>
                    <a:pt x="7690" y="0"/>
                    <a:pt x="4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4611;p64">
              <a:extLst>
                <a:ext uri="{FF2B5EF4-FFF2-40B4-BE49-F238E27FC236}">
                  <a16:creationId xmlns:a16="http://schemas.microsoft.com/office/drawing/2014/main" id="{0D463A97-843B-BE4F-943B-AD4F3470F86D}"/>
                </a:ext>
              </a:extLst>
            </p:cNvPr>
            <p:cNvSpPr/>
            <p:nvPr/>
          </p:nvSpPr>
          <p:spPr>
            <a:xfrm>
              <a:off x="4631200" y="2614400"/>
              <a:ext cx="263425" cy="243100"/>
            </a:xfrm>
            <a:custGeom>
              <a:avLst/>
              <a:gdLst/>
              <a:ahLst/>
              <a:cxnLst/>
              <a:rect l="l" t="t" r="r" b="b"/>
              <a:pathLst>
                <a:path w="10537" h="9724" extrusionOk="0">
                  <a:moveTo>
                    <a:pt x="5250" y="592"/>
                  </a:moveTo>
                  <a:cubicBezTo>
                    <a:pt x="6544" y="592"/>
                    <a:pt x="7727" y="1073"/>
                    <a:pt x="8578" y="1849"/>
                  </a:cubicBezTo>
                  <a:cubicBezTo>
                    <a:pt x="9391" y="2626"/>
                    <a:pt x="9908" y="3698"/>
                    <a:pt x="9908" y="4844"/>
                  </a:cubicBezTo>
                  <a:cubicBezTo>
                    <a:pt x="9908" y="6027"/>
                    <a:pt x="9391" y="7062"/>
                    <a:pt x="8578" y="7838"/>
                  </a:cubicBezTo>
                  <a:cubicBezTo>
                    <a:pt x="7727" y="8615"/>
                    <a:pt x="6544" y="9096"/>
                    <a:pt x="5250" y="9096"/>
                  </a:cubicBezTo>
                  <a:cubicBezTo>
                    <a:pt x="3956" y="9096"/>
                    <a:pt x="2810" y="8615"/>
                    <a:pt x="1960" y="7838"/>
                  </a:cubicBezTo>
                  <a:cubicBezTo>
                    <a:pt x="1109" y="7062"/>
                    <a:pt x="592" y="6027"/>
                    <a:pt x="592" y="4844"/>
                  </a:cubicBezTo>
                  <a:cubicBezTo>
                    <a:pt x="592" y="3698"/>
                    <a:pt x="1109" y="2626"/>
                    <a:pt x="1960" y="1849"/>
                  </a:cubicBezTo>
                  <a:cubicBezTo>
                    <a:pt x="2810" y="1073"/>
                    <a:pt x="3956" y="592"/>
                    <a:pt x="5250" y="592"/>
                  </a:cubicBezTo>
                  <a:close/>
                  <a:moveTo>
                    <a:pt x="5250" y="1"/>
                  </a:moveTo>
                  <a:cubicBezTo>
                    <a:pt x="3808" y="1"/>
                    <a:pt x="2514" y="518"/>
                    <a:pt x="1553" y="1406"/>
                  </a:cubicBezTo>
                  <a:cubicBezTo>
                    <a:pt x="592" y="2293"/>
                    <a:pt x="0" y="3513"/>
                    <a:pt x="0" y="4844"/>
                  </a:cubicBezTo>
                  <a:cubicBezTo>
                    <a:pt x="0" y="6212"/>
                    <a:pt x="592" y="7432"/>
                    <a:pt x="1553" y="8282"/>
                  </a:cubicBezTo>
                  <a:cubicBezTo>
                    <a:pt x="2514" y="9169"/>
                    <a:pt x="3808" y="9724"/>
                    <a:pt x="5250" y="9724"/>
                  </a:cubicBezTo>
                  <a:cubicBezTo>
                    <a:pt x="6692" y="9724"/>
                    <a:pt x="8023" y="9169"/>
                    <a:pt x="8984" y="8282"/>
                  </a:cubicBezTo>
                  <a:cubicBezTo>
                    <a:pt x="9945" y="7432"/>
                    <a:pt x="10537" y="6212"/>
                    <a:pt x="10537" y="4844"/>
                  </a:cubicBezTo>
                  <a:cubicBezTo>
                    <a:pt x="10537" y="3513"/>
                    <a:pt x="9945" y="2293"/>
                    <a:pt x="8984" y="1406"/>
                  </a:cubicBezTo>
                  <a:cubicBezTo>
                    <a:pt x="8023" y="518"/>
                    <a:pt x="6692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4612;p64">
              <a:extLst>
                <a:ext uri="{FF2B5EF4-FFF2-40B4-BE49-F238E27FC236}">
                  <a16:creationId xmlns:a16="http://schemas.microsoft.com/office/drawing/2014/main" id="{20F75E39-C639-654B-F5F2-E26D5F8C8B3E}"/>
                </a:ext>
              </a:extLst>
            </p:cNvPr>
            <p:cNvSpPr/>
            <p:nvPr/>
          </p:nvSpPr>
          <p:spPr>
            <a:xfrm>
              <a:off x="913800" y="2888150"/>
              <a:ext cx="246800" cy="260350"/>
            </a:xfrm>
            <a:custGeom>
              <a:avLst/>
              <a:gdLst/>
              <a:ahLst/>
              <a:cxnLst/>
              <a:rect l="l" t="t" r="r" b="b"/>
              <a:pathLst>
                <a:path w="9872" h="10414" extrusionOk="0">
                  <a:moveTo>
                    <a:pt x="4270" y="0"/>
                  </a:moveTo>
                  <a:cubicBezTo>
                    <a:pt x="3903" y="0"/>
                    <a:pt x="3536" y="58"/>
                    <a:pt x="3180" y="179"/>
                  </a:cubicBezTo>
                  <a:cubicBezTo>
                    <a:pt x="999" y="955"/>
                    <a:pt x="1" y="3802"/>
                    <a:pt x="962" y="6575"/>
                  </a:cubicBezTo>
                  <a:cubicBezTo>
                    <a:pt x="1766" y="8895"/>
                    <a:pt x="3684" y="10413"/>
                    <a:pt x="5567" y="10413"/>
                  </a:cubicBezTo>
                  <a:cubicBezTo>
                    <a:pt x="5934" y="10413"/>
                    <a:pt x="6300" y="10356"/>
                    <a:pt x="6655" y="10235"/>
                  </a:cubicBezTo>
                  <a:cubicBezTo>
                    <a:pt x="8874" y="9459"/>
                    <a:pt x="9872" y="6575"/>
                    <a:pt x="8911" y="3802"/>
                  </a:cubicBezTo>
                  <a:cubicBezTo>
                    <a:pt x="8075" y="1513"/>
                    <a:pt x="6153" y="0"/>
                    <a:pt x="42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4613;p64">
              <a:extLst>
                <a:ext uri="{FF2B5EF4-FFF2-40B4-BE49-F238E27FC236}">
                  <a16:creationId xmlns:a16="http://schemas.microsoft.com/office/drawing/2014/main" id="{E9ED9013-F8D5-F16E-1831-5440CC250278}"/>
                </a:ext>
              </a:extLst>
            </p:cNvPr>
            <p:cNvSpPr/>
            <p:nvPr/>
          </p:nvSpPr>
          <p:spPr>
            <a:xfrm>
              <a:off x="920275" y="2880600"/>
              <a:ext cx="232950" cy="275450"/>
            </a:xfrm>
            <a:custGeom>
              <a:avLst/>
              <a:gdLst/>
              <a:ahLst/>
              <a:cxnLst/>
              <a:rect l="l" t="t" r="r" b="b"/>
              <a:pathLst>
                <a:path w="9318" h="11018" extrusionOk="0">
                  <a:moveTo>
                    <a:pt x="4096" y="628"/>
                  </a:moveTo>
                  <a:cubicBezTo>
                    <a:pt x="5813" y="628"/>
                    <a:pt x="7589" y="2061"/>
                    <a:pt x="8356" y="4215"/>
                  </a:cubicBezTo>
                  <a:cubicBezTo>
                    <a:pt x="8578" y="4917"/>
                    <a:pt x="8689" y="5583"/>
                    <a:pt x="8689" y="6248"/>
                  </a:cubicBezTo>
                  <a:cubicBezTo>
                    <a:pt x="8689" y="7210"/>
                    <a:pt x="8467" y="8060"/>
                    <a:pt x="8060" y="8762"/>
                  </a:cubicBezTo>
                  <a:cubicBezTo>
                    <a:pt x="7653" y="9465"/>
                    <a:pt x="7062" y="9982"/>
                    <a:pt x="6322" y="10241"/>
                  </a:cubicBezTo>
                  <a:cubicBezTo>
                    <a:pt x="5990" y="10352"/>
                    <a:pt x="5620" y="10389"/>
                    <a:pt x="5287" y="10389"/>
                  </a:cubicBezTo>
                  <a:cubicBezTo>
                    <a:pt x="5266" y="10390"/>
                    <a:pt x="5245" y="10390"/>
                    <a:pt x="5223" y="10390"/>
                  </a:cubicBezTo>
                  <a:cubicBezTo>
                    <a:pt x="3540" y="10390"/>
                    <a:pt x="1729" y="8957"/>
                    <a:pt x="999" y="6803"/>
                  </a:cubicBezTo>
                  <a:cubicBezTo>
                    <a:pt x="740" y="6100"/>
                    <a:pt x="629" y="5398"/>
                    <a:pt x="629" y="4769"/>
                  </a:cubicBezTo>
                  <a:cubicBezTo>
                    <a:pt x="629" y="3808"/>
                    <a:pt x="851" y="2958"/>
                    <a:pt x="1257" y="2255"/>
                  </a:cubicBezTo>
                  <a:cubicBezTo>
                    <a:pt x="1701" y="1553"/>
                    <a:pt x="2293" y="1035"/>
                    <a:pt x="3032" y="777"/>
                  </a:cubicBezTo>
                  <a:cubicBezTo>
                    <a:pt x="3365" y="666"/>
                    <a:pt x="3698" y="629"/>
                    <a:pt x="4030" y="629"/>
                  </a:cubicBezTo>
                  <a:cubicBezTo>
                    <a:pt x="4052" y="628"/>
                    <a:pt x="4074" y="628"/>
                    <a:pt x="4096" y="628"/>
                  </a:cubicBezTo>
                  <a:close/>
                  <a:moveTo>
                    <a:pt x="4030" y="0"/>
                  </a:moveTo>
                  <a:cubicBezTo>
                    <a:pt x="3624" y="0"/>
                    <a:pt x="3217" y="74"/>
                    <a:pt x="2810" y="185"/>
                  </a:cubicBezTo>
                  <a:cubicBezTo>
                    <a:pt x="1923" y="518"/>
                    <a:pt x="1220" y="1146"/>
                    <a:pt x="740" y="1923"/>
                  </a:cubicBezTo>
                  <a:cubicBezTo>
                    <a:pt x="259" y="2736"/>
                    <a:pt x="0" y="3734"/>
                    <a:pt x="0" y="4769"/>
                  </a:cubicBezTo>
                  <a:cubicBezTo>
                    <a:pt x="0" y="5472"/>
                    <a:pt x="148" y="6248"/>
                    <a:pt x="407" y="6988"/>
                  </a:cubicBezTo>
                  <a:cubicBezTo>
                    <a:pt x="1257" y="9391"/>
                    <a:pt x="3254" y="11018"/>
                    <a:pt x="5287" y="11018"/>
                  </a:cubicBezTo>
                  <a:cubicBezTo>
                    <a:pt x="5694" y="11018"/>
                    <a:pt x="6101" y="10944"/>
                    <a:pt x="6507" y="10796"/>
                  </a:cubicBezTo>
                  <a:cubicBezTo>
                    <a:pt x="7395" y="10500"/>
                    <a:pt x="8097" y="9871"/>
                    <a:pt x="8578" y="9058"/>
                  </a:cubicBezTo>
                  <a:cubicBezTo>
                    <a:pt x="9058" y="8282"/>
                    <a:pt x="9317" y="7284"/>
                    <a:pt x="9317" y="6248"/>
                  </a:cubicBezTo>
                  <a:cubicBezTo>
                    <a:pt x="9317" y="5546"/>
                    <a:pt x="9169" y="4769"/>
                    <a:pt x="8910" y="4030"/>
                  </a:cubicBezTo>
                  <a:cubicBezTo>
                    <a:pt x="8097" y="1627"/>
                    <a:pt x="6101" y="0"/>
                    <a:pt x="4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4614;p64">
              <a:extLst>
                <a:ext uri="{FF2B5EF4-FFF2-40B4-BE49-F238E27FC236}">
                  <a16:creationId xmlns:a16="http://schemas.microsoft.com/office/drawing/2014/main" id="{B2ACDC78-6FA6-7D10-DC15-F96B083E1249}"/>
                </a:ext>
              </a:extLst>
            </p:cNvPr>
            <p:cNvSpPr/>
            <p:nvPr/>
          </p:nvSpPr>
          <p:spPr>
            <a:xfrm>
              <a:off x="931375" y="2906950"/>
              <a:ext cx="211675" cy="222725"/>
            </a:xfrm>
            <a:custGeom>
              <a:avLst/>
              <a:gdLst/>
              <a:ahLst/>
              <a:cxnLst/>
              <a:rect l="l" t="t" r="r" b="b"/>
              <a:pathLst>
                <a:path w="8467" h="8909" extrusionOk="0">
                  <a:moveTo>
                    <a:pt x="3692" y="1"/>
                  </a:moveTo>
                  <a:cubicBezTo>
                    <a:pt x="3369" y="1"/>
                    <a:pt x="3047" y="54"/>
                    <a:pt x="2736" y="166"/>
                  </a:cubicBezTo>
                  <a:cubicBezTo>
                    <a:pt x="850" y="795"/>
                    <a:pt x="0" y="3272"/>
                    <a:pt x="813" y="5638"/>
                  </a:cubicBezTo>
                  <a:cubicBezTo>
                    <a:pt x="1490" y="7606"/>
                    <a:pt x="3138" y="8909"/>
                    <a:pt x="4759" y="8909"/>
                  </a:cubicBezTo>
                  <a:cubicBezTo>
                    <a:pt x="5086" y="8909"/>
                    <a:pt x="5413" y="8856"/>
                    <a:pt x="5731" y="8744"/>
                  </a:cubicBezTo>
                  <a:cubicBezTo>
                    <a:pt x="7616" y="8078"/>
                    <a:pt x="8466" y="5638"/>
                    <a:pt x="7616" y="3272"/>
                  </a:cubicBezTo>
                  <a:cubicBezTo>
                    <a:pt x="6940" y="1304"/>
                    <a:pt x="5291" y="1"/>
                    <a:pt x="36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4615;p64">
              <a:extLst>
                <a:ext uri="{FF2B5EF4-FFF2-40B4-BE49-F238E27FC236}">
                  <a16:creationId xmlns:a16="http://schemas.microsoft.com/office/drawing/2014/main" id="{6BE7E2AF-AEF3-3766-EB03-61C329EC45D5}"/>
                </a:ext>
              </a:extLst>
            </p:cNvPr>
            <p:cNvSpPr/>
            <p:nvPr/>
          </p:nvSpPr>
          <p:spPr>
            <a:xfrm>
              <a:off x="935975" y="2899075"/>
              <a:ext cx="201525" cy="238500"/>
            </a:xfrm>
            <a:custGeom>
              <a:avLst/>
              <a:gdLst/>
              <a:ahLst/>
              <a:cxnLst/>
              <a:rect l="l" t="t" r="r" b="b"/>
              <a:pathLst>
                <a:path w="8061" h="9540" extrusionOk="0">
                  <a:moveTo>
                    <a:pt x="3577" y="628"/>
                  </a:moveTo>
                  <a:cubicBezTo>
                    <a:pt x="5001" y="628"/>
                    <a:pt x="6517" y="1840"/>
                    <a:pt x="7136" y="3698"/>
                  </a:cubicBezTo>
                  <a:cubicBezTo>
                    <a:pt x="7358" y="4252"/>
                    <a:pt x="7432" y="4844"/>
                    <a:pt x="7432" y="5398"/>
                  </a:cubicBezTo>
                  <a:cubicBezTo>
                    <a:pt x="7432" y="6212"/>
                    <a:pt x="7247" y="6951"/>
                    <a:pt x="6914" y="7543"/>
                  </a:cubicBezTo>
                  <a:cubicBezTo>
                    <a:pt x="6545" y="8134"/>
                    <a:pt x="6064" y="8541"/>
                    <a:pt x="5436" y="8763"/>
                  </a:cubicBezTo>
                  <a:cubicBezTo>
                    <a:pt x="5140" y="8874"/>
                    <a:pt x="4881" y="8911"/>
                    <a:pt x="4585" y="8911"/>
                  </a:cubicBezTo>
                  <a:cubicBezTo>
                    <a:pt x="3143" y="8911"/>
                    <a:pt x="1591" y="7728"/>
                    <a:pt x="925" y="5842"/>
                  </a:cubicBezTo>
                  <a:cubicBezTo>
                    <a:pt x="703" y="5287"/>
                    <a:pt x="629" y="4696"/>
                    <a:pt x="629" y="4141"/>
                  </a:cubicBezTo>
                  <a:cubicBezTo>
                    <a:pt x="629" y="3328"/>
                    <a:pt x="814" y="2589"/>
                    <a:pt x="1184" y="1997"/>
                  </a:cubicBezTo>
                  <a:cubicBezTo>
                    <a:pt x="1517" y="1406"/>
                    <a:pt x="2034" y="962"/>
                    <a:pt x="2626" y="777"/>
                  </a:cubicBezTo>
                  <a:cubicBezTo>
                    <a:pt x="2922" y="666"/>
                    <a:pt x="3217" y="629"/>
                    <a:pt x="3513" y="629"/>
                  </a:cubicBezTo>
                  <a:cubicBezTo>
                    <a:pt x="3534" y="629"/>
                    <a:pt x="3556" y="628"/>
                    <a:pt x="3577" y="628"/>
                  </a:cubicBezTo>
                  <a:close/>
                  <a:moveTo>
                    <a:pt x="3513" y="1"/>
                  </a:moveTo>
                  <a:cubicBezTo>
                    <a:pt x="3143" y="1"/>
                    <a:pt x="2774" y="75"/>
                    <a:pt x="2441" y="186"/>
                  </a:cubicBezTo>
                  <a:cubicBezTo>
                    <a:pt x="1665" y="444"/>
                    <a:pt x="1036" y="999"/>
                    <a:pt x="629" y="1701"/>
                  </a:cubicBezTo>
                  <a:cubicBezTo>
                    <a:pt x="223" y="2367"/>
                    <a:pt x="1" y="3217"/>
                    <a:pt x="1" y="4141"/>
                  </a:cubicBezTo>
                  <a:cubicBezTo>
                    <a:pt x="1" y="4770"/>
                    <a:pt x="112" y="5398"/>
                    <a:pt x="334" y="6064"/>
                  </a:cubicBezTo>
                  <a:cubicBezTo>
                    <a:pt x="1073" y="8134"/>
                    <a:pt x="2774" y="9539"/>
                    <a:pt x="4585" y="9539"/>
                  </a:cubicBezTo>
                  <a:cubicBezTo>
                    <a:pt x="4918" y="9539"/>
                    <a:pt x="5288" y="9465"/>
                    <a:pt x="5620" y="9354"/>
                  </a:cubicBezTo>
                  <a:cubicBezTo>
                    <a:pt x="6397" y="9095"/>
                    <a:pt x="7025" y="8541"/>
                    <a:pt x="7432" y="7838"/>
                  </a:cubicBezTo>
                  <a:cubicBezTo>
                    <a:pt x="7839" y="7136"/>
                    <a:pt x="8061" y="6323"/>
                    <a:pt x="8061" y="5398"/>
                  </a:cubicBezTo>
                  <a:cubicBezTo>
                    <a:pt x="8061" y="4770"/>
                    <a:pt x="7950" y="4141"/>
                    <a:pt x="7728" y="3476"/>
                  </a:cubicBezTo>
                  <a:cubicBezTo>
                    <a:pt x="6988" y="1406"/>
                    <a:pt x="5288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4616;p64">
              <a:extLst>
                <a:ext uri="{FF2B5EF4-FFF2-40B4-BE49-F238E27FC236}">
                  <a16:creationId xmlns:a16="http://schemas.microsoft.com/office/drawing/2014/main" id="{3AFA5E99-9D50-11F2-C3D5-7952F7FD39C2}"/>
                </a:ext>
              </a:extLst>
            </p:cNvPr>
            <p:cNvSpPr/>
            <p:nvPr/>
          </p:nvSpPr>
          <p:spPr>
            <a:xfrm>
              <a:off x="1254850" y="2924675"/>
              <a:ext cx="196900" cy="207625"/>
            </a:xfrm>
            <a:custGeom>
              <a:avLst/>
              <a:gdLst/>
              <a:ahLst/>
              <a:cxnLst/>
              <a:rect l="l" t="t" r="r" b="b"/>
              <a:pathLst>
                <a:path w="7876" h="8305" extrusionOk="0">
                  <a:moveTo>
                    <a:pt x="3465" y="1"/>
                  </a:moveTo>
                  <a:cubicBezTo>
                    <a:pt x="3156" y="1"/>
                    <a:pt x="2849" y="52"/>
                    <a:pt x="2552" y="160"/>
                  </a:cubicBezTo>
                  <a:cubicBezTo>
                    <a:pt x="814" y="751"/>
                    <a:pt x="1" y="3043"/>
                    <a:pt x="777" y="5262"/>
                  </a:cubicBezTo>
                  <a:cubicBezTo>
                    <a:pt x="1421" y="7101"/>
                    <a:pt x="2928" y="8304"/>
                    <a:pt x="4436" y="8304"/>
                  </a:cubicBezTo>
                  <a:cubicBezTo>
                    <a:pt x="4747" y="8304"/>
                    <a:pt x="5058" y="8253"/>
                    <a:pt x="5362" y="8145"/>
                  </a:cubicBezTo>
                  <a:cubicBezTo>
                    <a:pt x="7099" y="7554"/>
                    <a:pt x="7876" y="5262"/>
                    <a:pt x="7136" y="3043"/>
                  </a:cubicBezTo>
                  <a:cubicBezTo>
                    <a:pt x="6493" y="1205"/>
                    <a:pt x="4960" y="1"/>
                    <a:pt x="3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4617;p64">
              <a:extLst>
                <a:ext uri="{FF2B5EF4-FFF2-40B4-BE49-F238E27FC236}">
                  <a16:creationId xmlns:a16="http://schemas.microsoft.com/office/drawing/2014/main" id="{C01448D9-0C55-A631-9239-9AEEAB526DFD}"/>
                </a:ext>
              </a:extLst>
            </p:cNvPr>
            <p:cNvSpPr/>
            <p:nvPr/>
          </p:nvSpPr>
          <p:spPr>
            <a:xfrm>
              <a:off x="1259475" y="2916650"/>
              <a:ext cx="188575" cy="223700"/>
            </a:xfrm>
            <a:custGeom>
              <a:avLst/>
              <a:gdLst/>
              <a:ahLst/>
              <a:cxnLst/>
              <a:rect l="l" t="t" r="r" b="b"/>
              <a:pathLst>
                <a:path w="7543" h="8948" extrusionOk="0">
                  <a:moveTo>
                    <a:pt x="3254" y="629"/>
                  </a:moveTo>
                  <a:cubicBezTo>
                    <a:pt x="4585" y="629"/>
                    <a:pt x="6027" y="1738"/>
                    <a:pt x="6655" y="3475"/>
                  </a:cubicBezTo>
                  <a:cubicBezTo>
                    <a:pt x="6840" y="3993"/>
                    <a:pt x="6914" y="4548"/>
                    <a:pt x="6914" y="5065"/>
                  </a:cubicBezTo>
                  <a:cubicBezTo>
                    <a:pt x="6914" y="5805"/>
                    <a:pt x="6729" y="6507"/>
                    <a:pt x="6434" y="7025"/>
                  </a:cubicBezTo>
                  <a:cubicBezTo>
                    <a:pt x="6101" y="7579"/>
                    <a:pt x="5620" y="7986"/>
                    <a:pt x="5066" y="8171"/>
                  </a:cubicBezTo>
                  <a:cubicBezTo>
                    <a:pt x="4807" y="8282"/>
                    <a:pt x="4548" y="8319"/>
                    <a:pt x="4252" y="8319"/>
                  </a:cubicBezTo>
                  <a:cubicBezTo>
                    <a:pt x="2921" y="8319"/>
                    <a:pt x="1479" y="7209"/>
                    <a:pt x="888" y="5472"/>
                  </a:cubicBezTo>
                  <a:cubicBezTo>
                    <a:pt x="703" y="4917"/>
                    <a:pt x="592" y="4400"/>
                    <a:pt x="592" y="3882"/>
                  </a:cubicBezTo>
                  <a:cubicBezTo>
                    <a:pt x="592" y="3143"/>
                    <a:pt x="777" y="2440"/>
                    <a:pt x="1110" y="1886"/>
                  </a:cubicBezTo>
                  <a:cubicBezTo>
                    <a:pt x="1443" y="1368"/>
                    <a:pt x="1886" y="961"/>
                    <a:pt x="2478" y="740"/>
                  </a:cubicBezTo>
                  <a:cubicBezTo>
                    <a:pt x="2736" y="666"/>
                    <a:pt x="2995" y="629"/>
                    <a:pt x="3254" y="629"/>
                  </a:cubicBezTo>
                  <a:close/>
                  <a:moveTo>
                    <a:pt x="3254" y="0"/>
                  </a:moveTo>
                  <a:cubicBezTo>
                    <a:pt x="2921" y="0"/>
                    <a:pt x="2589" y="74"/>
                    <a:pt x="2256" y="185"/>
                  </a:cubicBezTo>
                  <a:cubicBezTo>
                    <a:pt x="1553" y="407"/>
                    <a:pt x="962" y="924"/>
                    <a:pt x="592" y="1590"/>
                  </a:cubicBezTo>
                  <a:cubicBezTo>
                    <a:pt x="186" y="2255"/>
                    <a:pt x="1" y="3032"/>
                    <a:pt x="1" y="3882"/>
                  </a:cubicBezTo>
                  <a:cubicBezTo>
                    <a:pt x="1" y="4474"/>
                    <a:pt x="75" y="5065"/>
                    <a:pt x="296" y="5694"/>
                  </a:cubicBezTo>
                  <a:cubicBezTo>
                    <a:pt x="962" y="7616"/>
                    <a:pt x="2589" y="8910"/>
                    <a:pt x="4252" y="8947"/>
                  </a:cubicBezTo>
                  <a:cubicBezTo>
                    <a:pt x="4585" y="8947"/>
                    <a:pt x="4918" y="8873"/>
                    <a:pt x="5250" y="8762"/>
                  </a:cubicBezTo>
                  <a:cubicBezTo>
                    <a:pt x="5990" y="8503"/>
                    <a:pt x="6544" y="7986"/>
                    <a:pt x="6951" y="7357"/>
                  </a:cubicBezTo>
                  <a:cubicBezTo>
                    <a:pt x="7321" y="6692"/>
                    <a:pt x="7543" y="5915"/>
                    <a:pt x="7543" y="5065"/>
                  </a:cubicBezTo>
                  <a:cubicBezTo>
                    <a:pt x="7543" y="4474"/>
                    <a:pt x="7432" y="3882"/>
                    <a:pt x="7210" y="3254"/>
                  </a:cubicBezTo>
                  <a:cubicBezTo>
                    <a:pt x="6544" y="1331"/>
                    <a:pt x="4918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4618;p64">
              <a:extLst>
                <a:ext uri="{FF2B5EF4-FFF2-40B4-BE49-F238E27FC236}">
                  <a16:creationId xmlns:a16="http://schemas.microsoft.com/office/drawing/2014/main" id="{B80C038A-2723-9E23-F9FA-F1A873773097}"/>
                </a:ext>
              </a:extLst>
            </p:cNvPr>
            <p:cNvSpPr/>
            <p:nvPr/>
          </p:nvSpPr>
          <p:spPr>
            <a:xfrm>
              <a:off x="1268725" y="2939350"/>
              <a:ext cx="169150" cy="178300"/>
            </a:xfrm>
            <a:custGeom>
              <a:avLst/>
              <a:gdLst/>
              <a:ahLst/>
              <a:cxnLst/>
              <a:rect l="l" t="t" r="r" b="b"/>
              <a:pathLst>
                <a:path w="6766" h="7132" extrusionOk="0">
                  <a:moveTo>
                    <a:pt x="2950" y="0"/>
                  </a:moveTo>
                  <a:cubicBezTo>
                    <a:pt x="2692" y="0"/>
                    <a:pt x="2434" y="41"/>
                    <a:pt x="2182" y="127"/>
                  </a:cubicBezTo>
                  <a:cubicBezTo>
                    <a:pt x="703" y="645"/>
                    <a:pt x="0" y="2604"/>
                    <a:pt x="666" y="4527"/>
                  </a:cubicBezTo>
                  <a:cubicBezTo>
                    <a:pt x="1221" y="6099"/>
                    <a:pt x="2546" y="7131"/>
                    <a:pt x="3829" y="7131"/>
                  </a:cubicBezTo>
                  <a:cubicBezTo>
                    <a:pt x="4085" y="7131"/>
                    <a:pt x="4339" y="7090"/>
                    <a:pt x="4585" y="7004"/>
                  </a:cubicBezTo>
                  <a:cubicBezTo>
                    <a:pt x="6101" y="6486"/>
                    <a:pt x="6766" y="4490"/>
                    <a:pt x="6101" y="2604"/>
                  </a:cubicBezTo>
                  <a:cubicBezTo>
                    <a:pt x="5546" y="1032"/>
                    <a:pt x="4246" y="0"/>
                    <a:pt x="29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4619;p64">
              <a:extLst>
                <a:ext uri="{FF2B5EF4-FFF2-40B4-BE49-F238E27FC236}">
                  <a16:creationId xmlns:a16="http://schemas.microsoft.com/office/drawing/2014/main" id="{E5D23340-50C0-A779-2F8D-FAB36EEA8C37}"/>
                </a:ext>
              </a:extLst>
            </p:cNvPr>
            <p:cNvSpPr/>
            <p:nvPr/>
          </p:nvSpPr>
          <p:spPr>
            <a:xfrm>
              <a:off x="1271500" y="2931425"/>
              <a:ext cx="163625" cy="194125"/>
            </a:xfrm>
            <a:custGeom>
              <a:avLst/>
              <a:gdLst/>
              <a:ahLst/>
              <a:cxnLst/>
              <a:rect l="l" t="t" r="r" b="b"/>
              <a:pathLst>
                <a:path w="6545" h="7765" extrusionOk="0">
                  <a:moveTo>
                    <a:pt x="2847" y="629"/>
                  </a:moveTo>
                  <a:cubicBezTo>
                    <a:pt x="3956" y="629"/>
                    <a:pt x="5176" y="1553"/>
                    <a:pt x="5694" y="3032"/>
                  </a:cubicBezTo>
                  <a:cubicBezTo>
                    <a:pt x="5879" y="3476"/>
                    <a:pt x="5953" y="3957"/>
                    <a:pt x="5953" y="4400"/>
                  </a:cubicBezTo>
                  <a:cubicBezTo>
                    <a:pt x="5953" y="5029"/>
                    <a:pt x="5805" y="5583"/>
                    <a:pt x="5509" y="6064"/>
                  </a:cubicBezTo>
                  <a:cubicBezTo>
                    <a:pt x="5250" y="6508"/>
                    <a:pt x="4843" y="6840"/>
                    <a:pt x="4363" y="7025"/>
                  </a:cubicBezTo>
                  <a:cubicBezTo>
                    <a:pt x="4141" y="7099"/>
                    <a:pt x="3919" y="7136"/>
                    <a:pt x="3697" y="7136"/>
                  </a:cubicBezTo>
                  <a:cubicBezTo>
                    <a:pt x="2588" y="7136"/>
                    <a:pt x="1368" y="6212"/>
                    <a:pt x="851" y="4733"/>
                  </a:cubicBezTo>
                  <a:cubicBezTo>
                    <a:pt x="703" y="4252"/>
                    <a:pt x="629" y="3809"/>
                    <a:pt x="629" y="3365"/>
                  </a:cubicBezTo>
                  <a:cubicBezTo>
                    <a:pt x="629" y="2736"/>
                    <a:pt x="777" y="2145"/>
                    <a:pt x="1035" y="1701"/>
                  </a:cubicBezTo>
                  <a:cubicBezTo>
                    <a:pt x="1331" y="1258"/>
                    <a:pt x="1701" y="888"/>
                    <a:pt x="2182" y="740"/>
                  </a:cubicBezTo>
                  <a:cubicBezTo>
                    <a:pt x="2403" y="666"/>
                    <a:pt x="2625" y="629"/>
                    <a:pt x="2847" y="629"/>
                  </a:cubicBezTo>
                  <a:close/>
                  <a:moveTo>
                    <a:pt x="2847" y="1"/>
                  </a:moveTo>
                  <a:cubicBezTo>
                    <a:pt x="2551" y="1"/>
                    <a:pt x="2255" y="38"/>
                    <a:pt x="1997" y="149"/>
                  </a:cubicBezTo>
                  <a:cubicBezTo>
                    <a:pt x="1368" y="370"/>
                    <a:pt x="851" y="814"/>
                    <a:pt x="518" y="1369"/>
                  </a:cubicBezTo>
                  <a:cubicBezTo>
                    <a:pt x="185" y="1960"/>
                    <a:pt x="0" y="2626"/>
                    <a:pt x="0" y="3365"/>
                  </a:cubicBezTo>
                  <a:cubicBezTo>
                    <a:pt x="0" y="3883"/>
                    <a:pt x="74" y="4400"/>
                    <a:pt x="259" y="4918"/>
                  </a:cubicBezTo>
                  <a:cubicBezTo>
                    <a:pt x="851" y="6618"/>
                    <a:pt x="2255" y="7728"/>
                    <a:pt x="3697" y="7765"/>
                  </a:cubicBezTo>
                  <a:cubicBezTo>
                    <a:pt x="3993" y="7765"/>
                    <a:pt x="4289" y="7691"/>
                    <a:pt x="4585" y="7617"/>
                  </a:cubicBezTo>
                  <a:cubicBezTo>
                    <a:pt x="5213" y="7395"/>
                    <a:pt x="5694" y="6951"/>
                    <a:pt x="6063" y="6360"/>
                  </a:cubicBezTo>
                  <a:cubicBezTo>
                    <a:pt x="6396" y="5805"/>
                    <a:pt x="6544" y="5103"/>
                    <a:pt x="6544" y="4400"/>
                  </a:cubicBezTo>
                  <a:cubicBezTo>
                    <a:pt x="6544" y="3883"/>
                    <a:pt x="6470" y="3365"/>
                    <a:pt x="6285" y="2810"/>
                  </a:cubicBezTo>
                  <a:cubicBezTo>
                    <a:pt x="5694" y="1147"/>
                    <a:pt x="4326" y="1"/>
                    <a:pt x="2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4620;p64">
              <a:extLst>
                <a:ext uri="{FF2B5EF4-FFF2-40B4-BE49-F238E27FC236}">
                  <a16:creationId xmlns:a16="http://schemas.microsoft.com/office/drawing/2014/main" id="{186B85C7-5BE4-3BC1-A554-5E99CDAE7B6D}"/>
                </a:ext>
              </a:extLst>
            </p:cNvPr>
            <p:cNvSpPr/>
            <p:nvPr/>
          </p:nvSpPr>
          <p:spPr>
            <a:xfrm>
              <a:off x="1540450" y="2960750"/>
              <a:ext cx="151600" cy="159500"/>
            </a:xfrm>
            <a:custGeom>
              <a:avLst/>
              <a:gdLst/>
              <a:ahLst/>
              <a:cxnLst/>
              <a:rect l="l" t="t" r="r" b="b"/>
              <a:pathLst>
                <a:path w="6064" h="6380" extrusionOk="0">
                  <a:moveTo>
                    <a:pt x="2656" y="1"/>
                  </a:moveTo>
                  <a:cubicBezTo>
                    <a:pt x="2420" y="1"/>
                    <a:pt x="2187" y="40"/>
                    <a:pt x="1960" y="122"/>
                  </a:cubicBezTo>
                  <a:cubicBezTo>
                    <a:pt x="629" y="565"/>
                    <a:pt x="1" y="2340"/>
                    <a:pt x="592" y="4041"/>
                  </a:cubicBezTo>
                  <a:cubicBezTo>
                    <a:pt x="1083" y="5452"/>
                    <a:pt x="2262" y="6379"/>
                    <a:pt x="3409" y="6379"/>
                  </a:cubicBezTo>
                  <a:cubicBezTo>
                    <a:pt x="3644" y="6379"/>
                    <a:pt x="3878" y="6341"/>
                    <a:pt x="4104" y="6259"/>
                  </a:cubicBezTo>
                  <a:cubicBezTo>
                    <a:pt x="5435" y="5778"/>
                    <a:pt x="6064" y="4041"/>
                    <a:pt x="5472" y="2340"/>
                  </a:cubicBezTo>
                  <a:cubicBezTo>
                    <a:pt x="4981" y="928"/>
                    <a:pt x="3803" y="1"/>
                    <a:pt x="26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4621;p64">
              <a:extLst>
                <a:ext uri="{FF2B5EF4-FFF2-40B4-BE49-F238E27FC236}">
                  <a16:creationId xmlns:a16="http://schemas.microsoft.com/office/drawing/2014/main" id="{FA985F20-7938-E5C1-F5D2-45C6E8CB6266}"/>
                </a:ext>
              </a:extLst>
            </p:cNvPr>
            <p:cNvSpPr/>
            <p:nvPr/>
          </p:nvSpPr>
          <p:spPr>
            <a:xfrm>
              <a:off x="1542300" y="2952675"/>
              <a:ext cx="147900" cy="174725"/>
            </a:xfrm>
            <a:custGeom>
              <a:avLst/>
              <a:gdLst/>
              <a:ahLst/>
              <a:cxnLst/>
              <a:rect l="l" t="t" r="r" b="b"/>
              <a:pathLst>
                <a:path w="5916" h="6989" extrusionOk="0">
                  <a:moveTo>
                    <a:pt x="2589" y="629"/>
                  </a:moveTo>
                  <a:cubicBezTo>
                    <a:pt x="3550" y="629"/>
                    <a:pt x="4659" y="1443"/>
                    <a:pt x="5103" y="2774"/>
                  </a:cubicBezTo>
                  <a:cubicBezTo>
                    <a:pt x="5250" y="3180"/>
                    <a:pt x="5324" y="3587"/>
                    <a:pt x="5324" y="3957"/>
                  </a:cubicBezTo>
                  <a:cubicBezTo>
                    <a:pt x="5324" y="4511"/>
                    <a:pt x="5177" y="5029"/>
                    <a:pt x="4918" y="5436"/>
                  </a:cubicBezTo>
                  <a:cubicBezTo>
                    <a:pt x="4696" y="5842"/>
                    <a:pt x="4363" y="6138"/>
                    <a:pt x="3920" y="6286"/>
                  </a:cubicBezTo>
                  <a:cubicBezTo>
                    <a:pt x="3735" y="6360"/>
                    <a:pt x="3550" y="6397"/>
                    <a:pt x="3328" y="6397"/>
                  </a:cubicBezTo>
                  <a:cubicBezTo>
                    <a:pt x="2367" y="6397"/>
                    <a:pt x="1258" y="5547"/>
                    <a:pt x="814" y="4253"/>
                  </a:cubicBezTo>
                  <a:cubicBezTo>
                    <a:pt x="666" y="3846"/>
                    <a:pt x="592" y="3439"/>
                    <a:pt x="592" y="3033"/>
                  </a:cubicBezTo>
                  <a:cubicBezTo>
                    <a:pt x="592" y="2478"/>
                    <a:pt x="740" y="1960"/>
                    <a:pt x="999" y="1554"/>
                  </a:cubicBezTo>
                  <a:cubicBezTo>
                    <a:pt x="1221" y="1184"/>
                    <a:pt x="1553" y="888"/>
                    <a:pt x="1997" y="740"/>
                  </a:cubicBezTo>
                  <a:cubicBezTo>
                    <a:pt x="2182" y="666"/>
                    <a:pt x="2367" y="629"/>
                    <a:pt x="2589" y="629"/>
                  </a:cubicBezTo>
                  <a:close/>
                  <a:moveTo>
                    <a:pt x="2589" y="1"/>
                  </a:moveTo>
                  <a:cubicBezTo>
                    <a:pt x="2330" y="1"/>
                    <a:pt x="2034" y="38"/>
                    <a:pt x="1775" y="149"/>
                  </a:cubicBezTo>
                  <a:cubicBezTo>
                    <a:pt x="1221" y="334"/>
                    <a:pt x="777" y="740"/>
                    <a:pt x="444" y="1258"/>
                  </a:cubicBezTo>
                  <a:cubicBezTo>
                    <a:pt x="149" y="1776"/>
                    <a:pt x="1" y="2404"/>
                    <a:pt x="1" y="3033"/>
                  </a:cubicBezTo>
                  <a:cubicBezTo>
                    <a:pt x="1" y="3513"/>
                    <a:pt x="75" y="3994"/>
                    <a:pt x="222" y="4437"/>
                  </a:cubicBezTo>
                  <a:cubicBezTo>
                    <a:pt x="777" y="5953"/>
                    <a:pt x="2034" y="6988"/>
                    <a:pt x="3328" y="6988"/>
                  </a:cubicBezTo>
                  <a:cubicBezTo>
                    <a:pt x="3624" y="6988"/>
                    <a:pt x="3883" y="6951"/>
                    <a:pt x="4141" y="6878"/>
                  </a:cubicBezTo>
                  <a:cubicBezTo>
                    <a:pt x="4696" y="6656"/>
                    <a:pt x="5177" y="6249"/>
                    <a:pt x="5472" y="5768"/>
                  </a:cubicBezTo>
                  <a:cubicBezTo>
                    <a:pt x="5768" y="5251"/>
                    <a:pt x="5916" y="4622"/>
                    <a:pt x="5916" y="3957"/>
                  </a:cubicBezTo>
                  <a:cubicBezTo>
                    <a:pt x="5916" y="3513"/>
                    <a:pt x="5842" y="3033"/>
                    <a:pt x="5694" y="2552"/>
                  </a:cubicBezTo>
                  <a:cubicBezTo>
                    <a:pt x="5140" y="1036"/>
                    <a:pt x="3883" y="1"/>
                    <a:pt x="2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4622;p64">
              <a:extLst>
                <a:ext uri="{FF2B5EF4-FFF2-40B4-BE49-F238E27FC236}">
                  <a16:creationId xmlns:a16="http://schemas.microsoft.com/office/drawing/2014/main" id="{49583987-F1F7-55FE-10D5-CD9D5A95A121}"/>
                </a:ext>
              </a:extLst>
            </p:cNvPr>
            <p:cNvSpPr/>
            <p:nvPr/>
          </p:nvSpPr>
          <p:spPr>
            <a:xfrm>
              <a:off x="1551550" y="2972325"/>
              <a:ext cx="129425" cy="136350"/>
            </a:xfrm>
            <a:custGeom>
              <a:avLst/>
              <a:gdLst/>
              <a:ahLst/>
              <a:cxnLst/>
              <a:rect l="l" t="t" r="r" b="b"/>
              <a:pathLst>
                <a:path w="5177" h="5454" extrusionOk="0">
                  <a:moveTo>
                    <a:pt x="2260" y="1"/>
                  </a:moveTo>
                  <a:cubicBezTo>
                    <a:pt x="2059" y="1"/>
                    <a:pt x="1858" y="33"/>
                    <a:pt x="1664" y="102"/>
                  </a:cubicBezTo>
                  <a:cubicBezTo>
                    <a:pt x="518" y="472"/>
                    <a:pt x="0" y="1988"/>
                    <a:pt x="518" y="3430"/>
                  </a:cubicBezTo>
                  <a:cubicBezTo>
                    <a:pt x="917" y="4659"/>
                    <a:pt x="1930" y="5454"/>
                    <a:pt x="2918" y="5454"/>
                  </a:cubicBezTo>
                  <a:cubicBezTo>
                    <a:pt x="3119" y="5454"/>
                    <a:pt x="3319" y="5421"/>
                    <a:pt x="3513" y="5352"/>
                  </a:cubicBezTo>
                  <a:cubicBezTo>
                    <a:pt x="4659" y="4945"/>
                    <a:pt x="5176" y="3430"/>
                    <a:pt x="4659" y="1988"/>
                  </a:cubicBezTo>
                  <a:cubicBezTo>
                    <a:pt x="4259" y="790"/>
                    <a:pt x="3248" y="1"/>
                    <a:pt x="2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4623;p64">
              <a:extLst>
                <a:ext uri="{FF2B5EF4-FFF2-40B4-BE49-F238E27FC236}">
                  <a16:creationId xmlns:a16="http://schemas.microsoft.com/office/drawing/2014/main" id="{2D7DDBFC-252B-307E-43AF-7603F2C501DF}"/>
                </a:ext>
              </a:extLst>
            </p:cNvPr>
            <p:cNvSpPr/>
            <p:nvPr/>
          </p:nvSpPr>
          <p:spPr>
            <a:xfrm>
              <a:off x="1551550" y="2963775"/>
              <a:ext cx="129425" cy="152525"/>
            </a:xfrm>
            <a:custGeom>
              <a:avLst/>
              <a:gdLst/>
              <a:ahLst/>
              <a:cxnLst/>
              <a:rect l="l" t="t" r="r" b="b"/>
              <a:pathLst>
                <a:path w="5177" h="6101" extrusionOk="0">
                  <a:moveTo>
                    <a:pt x="2256" y="629"/>
                  </a:moveTo>
                  <a:cubicBezTo>
                    <a:pt x="3069" y="629"/>
                    <a:pt x="3993" y="1332"/>
                    <a:pt x="4400" y="2441"/>
                  </a:cubicBezTo>
                  <a:cubicBezTo>
                    <a:pt x="4511" y="2773"/>
                    <a:pt x="4548" y="3143"/>
                    <a:pt x="4548" y="3439"/>
                  </a:cubicBezTo>
                  <a:cubicBezTo>
                    <a:pt x="4548" y="3920"/>
                    <a:pt x="4437" y="4363"/>
                    <a:pt x="4252" y="4696"/>
                  </a:cubicBezTo>
                  <a:cubicBezTo>
                    <a:pt x="4030" y="5029"/>
                    <a:pt x="3771" y="5287"/>
                    <a:pt x="3402" y="5398"/>
                  </a:cubicBezTo>
                  <a:cubicBezTo>
                    <a:pt x="3254" y="5472"/>
                    <a:pt x="3069" y="5472"/>
                    <a:pt x="2921" y="5472"/>
                  </a:cubicBezTo>
                  <a:cubicBezTo>
                    <a:pt x="2901" y="5473"/>
                    <a:pt x="2880" y="5474"/>
                    <a:pt x="2859" y="5474"/>
                  </a:cubicBezTo>
                  <a:cubicBezTo>
                    <a:pt x="2062" y="5474"/>
                    <a:pt x="1174" y="4779"/>
                    <a:pt x="814" y="3698"/>
                  </a:cubicBezTo>
                  <a:cubicBezTo>
                    <a:pt x="666" y="3328"/>
                    <a:pt x="629" y="2995"/>
                    <a:pt x="629" y="2663"/>
                  </a:cubicBezTo>
                  <a:cubicBezTo>
                    <a:pt x="629" y="2182"/>
                    <a:pt x="740" y="1775"/>
                    <a:pt x="925" y="1442"/>
                  </a:cubicBezTo>
                  <a:cubicBezTo>
                    <a:pt x="1146" y="1073"/>
                    <a:pt x="1405" y="851"/>
                    <a:pt x="1775" y="703"/>
                  </a:cubicBezTo>
                  <a:cubicBezTo>
                    <a:pt x="1923" y="666"/>
                    <a:pt x="2108" y="629"/>
                    <a:pt x="2256" y="629"/>
                  </a:cubicBezTo>
                  <a:close/>
                  <a:moveTo>
                    <a:pt x="2256" y="1"/>
                  </a:moveTo>
                  <a:cubicBezTo>
                    <a:pt x="2034" y="1"/>
                    <a:pt x="1812" y="75"/>
                    <a:pt x="1590" y="149"/>
                  </a:cubicBezTo>
                  <a:cubicBezTo>
                    <a:pt x="1073" y="296"/>
                    <a:pt x="666" y="666"/>
                    <a:pt x="407" y="1110"/>
                  </a:cubicBezTo>
                  <a:cubicBezTo>
                    <a:pt x="148" y="1553"/>
                    <a:pt x="0" y="2108"/>
                    <a:pt x="0" y="2663"/>
                  </a:cubicBezTo>
                  <a:cubicBezTo>
                    <a:pt x="0" y="3069"/>
                    <a:pt x="74" y="3476"/>
                    <a:pt x="222" y="3883"/>
                  </a:cubicBezTo>
                  <a:cubicBezTo>
                    <a:pt x="666" y="5214"/>
                    <a:pt x="1775" y="6101"/>
                    <a:pt x="2921" y="6101"/>
                  </a:cubicBezTo>
                  <a:cubicBezTo>
                    <a:pt x="3143" y="6101"/>
                    <a:pt x="3402" y="6064"/>
                    <a:pt x="3623" y="5990"/>
                  </a:cubicBezTo>
                  <a:cubicBezTo>
                    <a:pt x="4104" y="5805"/>
                    <a:pt x="4511" y="5472"/>
                    <a:pt x="4770" y="4992"/>
                  </a:cubicBezTo>
                  <a:cubicBezTo>
                    <a:pt x="5028" y="4548"/>
                    <a:pt x="5176" y="4030"/>
                    <a:pt x="5176" y="3439"/>
                  </a:cubicBezTo>
                  <a:cubicBezTo>
                    <a:pt x="5176" y="3069"/>
                    <a:pt x="5102" y="2626"/>
                    <a:pt x="4954" y="2219"/>
                  </a:cubicBezTo>
                  <a:cubicBezTo>
                    <a:pt x="4511" y="925"/>
                    <a:pt x="3439" y="38"/>
                    <a:pt x="2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4624;p64">
              <a:extLst>
                <a:ext uri="{FF2B5EF4-FFF2-40B4-BE49-F238E27FC236}">
                  <a16:creationId xmlns:a16="http://schemas.microsoft.com/office/drawing/2014/main" id="{4EF050CD-B058-E870-FFAA-BC1F704061E5}"/>
                </a:ext>
              </a:extLst>
            </p:cNvPr>
            <p:cNvSpPr/>
            <p:nvPr/>
          </p:nvSpPr>
          <p:spPr>
            <a:xfrm>
              <a:off x="4390900" y="2603325"/>
              <a:ext cx="29600" cy="247725"/>
            </a:xfrm>
            <a:custGeom>
              <a:avLst/>
              <a:gdLst/>
              <a:ahLst/>
              <a:cxnLst/>
              <a:rect l="l" t="t" r="r" b="b"/>
              <a:pathLst>
                <a:path w="1184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83" y="9908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4625;p64">
              <a:extLst>
                <a:ext uri="{FF2B5EF4-FFF2-40B4-BE49-F238E27FC236}">
                  <a16:creationId xmlns:a16="http://schemas.microsoft.com/office/drawing/2014/main" id="{6CAFE9C9-D324-35C9-E285-6922BBC7D1B8}"/>
                </a:ext>
              </a:extLst>
            </p:cNvPr>
            <p:cNvSpPr/>
            <p:nvPr/>
          </p:nvSpPr>
          <p:spPr>
            <a:xfrm>
              <a:off x="4291075" y="2603325"/>
              <a:ext cx="28675" cy="247725"/>
            </a:xfrm>
            <a:custGeom>
              <a:avLst/>
              <a:gdLst/>
              <a:ahLst/>
              <a:cxnLst/>
              <a:rect l="l" t="t" r="r" b="b"/>
              <a:pathLst>
                <a:path w="1147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46" y="9908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4626;p64">
              <a:extLst>
                <a:ext uri="{FF2B5EF4-FFF2-40B4-BE49-F238E27FC236}">
                  <a16:creationId xmlns:a16="http://schemas.microsoft.com/office/drawing/2014/main" id="{F38850D4-43CA-4237-C03B-0E59901BDE25}"/>
                </a:ext>
              </a:extLst>
            </p:cNvPr>
            <p:cNvSpPr/>
            <p:nvPr/>
          </p:nvSpPr>
          <p:spPr>
            <a:xfrm>
              <a:off x="4190325" y="2603325"/>
              <a:ext cx="29600" cy="247725"/>
            </a:xfrm>
            <a:custGeom>
              <a:avLst/>
              <a:gdLst/>
              <a:ahLst/>
              <a:cxnLst/>
              <a:rect l="l" t="t" r="r" b="b"/>
              <a:pathLst>
                <a:path w="1184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83" y="9908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4627;p64">
              <a:extLst>
                <a:ext uri="{FF2B5EF4-FFF2-40B4-BE49-F238E27FC236}">
                  <a16:creationId xmlns:a16="http://schemas.microsoft.com/office/drawing/2014/main" id="{8B9AEAAF-5E55-FBDE-8CC2-E52A318BA7F8}"/>
                </a:ext>
              </a:extLst>
            </p:cNvPr>
            <p:cNvSpPr/>
            <p:nvPr/>
          </p:nvSpPr>
          <p:spPr>
            <a:xfrm>
              <a:off x="4090500" y="2603325"/>
              <a:ext cx="28675" cy="247725"/>
            </a:xfrm>
            <a:custGeom>
              <a:avLst/>
              <a:gdLst/>
              <a:ahLst/>
              <a:cxnLst/>
              <a:rect l="l" t="t" r="r" b="b"/>
              <a:pathLst>
                <a:path w="1147" h="9909" extrusionOk="0">
                  <a:moveTo>
                    <a:pt x="1" y="0"/>
                  </a:moveTo>
                  <a:lnTo>
                    <a:pt x="1" y="9908"/>
                  </a:lnTo>
                  <a:lnTo>
                    <a:pt x="1147" y="9908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4628;p64">
              <a:extLst>
                <a:ext uri="{FF2B5EF4-FFF2-40B4-BE49-F238E27FC236}">
                  <a16:creationId xmlns:a16="http://schemas.microsoft.com/office/drawing/2014/main" id="{6A64AE43-45C4-4CE6-5D61-178E20D2D823}"/>
                </a:ext>
              </a:extLst>
            </p:cNvPr>
            <p:cNvSpPr/>
            <p:nvPr/>
          </p:nvSpPr>
          <p:spPr>
            <a:xfrm>
              <a:off x="4561875" y="2950850"/>
              <a:ext cx="378050" cy="36050"/>
            </a:xfrm>
            <a:custGeom>
              <a:avLst/>
              <a:gdLst/>
              <a:ahLst/>
              <a:cxnLst/>
              <a:rect l="l" t="t" r="r" b="b"/>
              <a:pathLst>
                <a:path w="15122" h="1442" extrusionOk="0">
                  <a:moveTo>
                    <a:pt x="703" y="0"/>
                  </a:moveTo>
                  <a:cubicBezTo>
                    <a:pt x="333" y="0"/>
                    <a:pt x="1" y="333"/>
                    <a:pt x="1" y="739"/>
                  </a:cubicBezTo>
                  <a:cubicBezTo>
                    <a:pt x="1" y="1109"/>
                    <a:pt x="333" y="1442"/>
                    <a:pt x="703" y="1442"/>
                  </a:cubicBezTo>
                  <a:lnTo>
                    <a:pt x="14419" y="1442"/>
                  </a:lnTo>
                  <a:cubicBezTo>
                    <a:pt x="14789" y="1442"/>
                    <a:pt x="15122" y="1109"/>
                    <a:pt x="15122" y="739"/>
                  </a:cubicBezTo>
                  <a:cubicBezTo>
                    <a:pt x="15122" y="333"/>
                    <a:pt x="14789" y="0"/>
                    <a:pt x="14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4629;p64">
              <a:extLst>
                <a:ext uri="{FF2B5EF4-FFF2-40B4-BE49-F238E27FC236}">
                  <a16:creationId xmlns:a16="http://schemas.microsoft.com/office/drawing/2014/main" id="{B6E1D7B7-D2DF-C93F-22E1-081457DDE5CC}"/>
                </a:ext>
              </a:extLst>
            </p:cNvPr>
            <p:cNvSpPr/>
            <p:nvPr/>
          </p:nvSpPr>
          <p:spPr>
            <a:xfrm>
              <a:off x="4561875" y="3063600"/>
              <a:ext cx="378050" cy="35150"/>
            </a:xfrm>
            <a:custGeom>
              <a:avLst/>
              <a:gdLst/>
              <a:ahLst/>
              <a:cxnLst/>
              <a:rect l="l" t="t" r="r" b="b"/>
              <a:pathLst>
                <a:path w="15122" h="1406" extrusionOk="0">
                  <a:moveTo>
                    <a:pt x="703" y="0"/>
                  </a:moveTo>
                  <a:cubicBezTo>
                    <a:pt x="333" y="0"/>
                    <a:pt x="1" y="296"/>
                    <a:pt x="1" y="703"/>
                  </a:cubicBezTo>
                  <a:cubicBezTo>
                    <a:pt x="1" y="1073"/>
                    <a:pt x="333" y="1405"/>
                    <a:pt x="703" y="1405"/>
                  </a:cubicBezTo>
                  <a:lnTo>
                    <a:pt x="14419" y="1405"/>
                  </a:lnTo>
                  <a:cubicBezTo>
                    <a:pt x="14789" y="1405"/>
                    <a:pt x="15122" y="1073"/>
                    <a:pt x="15122" y="703"/>
                  </a:cubicBezTo>
                  <a:cubicBezTo>
                    <a:pt x="15122" y="296"/>
                    <a:pt x="14789" y="0"/>
                    <a:pt x="14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4630;p64">
              <a:extLst>
                <a:ext uri="{FF2B5EF4-FFF2-40B4-BE49-F238E27FC236}">
                  <a16:creationId xmlns:a16="http://schemas.microsoft.com/office/drawing/2014/main" id="{3549B691-B0CB-54D4-C51B-81775AB8F266}"/>
                </a:ext>
              </a:extLst>
            </p:cNvPr>
            <p:cNvSpPr/>
            <p:nvPr/>
          </p:nvSpPr>
          <p:spPr>
            <a:xfrm>
              <a:off x="2656050" y="3012775"/>
              <a:ext cx="159925" cy="146050"/>
            </a:xfrm>
            <a:custGeom>
              <a:avLst/>
              <a:gdLst/>
              <a:ahLst/>
              <a:cxnLst/>
              <a:rect l="l" t="t" r="r" b="b"/>
              <a:pathLst>
                <a:path w="6397" h="5842" extrusionOk="0">
                  <a:moveTo>
                    <a:pt x="3217" y="0"/>
                  </a:moveTo>
                  <a:cubicBezTo>
                    <a:pt x="1442" y="0"/>
                    <a:pt x="0" y="1331"/>
                    <a:pt x="0" y="2921"/>
                  </a:cubicBezTo>
                  <a:cubicBezTo>
                    <a:pt x="0" y="4547"/>
                    <a:pt x="1442" y="5841"/>
                    <a:pt x="3217" y="5841"/>
                  </a:cubicBezTo>
                  <a:cubicBezTo>
                    <a:pt x="4954" y="5841"/>
                    <a:pt x="6396" y="4547"/>
                    <a:pt x="6396" y="2921"/>
                  </a:cubicBezTo>
                  <a:cubicBezTo>
                    <a:pt x="6396" y="1331"/>
                    <a:pt x="4954" y="0"/>
                    <a:pt x="3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4631;p64">
              <a:extLst>
                <a:ext uri="{FF2B5EF4-FFF2-40B4-BE49-F238E27FC236}">
                  <a16:creationId xmlns:a16="http://schemas.microsoft.com/office/drawing/2014/main" id="{B8DA1B19-345B-C25F-7BC0-F1510460593A}"/>
                </a:ext>
              </a:extLst>
            </p:cNvPr>
            <p:cNvSpPr/>
            <p:nvPr/>
          </p:nvSpPr>
          <p:spPr>
            <a:xfrm>
              <a:off x="2648650" y="3005375"/>
              <a:ext cx="174700" cy="161775"/>
            </a:xfrm>
            <a:custGeom>
              <a:avLst/>
              <a:gdLst/>
              <a:ahLst/>
              <a:cxnLst/>
              <a:rect l="l" t="t" r="r" b="b"/>
              <a:pathLst>
                <a:path w="6988" h="6471" extrusionOk="0">
                  <a:moveTo>
                    <a:pt x="3513" y="629"/>
                  </a:moveTo>
                  <a:cubicBezTo>
                    <a:pt x="4289" y="629"/>
                    <a:pt x="5028" y="925"/>
                    <a:pt x="5546" y="1368"/>
                  </a:cubicBezTo>
                  <a:cubicBezTo>
                    <a:pt x="6064" y="1849"/>
                    <a:pt x="6359" y="2514"/>
                    <a:pt x="6359" y="3217"/>
                  </a:cubicBezTo>
                  <a:cubicBezTo>
                    <a:pt x="6359" y="3919"/>
                    <a:pt x="6064" y="4585"/>
                    <a:pt x="5546" y="5065"/>
                  </a:cubicBezTo>
                  <a:cubicBezTo>
                    <a:pt x="5028" y="5546"/>
                    <a:pt x="4289" y="5842"/>
                    <a:pt x="3513" y="5842"/>
                  </a:cubicBezTo>
                  <a:cubicBezTo>
                    <a:pt x="2699" y="5842"/>
                    <a:pt x="1960" y="5546"/>
                    <a:pt x="1442" y="5065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4"/>
                    <a:pt x="925" y="1849"/>
                    <a:pt x="1442" y="1368"/>
                  </a:cubicBezTo>
                  <a:cubicBezTo>
                    <a:pt x="1960" y="925"/>
                    <a:pt x="2699" y="629"/>
                    <a:pt x="3513" y="629"/>
                  </a:cubicBezTo>
                  <a:close/>
                  <a:moveTo>
                    <a:pt x="3513" y="0"/>
                  </a:moveTo>
                  <a:cubicBezTo>
                    <a:pt x="2551" y="0"/>
                    <a:pt x="1664" y="333"/>
                    <a:pt x="1036" y="925"/>
                  </a:cubicBezTo>
                  <a:cubicBezTo>
                    <a:pt x="407" y="1516"/>
                    <a:pt x="0" y="2329"/>
                    <a:pt x="0" y="3217"/>
                  </a:cubicBezTo>
                  <a:cubicBezTo>
                    <a:pt x="0" y="4104"/>
                    <a:pt x="407" y="4917"/>
                    <a:pt x="1036" y="5509"/>
                  </a:cubicBezTo>
                  <a:cubicBezTo>
                    <a:pt x="1664" y="6100"/>
                    <a:pt x="2551" y="6470"/>
                    <a:pt x="3513" y="6470"/>
                  </a:cubicBezTo>
                  <a:cubicBezTo>
                    <a:pt x="4437" y="6470"/>
                    <a:pt x="5324" y="6100"/>
                    <a:pt x="5953" y="5509"/>
                  </a:cubicBezTo>
                  <a:cubicBezTo>
                    <a:pt x="6581" y="4917"/>
                    <a:pt x="6988" y="4104"/>
                    <a:pt x="6988" y="3217"/>
                  </a:cubicBezTo>
                  <a:cubicBezTo>
                    <a:pt x="6988" y="2329"/>
                    <a:pt x="6581" y="1516"/>
                    <a:pt x="5953" y="925"/>
                  </a:cubicBezTo>
                  <a:cubicBezTo>
                    <a:pt x="5324" y="333"/>
                    <a:pt x="443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4632;p64">
              <a:extLst>
                <a:ext uri="{FF2B5EF4-FFF2-40B4-BE49-F238E27FC236}">
                  <a16:creationId xmlns:a16="http://schemas.microsoft.com/office/drawing/2014/main" id="{F4EA0ADF-F67F-6DA3-5494-E66845D7EEB7}"/>
                </a:ext>
              </a:extLst>
            </p:cNvPr>
            <p:cNvSpPr/>
            <p:nvPr/>
          </p:nvSpPr>
          <p:spPr>
            <a:xfrm>
              <a:off x="2644950" y="3225350"/>
              <a:ext cx="159000" cy="146050"/>
            </a:xfrm>
            <a:custGeom>
              <a:avLst/>
              <a:gdLst/>
              <a:ahLst/>
              <a:cxnLst/>
              <a:rect l="l" t="t" r="r" b="b"/>
              <a:pathLst>
                <a:path w="6360" h="5842" extrusionOk="0">
                  <a:moveTo>
                    <a:pt x="3180" y="0"/>
                  </a:moveTo>
                  <a:cubicBezTo>
                    <a:pt x="1405" y="0"/>
                    <a:pt x="1" y="1294"/>
                    <a:pt x="1" y="2921"/>
                  </a:cubicBezTo>
                  <a:cubicBezTo>
                    <a:pt x="1" y="4548"/>
                    <a:pt x="1405" y="5842"/>
                    <a:pt x="3180" y="5842"/>
                  </a:cubicBezTo>
                  <a:cubicBezTo>
                    <a:pt x="4918" y="5842"/>
                    <a:pt x="6360" y="4548"/>
                    <a:pt x="6360" y="2921"/>
                  </a:cubicBezTo>
                  <a:cubicBezTo>
                    <a:pt x="6360" y="1294"/>
                    <a:pt x="4918" y="0"/>
                    <a:pt x="31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4633;p64">
              <a:extLst>
                <a:ext uri="{FF2B5EF4-FFF2-40B4-BE49-F238E27FC236}">
                  <a16:creationId xmlns:a16="http://schemas.microsoft.com/office/drawing/2014/main" id="{33E88C2F-D95C-F14F-58D6-10B7E0989E38}"/>
                </a:ext>
              </a:extLst>
            </p:cNvPr>
            <p:cNvSpPr/>
            <p:nvPr/>
          </p:nvSpPr>
          <p:spPr>
            <a:xfrm>
              <a:off x="2636625" y="3217950"/>
              <a:ext cx="174725" cy="160850"/>
            </a:xfrm>
            <a:custGeom>
              <a:avLst/>
              <a:gdLst/>
              <a:ahLst/>
              <a:cxnLst/>
              <a:rect l="l" t="t" r="r" b="b"/>
              <a:pathLst>
                <a:path w="6989" h="6434" extrusionOk="0">
                  <a:moveTo>
                    <a:pt x="3513" y="592"/>
                  </a:moveTo>
                  <a:cubicBezTo>
                    <a:pt x="4289" y="592"/>
                    <a:pt x="5029" y="888"/>
                    <a:pt x="5546" y="1368"/>
                  </a:cubicBezTo>
                  <a:cubicBezTo>
                    <a:pt x="6064" y="1849"/>
                    <a:pt x="6397" y="2515"/>
                    <a:pt x="6397" y="3217"/>
                  </a:cubicBezTo>
                  <a:cubicBezTo>
                    <a:pt x="6397" y="3919"/>
                    <a:pt x="6064" y="4585"/>
                    <a:pt x="5546" y="5066"/>
                  </a:cubicBezTo>
                  <a:cubicBezTo>
                    <a:pt x="5029" y="5546"/>
                    <a:pt x="4289" y="5842"/>
                    <a:pt x="3513" y="5842"/>
                  </a:cubicBezTo>
                  <a:cubicBezTo>
                    <a:pt x="2700" y="5842"/>
                    <a:pt x="1960" y="5546"/>
                    <a:pt x="1443" y="5066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5"/>
                    <a:pt x="925" y="1849"/>
                    <a:pt x="1443" y="1368"/>
                  </a:cubicBezTo>
                  <a:cubicBezTo>
                    <a:pt x="1960" y="888"/>
                    <a:pt x="2700" y="592"/>
                    <a:pt x="3513" y="592"/>
                  </a:cubicBezTo>
                  <a:close/>
                  <a:moveTo>
                    <a:pt x="3513" y="1"/>
                  </a:moveTo>
                  <a:cubicBezTo>
                    <a:pt x="2552" y="1"/>
                    <a:pt x="1665" y="333"/>
                    <a:pt x="1036" y="925"/>
                  </a:cubicBezTo>
                  <a:cubicBezTo>
                    <a:pt x="408" y="1516"/>
                    <a:pt x="1" y="2330"/>
                    <a:pt x="1" y="3217"/>
                  </a:cubicBezTo>
                  <a:cubicBezTo>
                    <a:pt x="1" y="4104"/>
                    <a:pt x="408" y="4918"/>
                    <a:pt x="1036" y="5509"/>
                  </a:cubicBezTo>
                  <a:cubicBezTo>
                    <a:pt x="1665" y="6101"/>
                    <a:pt x="2552" y="6433"/>
                    <a:pt x="3513" y="6433"/>
                  </a:cubicBezTo>
                  <a:cubicBezTo>
                    <a:pt x="4474" y="6433"/>
                    <a:pt x="5325" y="6101"/>
                    <a:pt x="5953" y="5509"/>
                  </a:cubicBezTo>
                  <a:cubicBezTo>
                    <a:pt x="6582" y="4918"/>
                    <a:pt x="6988" y="4104"/>
                    <a:pt x="6988" y="3217"/>
                  </a:cubicBezTo>
                  <a:cubicBezTo>
                    <a:pt x="6988" y="2330"/>
                    <a:pt x="6582" y="1516"/>
                    <a:pt x="5953" y="925"/>
                  </a:cubicBezTo>
                  <a:cubicBezTo>
                    <a:pt x="5325" y="333"/>
                    <a:pt x="4474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4634;p64">
              <a:extLst>
                <a:ext uri="{FF2B5EF4-FFF2-40B4-BE49-F238E27FC236}">
                  <a16:creationId xmlns:a16="http://schemas.microsoft.com/office/drawing/2014/main" id="{98E22B71-3BE2-51BE-11D6-0D0A413241CB}"/>
                </a:ext>
              </a:extLst>
            </p:cNvPr>
            <p:cNvSpPr/>
            <p:nvPr/>
          </p:nvSpPr>
          <p:spPr>
            <a:xfrm>
              <a:off x="2618150" y="3425000"/>
              <a:ext cx="159925" cy="146050"/>
            </a:xfrm>
            <a:custGeom>
              <a:avLst/>
              <a:gdLst/>
              <a:ahLst/>
              <a:cxnLst/>
              <a:rect l="l" t="t" r="r" b="b"/>
              <a:pathLst>
                <a:path w="6397" h="5842" extrusionOk="0">
                  <a:moveTo>
                    <a:pt x="3217" y="0"/>
                  </a:moveTo>
                  <a:cubicBezTo>
                    <a:pt x="1442" y="0"/>
                    <a:pt x="0" y="1331"/>
                    <a:pt x="0" y="2921"/>
                  </a:cubicBezTo>
                  <a:cubicBezTo>
                    <a:pt x="0" y="4547"/>
                    <a:pt x="1442" y="5841"/>
                    <a:pt x="3217" y="5841"/>
                  </a:cubicBezTo>
                  <a:cubicBezTo>
                    <a:pt x="4954" y="5841"/>
                    <a:pt x="6396" y="4547"/>
                    <a:pt x="6396" y="2921"/>
                  </a:cubicBezTo>
                  <a:cubicBezTo>
                    <a:pt x="6396" y="1331"/>
                    <a:pt x="4954" y="0"/>
                    <a:pt x="3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4635;p64">
              <a:extLst>
                <a:ext uri="{FF2B5EF4-FFF2-40B4-BE49-F238E27FC236}">
                  <a16:creationId xmlns:a16="http://schemas.microsoft.com/office/drawing/2014/main" id="{3E401F16-D6B0-C7B3-5234-4783E14A1BB1}"/>
                </a:ext>
              </a:extLst>
            </p:cNvPr>
            <p:cNvSpPr/>
            <p:nvPr/>
          </p:nvSpPr>
          <p:spPr>
            <a:xfrm>
              <a:off x="2610750" y="3417600"/>
              <a:ext cx="174725" cy="160850"/>
            </a:xfrm>
            <a:custGeom>
              <a:avLst/>
              <a:gdLst/>
              <a:ahLst/>
              <a:cxnLst/>
              <a:rect l="l" t="t" r="r" b="b"/>
              <a:pathLst>
                <a:path w="6989" h="6434" extrusionOk="0">
                  <a:moveTo>
                    <a:pt x="3513" y="592"/>
                  </a:moveTo>
                  <a:cubicBezTo>
                    <a:pt x="4289" y="592"/>
                    <a:pt x="5029" y="925"/>
                    <a:pt x="5546" y="1368"/>
                  </a:cubicBezTo>
                  <a:cubicBezTo>
                    <a:pt x="6064" y="1849"/>
                    <a:pt x="6360" y="2514"/>
                    <a:pt x="6360" y="3217"/>
                  </a:cubicBezTo>
                  <a:cubicBezTo>
                    <a:pt x="6360" y="3919"/>
                    <a:pt x="6064" y="4585"/>
                    <a:pt x="5546" y="5065"/>
                  </a:cubicBezTo>
                  <a:cubicBezTo>
                    <a:pt x="5029" y="5546"/>
                    <a:pt x="4289" y="5842"/>
                    <a:pt x="3513" y="5842"/>
                  </a:cubicBezTo>
                  <a:cubicBezTo>
                    <a:pt x="2700" y="5842"/>
                    <a:pt x="1960" y="5546"/>
                    <a:pt x="1443" y="5065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4"/>
                    <a:pt x="925" y="1849"/>
                    <a:pt x="1443" y="1368"/>
                  </a:cubicBezTo>
                  <a:cubicBezTo>
                    <a:pt x="1960" y="925"/>
                    <a:pt x="2700" y="592"/>
                    <a:pt x="3513" y="592"/>
                  </a:cubicBezTo>
                  <a:close/>
                  <a:moveTo>
                    <a:pt x="3513" y="0"/>
                  </a:moveTo>
                  <a:cubicBezTo>
                    <a:pt x="2552" y="0"/>
                    <a:pt x="1664" y="333"/>
                    <a:pt x="1036" y="925"/>
                  </a:cubicBezTo>
                  <a:cubicBezTo>
                    <a:pt x="407" y="1516"/>
                    <a:pt x="1" y="2329"/>
                    <a:pt x="1" y="3217"/>
                  </a:cubicBezTo>
                  <a:cubicBezTo>
                    <a:pt x="1" y="4104"/>
                    <a:pt x="407" y="4917"/>
                    <a:pt x="1036" y="5509"/>
                  </a:cubicBezTo>
                  <a:cubicBezTo>
                    <a:pt x="1664" y="6100"/>
                    <a:pt x="2552" y="6433"/>
                    <a:pt x="3513" y="6433"/>
                  </a:cubicBezTo>
                  <a:cubicBezTo>
                    <a:pt x="4437" y="6433"/>
                    <a:pt x="5324" y="6100"/>
                    <a:pt x="5953" y="5509"/>
                  </a:cubicBezTo>
                  <a:cubicBezTo>
                    <a:pt x="6581" y="4917"/>
                    <a:pt x="6988" y="4104"/>
                    <a:pt x="6988" y="3217"/>
                  </a:cubicBezTo>
                  <a:cubicBezTo>
                    <a:pt x="6988" y="2329"/>
                    <a:pt x="6581" y="1516"/>
                    <a:pt x="5953" y="925"/>
                  </a:cubicBezTo>
                  <a:cubicBezTo>
                    <a:pt x="5324" y="333"/>
                    <a:pt x="443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4636;p64">
              <a:extLst>
                <a:ext uri="{FF2B5EF4-FFF2-40B4-BE49-F238E27FC236}">
                  <a16:creationId xmlns:a16="http://schemas.microsoft.com/office/drawing/2014/main" id="{44F36D9A-FE04-8800-F3BD-C807FF32EB4D}"/>
                </a:ext>
              </a:extLst>
            </p:cNvPr>
            <p:cNvSpPr/>
            <p:nvPr/>
          </p:nvSpPr>
          <p:spPr>
            <a:xfrm>
              <a:off x="5515725" y="3650500"/>
              <a:ext cx="855875" cy="1305100"/>
            </a:xfrm>
            <a:custGeom>
              <a:avLst/>
              <a:gdLst/>
              <a:ahLst/>
              <a:cxnLst/>
              <a:rect l="l" t="t" r="r" b="b"/>
              <a:pathLst>
                <a:path w="34235" h="52204" extrusionOk="0">
                  <a:moveTo>
                    <a:pt x="777" y="1"/>
                  </a:moveTo>
                  <a:lnTo>
                    <a:pt x="0" y="25769"/>
                  </a:lnTo>
                  <a:lnTo>
                    <a:pt x="34235" y="52204"/>
                  </a:lnTo>
                  <a:lnTo>
                    <a:pt x="34235" y="52204"/>
                  </a:lnTo>
                  <a:lnTo>
                    <a:pt x="34198" y="16527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4637;p64">
              <a:extLst>
                <a:ext uri="{FF2B5EF4-FFF2-40B4-BE49-F238E27FC236}">
                  <a16:creationId xmlns:a16="http://schemas.microsoft.com/office/drawing/2014/main" id="{89B39F19-AAFD-13B7-2F4D-50D535A76727}"/>
                </a:ext>
              </a:extLst>
            </p:cNvPr>
            <p:cNvSpPr/>
            <p:nvPr/>
          </p:nvSpPr>
          <p:spPr>
            <a:xfrm>
              <a:off x="5508325" y="3642975"/>
              <a:ext cx="871600" cy="1320100"/>
            </a:xfrm>
            <a:custGeom>
              <a:avLst/>
              <a:gdLst/>
              <a:ahLst/>
              <a:cxnLst/>
              <a:rect l="l" t="t" r="r" b="b"/>
              <a:pathLst>
                <a:path w="34864" h="52804" extrusionOk="0">
                  <a:moveTo>
                    <a:pt x="1368" y="782"/>
                  </a:moveTo>
                  <a:lnTo>
                    <a:pt x="34198" y="17014"/>
                  </a:lnTo>
                  <a:lnTo>
                    <a:pt x="34235" y="51876"/>
                  </a:lnTo>
                  <a:lnTo>
                    <a:pt x="34235" y="51876"/>
                  </a:lnTo>
                  <a:lnTo>
                    <a:pt x="629" y="25923"/>
                  </a:lnTo>
                  <a:lnTo>
                    <a:pt x="1368" y="782"/>
                  </a:lnTo>
                  <a:close/>
                  <a:moveTo>
                    <a:pt x="1073" y="0"/>
                  </a:moveTo>
                  <a:cubicBezTo>
                    <a:pt x="1016" y="0"/>
                    <a:pt x="952" y="22"/>
                    <a:pt x="888" y="43"/>
                  </a:cubicBezTo>
                  <a:cubicBezTo>
                    <a:pt x="814" y="80"/>
                    <a:pt x="777" y="191"/>
                    <a:pt x="740" y="302"/>
                  </a:cubicBezTo>
                  <a:lnTo>
                    <a:pt x="0" y="26070"/>
                  </a:lnTo>
                  <a:cubicBezTo>
                    <a:pt x="0" y="26144"/>
                    <a:pt x="37" y="26255"/>
                    <a:pt x="111" y="26292"/>
                  </a:cubicBezTo>
                  <a:lnTo>
                    <a:pt x="34346" y="52726"/>
                  </a:lnTo>
                  <a:cubicBezTo>
                    <a:pt x="34415" y="52772"/>
                    <a:pt x="34483" y="52804"/>
                    <a:pt x="34552" y="52804"/>
                  </a:cubicBezTo>
                  <a:cubicBezTo>
                    <a:pt x="34594" y="52804"/>
                    <a:pt x="34637" y="52792"/>
                    <a:pt x="34679" y="52763"/>
                  </a:cubicBezTo>
                  <a:cubicBezTo>
                    <a:pt x="34790" y="52726"/>
                    <a:pt x="34864" y="52615"/>
                    <a:pt x="34864" y="52505"/>
                  </a:cubicBezTo>
                  <a:lnTo>
                    <a:pt x="34790" y="16828"/>
                  </a:lnTo>
                  <a:cubicBezTo>
                    <a:pt x="34790" y="16717"/>
                    <a:pt x="34716" y="16606"/>
                    <a:pt x="34642" y="16569"/>
                  </a:cubicBezTo>
                  <a:lnTo>
                    <a:pt x="1184" y="43"/>
                  </a:lnTo>
                  <a:cubicBezTo>
                    <a:pt x="1152" y="12"/>
                    <a:pt x="1114" y="0"/>
                    <a:pt x="1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4638;p64">
              <a:extLst>
                <a:ext uri="{FF2B5EF4-FFF2-40B4-BE49-F238E27FC236}">
                  <a16:creationId xmlns:a16="http://schemas.microsoft.com/office/drawing/2014/main" id="{4C3E1B4B-0BE5-0090-1F45-0E130B1DA5EF}"/>
                </a:ext>
              </a:extLst>
            </p:cNvPr>
            <p:cNvSpPr/>
            <p:nvPr/>
          </p:nvSpPr>
          <p:spPr>
            <a:xfrm>
              <a:off x="1200325" y="3650500"/>
              <a:ext cx="854975" cy="1305100"/>
            </a:xfrm>
            <a:custGeom>
              <a:avLst/>
              <a:gdLst/>
              <a:ahLst/>
              <a:cxnLst/>
              <a:rect l="l" t="t" r="r" b="b"/>
              <a:pathLst>
                <a:path w="34199" h="52204" extrusionOk="0">
                  <a:moveTo>
                    <a:pt x="33459" y="1"/>
                  </a:moveTo>
                  <a:lnTo>
                    <a:pt x="1" y="16527"/>
                  </a:lnTo>
                  <a:lnTo>
                    <a:pt x="1" y="52204"/>
                  </a:lnTo>
                  <a:lnTo>
                    <a:pt x="34198" y="25769"/>
                  </a:lnTo>
                  <a:lnTo>
                    <a:pt x="33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4639;p64">
              <a:extLst>
                <a:ext uri="{FF2B5EF4-FFF2-40B4-BE49-F238E27FC236}">
                  <a16:creationId xmlns:a16="http://schemas.microsoft.com/office/drawing/2014/main" id="{CABE415E-56FE-6FCC-1D67-9CD5F3F7F95A}"/>
                </a:ext>
              </a:extLst>
            </p:cNvPr>
            <p:cNvSpPr/>
            <p:nvPr/>
          </p:nvSpPr>
          <p:spPr>
            <a:xfrm>
              <a:off x="1192925" y="3642975"/>
              <a:ext cx="869775" cy="1320100"/>
            </a:xfrm>
            <a:custGeom>
              <a:avLst/>
              <a:gdLst/>
              <a:ahLst/>
              <a:cxnLst/>
              <a:rect l="l" t="t" r="r" b="b"/>
              <a:pathLst>
                <a:path w="34791" h="52804" extrusionOk="0">
                  <a:moveTo>
                    <a:pt x="33459" y="782"/>
                  </a:moveTo>
                  <a:lnTo>
                    <a:pt x="34162" y="25923"/>
                  </a:lnTo>
                  <a:lnTo>
                    <a:pt x="629" y="51876"/>
                  </a:lnTo>
                  <a:lnTo>
                    <a:pt x="629" y="16995"/>
                  </a:lnTo>
                  <a:lnTo>
                    <a:pt x="629" y="16995"/>
                  </a:lnTo>
                  <a:lnTo>
                    <a:pt x="33459" y="782"/>
                  </a:lnTo>
                  <a:close/>
                  <a:moveTo>
                    <a:pt x="33718" y="0"/>
                  </a:moveTo>
                  <a:cubicBezTo>
                    <a:pt x="33676" y="0"/>
                    <a:pt x="33638" y="12"/>
                    <a:pt x="33607" y="43"/>
                  </a:cubicBezTo>
                  <a:lnTo>
                    <a:pt x="186" y="16569"/>
                  </a:lnTo>
                  <a:cubicBezTo>
                    <a:pt x="75" y="16606"/>
                    <a:pt x="1" y="16717"/>
                    <a:pt x="1" y="16828"/>
                  </a:cubicBezTo>
                  <a:lnTo>
                    <a:pt x="1" y="52505"/>
                  </a:lnTo>
                  <a:cubicBezTo>
                    <a:pt x="1" y="52615"/>
                    <a:pt x="75" y="52726"/>
                    <a:pt x="186" y="52763"/>
                  </a:cubicBezTo>
                  <a:cubicBezTo>
                    <a:pt x="228" y="52792"/>
                    <a:pt x="270" y="52804"/>
                    <a:pt x="313" y="52804"/>
                  </a:cubicBezTo>
                  <a:cubicBezTo>
                    <a:pt x="381" y="52804"/>
                    <a:pt x="450" y="52772"/>
                    <a:pt x="518" y="52726"/>
                  </a:cubicBezTo>
                  <a:lnTo>
                    <a:pt x="34679" y="26292"/>
                  </a:lnTo>
                  <a:cubicBezTo>
                    <a:pt x="34753" y="26255"/>
                    <a:pt x="34790" y="26144"/>
                    <a:pt x="34790" y="26070"/>
                  </a:cubicBezTo>
                  <a:lnTo>
                    <a:pt x="34051" y="302"/>
                  </a:lnTo>
                  <a:cubicBezTo>
                    <a:pt x="34051" y="191"/>
                    <a:pt x="33977" y="80"/>
                    <a:pt x="33903" y="43"/>
                  </a:cubicBezTo>
                  <a:cubicBezTo>
                    <a:pt x="33839" y="22"/>
                    <a:pt x="33775" y="0"/>
                    <a:pt x="33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4640;p64">
              <a:extLst>
                <a:ext uri="{FF2B5EF4-FFF2-40B4-BE49-F238E27FC236}">
                  <a16:creationId xmlns:a16="http://schemas.microsoft.com/office/drawing/2014/main" id="{075CF889-E75E-29C0-B825-8C27CE11EAA9}"/>
                </a:ext>
              </a:extLst>
            </p:cNvPr>
            <p:cNvSpPr/>
            <p:nvPr/>
          </p:nvSpPr>
          <p:spPr>
            <a:xfrm>
              <a:off x="2685625" y="2486850"/>
              <a:ext cx="543475" cy="497275"/>
            </a:xfrm>
            <a:custGeom>
              <a:avLst/>
              <a:gdLst/>
              <a:ahLst/>
              <a:cxnLst/>
              <a:rect l="l" t="t" r="r" b="b"/>
              <a:pathLst>
                <a:path w="21739" h="19891" extrusionOk="0">
                  <a:moveTo>
                    <a:pt x="10870" y="1"/>
                  </a:moveTo>
                  <a:cubicBezTo>
                    <a:pt x="4880" y="1"/>
                    <a:pt x="0" y="4437"/>
                    <a:pt x="0" y="9946"/>
                  </a:cubicBezTo>
                  <a:cubicBezTo>
                    <a:pt x="0" y="15455"/>
                    <a:pt x="4880" y="19891"/>
                    <a:pt x="10870" y="19891"/>
                  </a:cubicBezTo>
                  <a:cubicBezTo>
                    <a:pt x="16859" y="19891"/>
                    <a:pt x="21739" y="15455"/>
                    <a:pt x="21739" y="9946"/>
                  </a:cubicBezTo>
                  <a:cubicBezTo>
                    <a:pt x="21739" y="4437"/>
                    <a:pt x="16859" y="1"/>
                    <a:pt x="10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4641;p64">
              <a:extLst>
                <a:ext uri="{FF2B5EF4-FFF2-40B4-BE49-F238E27FC236}">
                  <a16:creationId xmlns:a16="http://schemas.microsoft.com/office/drawing/2014/main" id="{F7B8F994-3654-DE20-2D9A-13C912ACBE5C}"/>
                </a:ext>
              </a:extLst>
            </p:cNvPr>
            <p:cNvSpPr/>
            <p:nvPr/>
          </p:nvSpPr>
          <p:spPr>
            <a:xfrm>
              <a:off x="2678225" y="2479450"/>
              <a:ext cx="558275" cy="513000"/>
            </a:xfrm>
            <a:custGeom>
              <a:avLst/>
              <a:gdLst/>
              <a:ahLst/>
              <a:cxnLst/>
              <a:rect l="l" t="t" r="r" b="b"/>
              <a:pathLst>
                <a:path w="22331" h="20520" extrusionOk="0">
                  <a:moveTo>
                    <a:pt x="11166" y="593"/>
                  </a:moveTo>
                  <a:cubicBezTo>
                    <a:pt x="14086" y="593"/>
                    <a:pt x="16711" y="1702"/>
                    <a:pt x="18634" y="3439"/>
                  </a:cubicBezTo>
                  <a:cubicBezTo>
                    <a:pt x="20519" y="5177"/>
                    <a:pt x="21702" y="7580"/>
                    <a:pt x="21702" y="10242"/>
                  </a:cubicBezTo>
                  <a:cubicBezTo>
                    <a:pt x="21702" y="12904"/>
                    <a:pt x="20519" y="15307"/>
                    <a:pt x="18634" y="17044"/>
                  </a:cubicBezTo>
                  <a:cubicBezTo>
                    <a:pt x="16711" y="18819"/>
                    <a:pt x="14086" y="19891"/>
                    <a:pt x="11166" y="19891"/>
                  </a:cubicBezTo>
                  <a:cubicBezTo>
                    <a:pt x="8245" y="19891"/>
                    <a:pt x="5583" y="18819"/>
                    <a:pt x="3698" y="17044"/>
                  </a:cubicBezTo>
                  <a:cubicBezTo>
                    <a:pt x="1775" y="15307"/>
                    <a:pt x="629" y="12904"/>
                    <a:pt x="629" y="10242"/>
                  </a:cubicBezTo>
                  <a:cubicBezTo>
                    <a:pt x="629" y="7580"/>
                    <a:pt x="1775" y="5177"/>
                    <a:pt x="3698" y="3439"/>
                  </a:cubicBezTo>
                  <a:cubicBezTo>
                    <a:pt x="5583" y="1702"/>
                    <a:pt x="8245" y="593"/>
                    <a:pt x="11166" y="593"/>
                  </a:cubicBezTo>
                  <a:close/>
                  <a:moveTo>
                    <a:pt x="11166" y="1"/>
                  </a:moveTo>
                  <a:cubicBezTo>
                    <a:pt x="8097" y="1"/>
                    <a:pt x="5287" y="1147"/>
                    <a:pt x="3291" y="2996"/>
                  </a:cubicBezTo>
                  <a:cubicBezTo>
                    <a:pt x="1258" y="4844"/>
                    <a:pt x="1" y="7395"/>
                    <a:pt x="1" y="10242"/>
                  </a:cubicBezTo>
                  <a:cubicBezTo>
                    <a:pt x="1" y="13089"/>
                    <a:pt x="1258" y="15677"/>
                    <a:pt x="3291" y="17525"/>
                  </a:cubicBezTo>
                  <a:cubicBezTo>
                    <a:pt x="5287" y="19374"/>
                    <a:pt x="8097" y="20520"/>
                    <a:pt x="11166" y="20520"/>
                  </a:cubicBezTo>
                  <a:cubicBezTo>
                    <a:pt x="14234" y="20520"/>
                    <a:pt x="17007" y="19374"/>
                    <a:pt x="19040" y="17525"/>
                  </a:cubicBezTo>
                  <a:cubicBezTo>
                    <a:pt x="21074" y="15677"/>
                    <a:pt x="22331" y="13089"/>
                    <a:pt x="22331" y="10242"/>
                  </a:cubicBezTo>
                  <a:cubicBezTo>
                    <a:pt x="22331" y="7395"/>
                    <a:pt x="21074" y="4844"/>
                    <a:pt x="19040" y="2996"/>
                  </a:cubicBezTo>
                  <a:cubicBezTo>
                    <a:pt x="17007" y="1147"/>
                    <a:pt x="14234" y="1"/>
                    <a:pt x="1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4642;p64">
              <a:extLst>
                <a:ext uri="{FF2B5EF4-FFF2-40B4-BE49-F238E27FC236}">
                  <a16:creationId xmlns:a16="http://schemas.microsoft.com/office/drawing/2014/main" id="{1C0F5B69-7A08-B414-3498-A888A5789903}"/>
                </a:ext>
              </a:extLst>
            </p:cNvPr>
            <p:cNvSpPr/>
            <p:nvPr/>
          </p:nvSpPr>
          <p:spPr>
            <a:xfrm>
              <a:off x="2722600" y="2520125"/>
              <a:ext cx="469550" cy="430750"/>
            </a:xfrm>
            <a:custGeom>
              <a:avLst/>
              <a:gdLst/>
              <a:ahLst/>
              <a:cxnLst/>
              <a:rect l="l" t="t" r="r" b="b"/>
              <a:pathLst>
                <a:path w="18782" h="17230" extrusionOk="0">
                  <a:moveTo>
                    <a:pt x="9391" y="1"/>
                  </a:moveTo>
                  <a:cubicBezTo>
                    <a:pt x="4215" y="1"/>
                    <a:pt x="0" y="3846"/>
                    <a:pt x="0" y="8615"/>
                  </a:cubicBezTo>
                  <a:cubicBezTo>
                    <a:pt x="0" y="13384"/>
                    <a:pt x="4215" y="17229"/>
                    <a:pt x="9391" y="17229"/>
                  </a:cubicBezTo>
                  <a:cubicBezTo>
                    <a:pt x="14567" y="17229"/>
                    <a:pt x="18781" y="13384"/>
                    <a:pt x="18781" y="8615"/>
                  </a:cubicBezTo>
                  <a:cubicBezTo>
                    <a:pt x="18781" y="3846"/>
                    <a:pt x="14567" y="1"/>
                    <a:pt x="9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4643;p64">
              <a:extLst>
                <a:ext uri="{FF2B5EF4-FFF2-40B4-BE49-F238E27FC236}">
                  <a16:creationId xmlns:a16="http://schemas.microsoft.com/office/drawing/2014/main" id="{F1DF7084-A0A1-8820-7458-3BB89BCA0359}"/>
                </a:ext>
              </a:extLst>
            </p:cNvPr>
            <p:cNvSpPr/>
            <p:nvPr/>
          </p:nvSpPr>
          <p:spPr>
            <a:xfrm>
              <a:off x="2714275" y="2512725"/>
              <a:ext cx="485250" cy="445525"/>
            </a:xfrm>
            <a:custGeom>
              <a:avLst/>
              <a:gdLst/>
              <a:ahLst/>
              <a:cxnLst/>
              <a:rect l="l" t="t" r="r" b="b"/>
              <a:pathLst>
                <a:path w="19410" h="17821" extrusionOk="0">
                  <a:moveTo>
                    <a:pt x="9724" y="592"/>
                  </a:moveTo>
                  <a:cubicBezTo>
                    <a:pt x="12238" y="592"/>
                    <a:pt x="14530" y="1554"/>
                    <a:pt x="16157" y="3069"/>
                  </a:cubicBezTo>
                  <a:cubicBezTo>
                    <a:pt x="17783" y="4548"/>
                    <a:pt x="18818" y="6619"/>
                    <a:pt x="18818" y="8911"/>
                  </a:cubicBezTo>
                  <a:cubicBezTo>
                    <a:pt x="18818" y="11203"/>
                    <a:pt x="17783" y="13273"/>
                    <a:pt x="16157" y="14789"/>
                  </a:cubicBezTo>
                  <a:cubicBezTo>
                    <a:pt x="14530" y="16305"/>
                    <a:pt x="12238" y="17229"/>
                    <a:pt x="9724" y="17229"/>
                  </a:cubicBezTo>
                  <a:cubicBezTo>
                    <a:pt x="7210" y="17229"/>
                    <a:pt x="4917" y="16305"/>
                    <a:pt x="3291" y="14789"/>
                  </a:cubicBezTo>
                  <a:cubicBezTo>
                    <a:pt x="1627" y="13273"/>
                    <a:pt x="629" y="11203"/>
                    <a:pt x="629" y="8911"/>
                  </a:cubicBezTo>
                  <a:cubicBezTo>
                    <a:pt x="629" y="6619"/>
                    <a:pt x="1627" y="4548"/>
                    <a:pt x="3291" y="3069"/>
                  </a:cubicBezTo>
                  <a:cubicBezTo>
                    <a:pt x="4917" y="1554"/>
                    <a:pt x="7210" y="592"/>
                    <a:pt x="9724" y="592"/>
                  </a:cubicBezTo>
                  <a:close/>
                  <a:moveTo>
                    <a:pt x="9724" y="1"/>
                  </a:moveTo>
                  <a:cubicBezTo>
                    <a:pt x="7062" y="1"/>
                    <a:pt x="4622" y="999"/>
                    <a:pt x="2884" y="2589"/>
                  </a:cubicBezTo>
                  <a:cubicBezTo>
                    <a:pt x="1109" y="4216"/>
                    <a:pt x="0" y="6434"/>
                    <a:pt x="0" y="8911"/>
                  </a:cubicBezTo>
                  <a:cubicBezTo>
                    <a:pt x="0" y="11388"/>
                    <a:pt x="1109" y="13606"/>
                    <a:pt x="2884" y="15233"/>
                  </a:cubicBezTo>
                  <a:cubicBezTo>
                    <a:pt x="4622" y="16860"/>
                    <a:pt x="7062" y="17821"/>
                    <a:pt x="9724" y="17821"/>
                  </a:cubicBezTo>
                  <a:cubicBezTo>
                    <a:pt x="12386" y="17821"/>
                    <a:pt x="14826" y="16860"/>
                    <a:pt x="16563" y="15233"/>
                  </a:cubicBezTo>
                  <a:cubicBezTo>
                    <a:pt x="18338" y="13606"/>
                    <a:pt x="19410" y="11388"/>
                    <a:pt x="19410" y="8911"/>
                  </a:cubicBezTo>
                  <a:cubicBezTo>
                    <a:pt x="19410" y="6434"/>
                    <a:pt x="18338" y="4216"/>
                    <a:pt x="16563" y="2589"/>
                  </a:cubicBezTo>
                  <a:cubicBezTo>
                    <a:pt x="14826" y="999"/>
                    <a:pt x="12386" y="1"/>
                    <a:pt x="9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4644;p64">
              <a:extLst>
                <a:ext uri="{FF2B5EF4-FFF2-40B4-BE49-F238E27FC236}">
                  <a16:creationId xmlns:a16="http://schemas.microsoft.com/office/drawing/2014/main" id="{ABCEFBB0-E495-C303-C723-253B6571C290}"/>
                </a:ext>
              </a:extLst>
            </p:cNvPr>
            <p:cNvSpPr/>
            <p:nvPr/>
          </p:nvSpPr>
          <p:spPr>
            <a:xfrm>
              <a:off x="2772500" y="2565425"/>
              <a:ext cx="369725" cy="340150"/>
            </a:xfrm>
            <a:custGeom>
              <a:avLst/>
              <a:gdLst/>
              <a:ahLst/>
              <a:cxnLst/>
              <a:rect l="l" t="t" r="r" b="b"/>
              <a:pathLst>
                <a:path w="14789" h="13606" extrusionOk="0">
                  <a:moveTo>
                    <a:pt x="7395" y="629"/>
                  </a:moveTo>
                  <a:cubicBezTo>
                    <a:pt x="9280" y="629"/>
                    <a:pt x="10981" y="1331"/>
                    <a:pt x="12201" y="2440"/>
                  </a:cubicBezTo>
                  <a:cubicBezTo>
                    <a:pt x="13421" y="3586"/>
                    <a:pt x="14160" y="5102"/>
                    <a:pt x="14160" y="6803"/>
                  </a:cubicBezTo>
                  <a:cubicBezTo>
                    <a:pt x="14160" y="8504"/>
                    <a:pt x="13421" y="10056"/>
                    <a:pt x="12201" y="11165"/>
                  </a:cubicBezTo>
                  <a:cubicBezTo>
                    <a:pt x="10981" y="12275"/>
                    <a:pt x="9280" y="12977"/>
                    <a:pt x="7395" y="12977"/>
                  </a:cubicBezTo>
                  <a:cubicBezTo>
                    <a:pt x="5509" y="12977"/>
                    <a:pt x="3808" y="12275"/>
                    <a:pt x="2588" y="11165"/>
                  </a:cubicBezTo>
                  <a:cubicBezTo>
                    <a:pt x="1368" y="10056"/>
                    <a:pt x="629" y="8504"/>
                    <a:pt x="629" y="6803"/>
                  </a:cubicBezTo>
                  <a:cubicBezTo>
                    <a:pt x="629" y="5102"/>
                    <a:pt x="1368" y="3586"/>
                    <a:pt x="2588" y="2440"/>
                  </a:cubicBezTo>
                  <a:cubicBezTo>
                    <a:pt x="3808" y="1331"/>
                    <a:pt x="5509" y="629"/>
                    <a:pt x="7395" y="629"/>
                  </a:cubicBezTo>
                  <a:close/>
                  <a:moveTo>
                    <a:pt x="7395" y="0"/>
                  </a:moveTo>
                  <a:cubicBezTo>
                    <a:pt x="5361" y="0"/>
                    <a:pt x="3513" y="777"/>
                    <a:pt x="2182" y="1997"/>
                  </a:cubicBezTo>
                  <a:cubicBezTo>
                    <a:pt x="851" y="3217"/>
                    <a:pt x="1" y="4917"/>
                    <a:pt x="1" y="6803"/>
                  </a:cubicBezTo>
                  <a:cubicBezTo>
                    <a:pt x="1" y="8688"/>
                    <a:pt x="851" y="10389"/>
                    <a:pt x="2182" y="11609"/>
                  </a:cubicBezTo>
                  <a:cubicBezTo>
                    <a:pt x="3513" y="12866"/>
                    <a:pt x="5361" y="13605"/>
                    <a:pt x="7395" y="13605"/>
                  </a:cubicBezTo>
                  <a:cubicBezTo>
                    <a:pt x="9428" y="13605"/>
                    <a:pt x="11277" y="12866"/>
                    <a:pt x="12607" y="11609"/>
                  </a:cubicBezTo>
                  <a:cubicBezTo>
                    <a:pt x="13938" y="10389"/>
                    <a:pt x="14789" y="8688"/>
                    <a:pt x="14789" y="6803"/>
                  </a:cubicBezTo>
                  <a:cubicBezTo>
                    <a:pt x="14789" y="4917"/>
                    <a:pt x="13938" y="3217"/>
                    <a:pt x="12607" y="1997"/>
                  </a:cubicBezTo>
                  <a:cubicBezTo>
                    <a:pt x="11277" y="777"/>
                    <a:pt x="9428" y="0"/>
                    <a:pt x="7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4645;p64">
              <a:extLst>
                <a:ext uri="{FF2B5EF4-FFF2-40B4-BE49-F238E27FC236}">
                  <a16:creationId xmlns:a16="http://schemas.microsoft.com/office/drawing/2014/main" id="{DF99D658-36B7-DADB-B658-A8F1E35B47EA}"/>
                </a:ext>
              </a:extLst>
            </p:cNvPr>
            <p:cNvSpPr/>
            <p:nvPr/>
          </p:nvSpPr>
          <p:spPr>
            <a:xfrm>
              <a:off x="2850150" y="2636600"/>
              <a:ext cx="214450" cy="197800"/>
            </a:xfrm>
            <a:custGeom>
              <a:avLst/>
              <a:gdLst/>
              <a:ahLst/>
              <a:cxnLst/>
              <a:rect l="l" t="t" r="r" b="b"/>
              <a:pathLst>
                <a:path w="8578" h="7912" extrusionOk="0">
                  <a:moveTo>
                    <a:pt x="4289" y="629"/>
                  </a:moveTo>
                  <a:cubicBezTo>
                    <a:pt x="5324" y="629"/>
                    <a:pt x="6248" y="998"/>
                    <a:pt x="6914" y="1590"/>
                  </a:cubicBezTo>
                  <a:cubicBezTo>
                    <a:pt x="7579" y="2218"/>
                    <a:pt x="7949" y="3032"/>
                    <a:pt x="7949" y="3956"/>
                  </a:cubicBezTo>
                  <a:cubicBezTo>
                    <a:pt x="7949" y="4880"/>
                    <a:pt x="7579" y="5693"/>
                    <a:pt x="6914" y="6322"/>
                  </a:cubicBezTo>
                  <a:cubicBezTo>
                    <a:pt x="6248" y="6914"/>
                    <a:pt x="5324" y="7320"/>
                    <a:pt x="4289" y="7320"/>
                  </a:cubicBezTo>
                  <a:cubicBezTo>
                    <a:pt x="3253" y="7320"/>
                    <a:pt x="2329" y="6914"/>
                    <a:pt x="1664" y="6322"/>
                  </a:cubicBezTo>
                  <a:cubicBezTo>
                    <a:pt x="998" y="5693"/>
                    <a:pt x="592" y="4880"/>
                    <a:pt x="592" y="3956"/>
                  </a:cubicBezTo>
                  <a:cubicBezTo>
                    <a:pt x="592" y="3032"/>
                    <a:pt x="998" y="2218"/>
                    <a:pt x="1664" y="1590"/>
                  </a:cubicBezTo>
                  <a:cubicBezTo>
                    <a:pt x="2329" y="998"/>
                    <a:pt x="3253" y="629"/>
                    <a:pt x="4289" y="629"/>
                  </a:cubicBezTo>
                  <a:close/>
                  <a:moveTo>
                    <a:pt x="4289" y="0"/>
                  </a:moveTo>
                  <a:cubicBezTo>
                    <a:pt x="3106" y="0"/>
                    <a:pt x="2033" y="444"/>
                    <a:pt x="1257" y="1146"/>
                  </a:cubicBezTo>
                  <a:cubicBezTo>
                    <a:pt x="481" y="1849"/>
                    <a:pt x="0" y="2847"/>
                    <a:pt x="0" y="3956"/>
                  </a:cubicBezTo>
                  <a:cubicBezTo>
                    <a:pt x="0" y="5065"/>
                    <a:pt x="481" y="6063"/>
                    <a:pt x="1257" y="6766"/>
                  </a:cubicBezTo>
                  <a:cubicBezTo>
                    <a:pt x="2033" y="7505"/>
                    <a:pt x="3106" y="7912"/>
                    <a:pt x="4289" y="7912"/>
                  </a:cubicBezTo>
                  <a:cubicBezTo>
                    <a:pt x="5472" y="7912"/>
                    <a:pt x="6544" y="7505"/>
                    <a:pt x="7320" y="6766"/>
                  </a:cubicBezTo>
                  <a:cubicBezTo>
                    <a:pt x="8097" y="6063"/>
                    <a:pt x="8577" y="5065"/>
                    <a:pt x="8577" y="3956"/>
                  </a:cubicBezTo>
                  <a:cubicBezTo>
                    <a:pt x="8577" y="2847"/>
                    <a:pt x="8097" y="1849"/>
                    <a:pt x="7320" y="1146"/>
                  </a:cubicBezTo>
                  <a:cubicBezTo>
                    <a:pt x="6544" y="444"/>
                    <a:pt x="5472" y="0"/>
                    <a:pt x="4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4646;p64">
              <a:extLst>
                <a:ext uri="{FF2B5EF4-FFF2-40B4-BE49-F238E27FC236}">
                  <a16:creationId xmlns:a16="http://schemas.microsoft.com/office/drawing/2014/main" id="{8C40FCDC-3AB0-9BAA-63D9-87EC5BDD9032}"/>
                </a:ext>
              </a:extLst>
            </p:cNvPr>
            <p:cNvSpPr/>
            <p:nvPr/>
          </p:nvSpPr>
          <p:spPr>
            <a:xfrm>
              <a:off x="2957350" y="2520125"/>
              <a:ext cx="25" cy="430750"/>
            </a:xfrm>
            <a:custGeom>
              <a:avLst/>
              <a:gdLst/>
              <a:ahLst/>
              <a:cxnLst/>
              <a:rect l="l" t="t" r="r" b="b"/>
              <a:pathLst>
                <a:path w="1" h="17230" extrusionOk="0">
                  <a:moveTo>
                    <a:pt x="1" y="1"/>
                  </a:moveTo>
                  <a:lnTo>
                    <a:pt x="1" y="17229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4647;p64">
              <a:extLst>
                <a:ext uri="{FF2B5EF4-FFF2-40B4-BE49-F238E27FC236}">
                  <a16:creationId xmlns:a16="http://schemas.microsoft.com/office/drawing/2014/main" id="{23D10D65-8DEA-09C3-1D1C-D8BD3E995172}"/>
                </a:ext>
              </a:extLst>
            </p:cNvPr>
            <p:cNvSpPr/>
            <p:nvPr/>
          </p:nvSpPr>
          <p:spPr>
            <a:xfrm>
              <a:off x="2949950" y="2512725"/>
              <a:ext cx="14825" cy="445525"/>
            </a:xfrm>
            <a:custGeom>
              <a:avLst/>
              <a:gdLst/>
              <a:ahLst/>
              <a:cxnLst/>
              <a:rect l="l" t="t" r="r" b="b"/>
              <a:pathLst>
                <a:path w="593" h="17821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lnTo>
                    <a:pt x="1" y="17525"/>
                  </a:lnTo>
                  <a:cubicBezTo>
                    <a:pt x="1" y="17710"/>
                    <a:pt x="112" y="17821"/>
                    <a:pt x="297" y="17821"/>
                  </a:cubicBezTo>
                  <a:cubicBezTo>
                    <a:pt x="445" y="17821"/>
                    <a:pt x="592" y="17710"/>
                    <a:pt x="592" y="17525"/>
                  </a:cubicBezTo>
                  <a:lnTo>
                    <a:pt x="592" y="297"/>
                  </a:lnTo>
                  <a:cubicBezTo>
                    <a:pt x="592" y="149"/>
                    <a:pt x="445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4648;p64">
              <a:extLst>
                <a:ext uri="{FF2B5EF4-FFF2-40B4-BE49-F238E27FC236}">
                  <a16:creationId xmlns:a16="http://schemas.microsoft.com/office/drawing/2014/main" id="{D4BE8187-9554-5B68-D73E-49487139397B}"/>
                </a:ext>
              </a:extLst>
            </p:cNvPr>
            <p:cNvSpPr/>
            <p:nvPr/>
          </p:nvSpPr>
          <p:spPr>
            <a:xfrm>
              <a:off x="2722600" y="2735475"/>
              <a:ext cx="469550" cy="25"/>
            </a:xfrm>
            <a:custGeom>
              <a:avLst/>
              <a:gdLst/>
              <a:ahLst/>
              <a:cxnLst/>
              <a:rect l="l" t="t" r="r" b="b"/>
              <a:pathLst>
                <a:path w="18782" h="1" extrusionOk="0">
                  <a:moveTo>
                    <a:pt x="0" y="1"/>
                  </a:moveTo>
                  <a:lnTo>
                    <a:pt x="18781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4649;p64">
              <a:extLst>
                <a:ext uri="{FF2B5EF4-FFF2-40B4-BE49-F238E27FC236}">
                  <a16:creationId xmlns:a16="http://schemas.microsoft.com/office/drawing/2014/main" id="{78393D2D-195C-55D9-C82A-608778D17D1C}"/>
                </a:ext>
              </a:extLst>
            </p:cNvPr>
            <p:cNvSpPr/>
            <p:nvPr/>
          </p:nvSpPr>
          <p:spPr>
            <a:xfrm>
              <a:off x="2714275" y="2728100"/>
              <a:ext cx="485250" cy="14800"/>
            </a:xfrm>
            <a:custGeom>
              <a:avLst/>
              <a:gdLst/>
              <a:ahLst/>
              <a:cxnLst/>
              <a:rect l="l" t="t" r="r" b="b"/>
              <a:pathLst>
                <a:path w="19410" h="592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19114" y="592"/>
                  </a:lnTo>
                  <a:cubicBezTo>
                    <a:pt x="19299" y="592"/>
                    <a:pt x="19410" y="481"/>
                    <a:pt x="19410" y="296"/>
                  </a:cubicBezTo>
                  <a:cubicBezTo>
                    <a:pt x="19410" y="148"/>
                    <a:pt x="19299" y="0"/>
                    <a:pt x="19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4650;p64">
              <a:extLst>
                <a:ext uri="{FF2B5EF4-FFF2-40B4-BE49-F238E27FC236}">
                  <a16:creationId xmlns:a16="http://schemas.microsoft.com/office/drawing/2014/main" id="{17816EC8-A1E3-C776-1137-A123041047C2}"/>
                </a:ext>
              </a:extLst>
            </p:cNvPr>
            <p:cNvSpPr/>
            <p:nvPr/>
          </p:nvSpPr>
          <p:spPr>
            <a:xfrm>
              <a:off x="1932350" y="3051575"/>
              <a:ext cx="224625" cy="411425"/>
            </a:xfrm>
            <a:custGeom>
              <a:avLst/>
              <a:gdLst/>
              <a:ahLst/>
              <a:cxnLst/>
              <a:rect l="l" t="t" r="r" b="b"/>
              <a:pathLst>
                <a:path w="8985" h="16457" extrusionOk="0">
                  <a:moveTo>
                    <a:pt x="1183" y="1"/>
                  </a:moveTo>
                  <a:cubicBezTo>
                    <a:pt x="481" y="1"/>
                    <a:pt x="0" y="740"/>
                    <a:pt x="296" y="1369"/>
                  </a:cubicBezTo>
                  <a:lnTo>
                    <a:pt x="6729" y="15861"/>
                  </a:lnTo>
                  <a:cubicBezTo>
                    <a:pt x="6866" y="16239"/>
                    <a:pt x="7226" y="16457"/>
                    <a:pt x="7632" y="16457"/>
                  </a:cubicBezTo>
                  <a:cubicBezTo>
                    <a:pt x="7663" y="16457"/>
                    <a:pt x="7695" y="16455"/>
                    <a:pt x="7727" y="16453"/>
                  </a:cubicBezTo>
                  <a:lnTo>
                    <a:pt x="7949" y="16416"/>
                  </a:lnTo>
                  <a:cubicBezTo>
                    <a:pt x="8614" y="16342"/>
                    <a:pt x="8984" y="15639"/>
                    <a:pt x="8725" y="15048"/>
                  </a:cubicBezTo>
                  <a:lnTo>
                    <a:pt x="2071" y="592"/>
                  </a:lnTo>
                  <a:cubicBezTo>
                    <a:pt x="1923" y="223"/>
                    <a:pt x="1590" y="1"/>
                    <a:pt x="1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4651;p64">
              <a:extLst>
                <a:ext uri="{FF2B5EF4-FFF2-40B4-BE49-F238E27FC236}">
                  <a16:creationId xmlns:a16="http://schemas.microsoft.com/office/drawing/2014/main" id="{F1555366-DD52-79FA-AFCC-380697FC5683}"/>
                </a:ext>
              </a:extLst>
            </p:cNvPr>
            <p:cNvSpPr/>
            <p:nvPr/>
          </p:nvSpPr>
          <p:spPr>
            <a:xfrm>
              <a:off x="1929575" y="3044200"/>
              <a:ext cx="230175" cy="426100"/>
            </a:xfrm>
            <a:custGeom>
              <a:avLst/>
              <a:gdLst/>
              <a:ahLst/>
              <a:cxnLst/>
              <a:rect l="l" t="t" r="r" b="b"/>
              <a:pathLst>
                <a:path w="9207" h="17044" extrusionOk="0">
                  <a:moveTo>
                    <a:pt x="1294" y="629"/>
                  </a:moveTo>
                  <a:cubicBezTo>
                    <a:pt x="1553" y="629"/>
                    <a:pt x="1812" y="776"/>
                    <a:pt x="1923" y="998"/>
                  </a:cubicBezTo>
                  <a:lnTo>
                    <a:pt x="8541" y="15454"/>
                  </a:lnTo>
                  <a:cubicBezTo>
                    <a:pt x="8578" y="15565"/>
                    <a:pt x="8614" y="15639"/>
                    <a:pt x="8614" y="15750"/>
                  </a:cubicBezTo>
                  <a:cubicBezTo>
                    <a:pt x="8614" y="16082"/>
                    <a:pt x="8356" y="16378"/>
                    <a:pt x="8023" y="16415"/>
                  </a:cubicBezTo>
                  <a:lnTo>
                    <a:pt x="7801" y="16452"/>
                  </a:lnTo>
                  <a:lnTo>
                    <a:pt x="7727" y="16452"/>
                  </a:lnTo>
                  <a:cubicBezTo>
                    <a:pt x="7468" y="16452"/>
                    <a:pt x="7210" y="16304"/>
                    <a:pt x="7099" y="16045"/>
                  </a:cubicBezTo>
                  <a:lnTo>
                    <a:pt x="703" y="1553"/>
                  </a:lnTo>
                  <a:cubicBezTo>
                    <a:pt x="666" y="1442"/>
                    <a:pt x="629" y="1368"/>
                    <a:pt x="629" y="1294"/>
                  </a:cubicBezTo>
                  <a:cubicBezTo>
                    <a:pt x="629" y="1109"/>
                    <a:pt x="703" y="924"/>
                    <a:pt x="814" y="813"/>
                  </a:cubicBezTo>
                  <a:cubicBezTo>
                    <a:pt x="962" y="703"/>
                    <a:pt x="1109" y="629"/>
                    <a:pt x="1294" y="629"/>
                  </a:cubicBezTo>
                  <a:close/>
                  <a:moveTo>
                    <a:pt x="1294" y="0"/>
                  </a:moveTo>
                  <a:cubicBezTo>
                    <a:pt x="925" y="0"/>
                    <a:pt x="592" y="148"/>
                    <a:pt x="370" y="370"/>
                  </a:cubicBezTo>
                  <a:cubicBezTo>
                    <a:pt x="148" y="629"/>
                    <a:pt x="0" y="924"/>
                    <a:pt x="0" y="1294"/>
                  </a:cubicBezTo>
                  <a:cubicBezTo>
                    <a:pt x="0" y="1442"/>
                    <a:pt x="37" y="1627"/>
                    <a:pt x="111" y="1812"/>
                  </a:cubicBezTo>
                  <a:lnTo>
                    <a:pt x="6544" y="16304"/>
                  </a:lnTo>
                  <a:cubicBezTo>
                    <a:pt x="6766" y="16748"/>
                    <a:pt x="7210" y="17044"/>
                    <a:pt x="7727" y="17044"/>
                  </a:cubicBezTo>
                  <a:lnTo>
                    <a:pt x="7875" y="17044"/>
                  </a:lnTo>
                  <a:lnTo>
                    <a:pt x="8097" y="17007"/>
                  </a:lnTo>
                  <a:cubicBezTo>
                    <a:pt x="8762" y="16933"/>
                    <a:pt x="9206" y="16378"/>
                    <a:pt x="9206" y="15750"/>
                  </a:cubicBezTo>
                  <a:cubicBezTo>
                    <a:pt x="9206" y="15565"/>
                    <a:pt x="9169" y="15380"/>
                    <a:pt x="9095" y="15195"/>
                  </a:cubicBezTo>
                  <a:lnTo>
                    <a:pt x="2477" y="740"/>
                  </a:lnTo>
                  <a:cubicBezTo>
                    <a:pt x="2256" y="296"/>
                    <a:pt x="1812" y="0"/>
                    <a:pt x="1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4652;p64">
              <a:extLst>
                <a:ext uri="{FF2B5EF4-FFF2-40B4-BE49-F238E27FC236}">
                  <a16:creationId xmlns:a16="http://schemas.microsoft.com/office/drawing/2014/main" id="{6A82BBC5-7881-C171-28AB-E78C833D9688}"/>
                </a:ext>
              </a:extLst>
            </p:cNvPr>
            <p:cNvSpPr/>
            <p:nvPr/>
          </p:nvSpPr>
          <p:spPr>
            <a:xfrm>
              <a:off x="1860250" y="3071925"/>
              <a:ext cx="241250" cy="60100"/>
            </a:xfrm>
            <a:custGeom>
              <a:avLst/>
              <a:gdLst/>
              <a:ahLst/>
              <a:cxnLst/>
              <a:rect l="l" t="t" r="r" b="b"/>
              <a:pathLst>
                <a:path w="9650" h="2404" extrusionOk="0">
                  <a:moveTo>
                    <a:pt x="8467" y="0"/>
                  </a:moveTo>
                  <a:lnTo>
                    <a:pt x="1184" y="74"/>
                  </a:lnTo>
                  <a:cubicBezTo>
                    <a:pt x="555" y="74"/>
                    <a:pt x="1" y="592"/>
                    <a:pt x="1" y="1257"/>
                  </a:cubicBezTo>
                  <a:cubicBezTo>
                    <a:pt x="1" y="1886"/>
                    <a:pt x="555" y="2403"/>
                    <a:pt x="1184" y="2403"/>
                  </a:cubicBezTo>
                  <a:lnTo>
                    <a:pt x="8504" y="2366"/>
                  </a:lnTo>
                  <a:lnTo>
                    <a:pt x="8541" y="2366"/>
                  </a:lnTo>
                  <a:cubicBezTo>
                    <a:pt x="9169" y="2329"/>
                    <a:pt x="9650" y="1812"/>
                    <a:pt x="9650" y="1183"/>
                  </a:cubicBezTo>
                  <a:cubicBezTo>
                    <a:pt x="9650" y="518"/>
                    <a:pt x="9132" y="0"/>
                    <a:pt x="8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4653;p64">
              <a:extLst>
                <a:ext uri="{FF2B5EF4-FFF2-40B4-BE49-F238E27FC236}">
                  <a16:creationId xmlns:a16="http://schemas.microsoft.com/office/drawing/2014/main" id="{C374F21D-2107-9EA1-F393-155622522628}"/>
                </a:ext>
              </a:extLst>
            </p:cNvPr>
            <p:cNvSpPr/>
            <p:nvPr/>
          </p:nvSpPr>
          <p:spPr>
            <a:xfrm>
              <a:off x="1852850" y="3064525"/>
              <a:ext cx="256050" cy="74900"/>
            </a:xfrm>
            <a:custGeom>
              <a:avLst/>
              <a:gdLst/>
              <a:ahLst/>
              <a:cxnLst/>
              <a:rect l="l" t="t" r="r" b="b"/>
              <a:pathLst>
                <a:path w="10242" h="2996" extrusionOk="0">
                  <a:moveTo>
                    <a:pt x="8763" y="629"/>
                  </a:moveTo>
                  <a:cubicBezTo>
                    <a:pt x="9243" y="629"/>
                    <a:pt x="9650" y="999"/>
                    <a:pt x="9650" y="1479"/>
                  </a:cubicBezTo>
                  <a:cubicBezTo>
                    <a:pt x="9650" y="1960"/>
                    <a:pt x="9280" y="2330"/>
                    <a:pt x="8837" y="2330"/>
                  </a:cubicBezTo>
                  <a:lnTo>
                    <a:pt x="8763" y="2367"/>
                  </a:lnTo>
                  <a:lnTo>
                    <a:pt x="1480" y="2404"/>
                  </a:lnTo>
                  <a:cubicBezTo>
                    <a:pt x="999" y="2404"/>
                    <a:pt x="629" y="1997"/>
                    <a:pt x="629" y="1516"/>
                  </a:cubicBezTo>
                  <a:cubicBezTo>
                    <a:pt x="629" y="1294"/>
                    <a:pt x="703" y="1073"/>
                    <a:pt x="888" y="925"/>
                  </a:cubicBezTo>
                  <a:cubicBezTo>
                    <a:pt x="1036" y="777"/>
                    <a:pt x="1258" y="666"/>
                    <a:pt x="1480" y="666"/>
                  </a:cubicBezTo>
                  <a:lnTo>
                    <a:pt x="8763" y="629"/>
                  </a:lnTo>
                  <a:close/>
                  <a:moveTo>
                    <a:pt x="8763" y="0"/>
                  </a:moveTo>
                  <a:lnTo>
                    <a:pt x="1480" y="37"/>
                  </a:lnTo>
                  <a:cubicBezTo>
                    <a:pt x="666" y="37"/>
                    <a:pt x="1" y="703"/>
                    <a:pt x="1" y="1516"/>
                  </a:cubicBezTo>
                  <a:lnTo>
                    <a:pt x="1" y="1553"/>
                  </a:lnTo>
                  <a:cubicBezTo>
                    <a:pt x="1" y="2367"/>
                    <a:pt x="666" y="2995"/>
                    <a:pt x="1480" y="2995"/>
                  </a:cubicBezTo>
                  <a:lnTo>
                    <a:pt x="8800" y="2958"/>
                  </a:lnTo>
                  <a:lnTo>
                    <a:pt x="8837" y="2958"/>
                  </a:lnTo>
                  <a:cubicBezTo>
                    <a:pt x="9650" y="2921"/>
                    <a:pt x="10242" y="2293"/>
                    <a:pt x="10242" y="1479"/>
                  </a:cubicBezTo>
                  <a:cubicBezTo>
                    <a:pt x="10242" y="666"/>
                    <a:pt x="9576" y="0"/>
                    <a:pt x="8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4654;p64">
              <a:extLst>
                <a:ext uri="{FF2B5EF4-FFF2-40B4-BE49-F238E27FC236}">
                  <a16:creationId xmlns:a16="http://schemas.microsoft.com/office/drawing/2014/main" id="{9E43601E-4F9F-1793-8292-9C30C491E8B7}"/>
                </a:ext>
              </a:extLst>
            </p:cNvPr>
            <p:cNvSpPr/>
            <p:nvPr/>
          </p:nvSpPr>
          <p:spPr>
            <a:xfrm>
              <a:off x="2226250" y="3045125"/>
              <a:ext cx="224625" cy="411425"/>
            </a:xfrm>
            <a:custGeom>
              <a:avLst/>
              <a:gdLst/>
              <a:ahLst/>
              <a:cxnLst/>
              <a:rect l="l" t="t" r="r" b="b"/>
              <a:pathLst>
                <a:path w="8985" h="16457" extrusionOk="0">
                  <a:moveTo>
                    <a:pt x="1184" y="0"/>
                  </a:moveTo>
                  <a:cubicBezTo>
                    <a:pt x="482" y="0"/>
                    <a:pt x="1" y="739"/>
                    <a:pt x="297" y="1368"/>
                  </a:cubicBezTo>
                  <a:lnTo>
                    <a:pt x="6730" y="15860"/>
                  </a:lnTo>
                  <a:cubicBezTo>
                    <a:pt x="6867" y="16238"/>
                    <a:pt x="7227" y="16456"/>
                    <a:pt x="7632" y="16456"/>
                  </a:cubicBezTo>
                  <a:cubicBezTo>
                    <a:pt x="7664" y="16456"/>
                    <a:pt x="7696" y="16455"/>
                    <a:pt x="7728" y="16452"/>
                  </a:cubicBezTo>
                  <a:lnTo>
                    <a:pt x="7950" y="16415"/>
                  </a:lnTo>
                  <a:cubicBezTo>
                    <a:pt x="8615" y="16341"/>
                    <a:pt x="8985" y="15639"/>
                    <a:pt x="8726" y="15047"/>
                  </a:cubicBezTo>
                  <a:lnTo>
                    <a:pt x="2071" y="592"/>
                  </a:lnTo>
                  <a:cubicBezTo>
                    <a:pt x="1923" y="222"/>
                    <a:pt x="1591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4655;p64">
              <a:extLst>
                <a:ext uri="{FF2B5EF4-FFF2-40B4-BE49-F238E27FC236}">
                  <a16:creationId xmlns:a16="http://schemas.microsoft.com/office/drawing/2014/main" id="{4380FC6C-7AF8-D6A4-64D1-4587C71C0328}"/>
                </a:ext>
              </a:extLst>
            </p:cNvPr>
            <p:cNvSpPr/>
            <p:nvPr/>
          </p:nvSpPr>
          <p:spPr>
            <a:xfrm>
              <a:off x="2224400" y="3037725"/>
              <a:ext cx="230175" cy="426100"/>
            </a:xfrm>
            <a:custGeom>
              <a:avLst/>
              <a:gdLst/>
              <a:ahLst/>
              <a:cxnLst/>
              <a:rect l="l" t="t" r="r" b="b"/>
              <a:pathLst>
                <a:path w="9207" h="17044" extrusionOk="0">
                  <a:moveTo>
                    <a:pt x="1258" y="629"/>
                  </a:moveTo>
                  <a:cubicBezTo>
                    <a:pt x="1517" y="629"/>
                    <a:pt x="1776" y="777"/>
                    <a:pt x="1886" y="999"/>
                  </a:cubicBezTo>
                  <a:lnTo>
                    <a:pt x="8504" y="15491"/>
                  </a:lnTo>
                  <a:cubicBezTo>
                    <a:pt x="8541" y="15565"/>
                    <a:pt x="8578" y="15676"/>
                    <a:pt x="8578" y="15750"/>
                  </a:cubicBezTo>
                  <a:cubicBezTo>
                    <a:pt x="8578" y="16083"/>
                    <a:pt x="8319" y="16378"/>
                    <a:pt x="7987" y="16415"/>
                  </a:cubicBezTo>
                  <a:lnTo>
                    <a:pt x="7765" y="16452"/>
                  </a:lnTo>
                  <a:lnTo>
                    <a:pt x="7691" y="16452"/>
                  </a:lnTo>
                  <a:cubicBezTo>
                    <a:pt x="7432" y="16452"/>
                    <a:pt x="7173" y="16304"/>
                    <a:pt x="7062" y="16046"/>
                  </a:cubicBezTo>
                  <a:lnTo>
                    <a:pt x="666" y="1553"/>
                  </a:lnTo>
                  <a:cubicBezTo>
                    <a:pt x="629" y="1442"/>
                    <a:pt x="592" y="1368"/>
                    <a:pt x="592" y="1294"/>
                  </a:cubicBezTo>
                  <a:cubicBezTo>
                    <a:pt x="592" y="1109"/>
                    <a:pt x="666" y="925"/>
                    <a:pt x="777" y="814"/>
                  </a:cubicBezTo>
                  <a:cubicBezTo>
                    <a:pt x="925" y="703"/>
                    <a:pt x="1073" y="629"/>
                    <a:pt x="1258" y="629"/>
                  </a:cubicBezTo>
                  <a:close/>
                  <a:moveTo>
                    <a:pt x="1258" y="0"/>
                  </a:moveTo>
                  <a:cubicBezTo>
                    <a:pt x="888" y="0"/>
                    <a:pt x="592" y="148"/>
                    <a:pt x="334" y="370"/>
                  </a:cubicBezTo>
                  <a:cubicBezTo>
                    <a:pt x="112" y="629"/>
                    <a:pt x="1" y="925"/>
                    <a:pt x="1" y="1294"/>
                  </a:cubicBezTo>
                  <a:cubicBezTo>
                    <a:pt x="1" y="1442"/>
                    <a:pt x="1" y="1627"/>
                    <a:pt x="112" y="1812"/>
                  </a:cubicBezTo>
                  <a:lnTo>
                    <a:pt x="6508" y="16304"/>
                  </a:lnTo>
                  <a:cubicBezTo>
                    <a:pt x="6730" y="16748"/>
                    <a:pt x="7173" y="17044"/>
                    <a:pt x="7691" y="17044"/>
                  </a:cubicBezTo>
                  <a:lnTo>
                    <a:pt x="8061" y="17044"/>
                  </a:lnTo>
                  <a:cubicBezTo>
                    <a:pt x="8726" y="16933"/>
                    <a:pt x="9207" y="16378"/>
                    <a:pt x="9207" y="15750"/>
                  </a:cubicBezTo>
                  <a:cubicBezTo>
                    <a:pt x="9207" y="15565"/>
                    <a:pt x="9170" y="15380"/>
                    <a:pt x="9059" y="15232"/>
                  </a:cubicBezTo>
                  <a:lnTo>
                    <a:pt x="2441" y="740"/>
                  </a:lnTo>
                  <a:cubicBezTo>
                    <a:pt x="2219" y="296"/>
                    <a:pt x="1776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4656;p64">
              <a:extLst>
                <a:ext uri="{FF2B5EF4-FFF2-40B4-BE49-F238E27FC236}">
                  <a16:creationId xmlns:a16="http://schemas.microsoft.com/office/drawing/2014/main" id="{08642956-B112-22F2-B917-DC90A6CD9D25}"/>
                </a:ext>
              </a:extLst>
            </p:cNvPr>
            <p:cNvSpPr/>
            <p:nvPr/>
          </p:nvSpPr>
          <p:spPr>
            <a:xfrm>
              <a:off x="2154175" y="3065450"/>
              <a:ext cx="241250" cy="60100"/>
            </a:xfrm>
            <a:custGeom>
              <a:avLst/>
              <a:gdLst/>
              <a:ahLst/>
              <a:cxnLst/>
              <a:rect l="l" t="t" r="r" b="b"/>
              <a:pathLst>
                <a:path w="9650" h="2404" extrusionOk="0">
                  <a:moveTo>
                    <a:pt x="8466" y="0"/>
                  </a:moveTo>
                  <a:lnTo>
                    <a:pt x="1183" y="74"/>
                  </a:lnTo>
                  <a:cubicBezTo>
                    <a:pt x="555" y="74"/>
                    <a:pt x="0" y="592"/>
                    <a:pt x="0" y="1257"/>
                  </a:cubicBezTo>
                  <a:cubicBezTo>
                    <a:pt x="37" y="1886"/>
                    <a:pt x="555" y="2404"/>
                    <a:pt x="1183" y="2404"/>
                  </a:cubicBezTo>
                  <a:lnTo>
                    <a:pt x="8503" y="2367"/>
                  </a:lnTo>
                  <a:lnTo>
                    <a:pt x="8540" y="2367"/>
                  </a:lnTo>
                  <a:cubicBezTo>
                    <a:pt x="9169" y="2330"/>
                    <a:pt x="9650" y="1812"/>
                    <a:pt x="9650" y="1183"/>
                  </a:cubicBezTo>
                  <a:cubicBezTo>
                    <a:pt x="9650" y="518"/>
                    <a:pt x="9132" y="0"/>
                    <a:pt x="84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4657;p64">
              <a:extLst>
                <a:ext uri="{FF2B5EF4-FFF2-40B4-BE49-F238E27FC236}">
                  <a16:creationId xmlns:a16="http://schemas.microsoft.com/office/drawing/2014/main" id="{39B5B7B8-DF8B-ECEE-F7F7-842E803BBA9F}"/>
                </a:ext>
              </a:extLst>
            </p:cNvPr>
            <p:cNvSpPr/>
            <p:nvPr/>
          </p:nvSpPr>
          <p:spPr>
            <a:xfrm>
              <a:off x="2146775" y="3058050"/>
              <a:ext cx="256050" cy="75825"/>
            </a:xfrm>
            <a:custGeom>
              <a:avLst/>
              <a:gdLst/>
              <a:ahLst/>
              <a:cxnLst/>
              <a:rect l="l" t="t" r="r" b="b"/>
              <a:pathLst>
                <a:path w="10242" h="3033" extrusionOk="0">
                  <a:moveTo>
                    <a:pt x="8762" y="629"/>
                  </a:moveTo>
                  <a:cubicBezTo>
                    <a:pt x="9243" y="629"/>
                    <a:pt x="9650" y="999"/>
                    <a:pt x="9650" y="1479"/>
                  </a:cubicBezTo>
                  <a:cubicBezTo>
                    <a:pt x="9650" y="1960"/>
                    <a:pt x="9280" y="2330"/>
                    <a:pt x="8836" y="2367"/>
                  </a:cubicBezTo>
                  <a:lnTo>
                    <a:pt x="8762" y="2367"/>
                  </a:lnTo>
                  <a:lnTo>
                    <a:pt x="1479" y="2404"/>
                  </a:lnTo>
                  <a:cubicBezTo>
                    <a:pt x="999" y="2404"/>
                    <a:pt x="629" y="1997"/>
                    <a:pt x="629" y="1553"/>
                  </a:cubicBezTo>
                  <a:lnTo>
                    <a:pt x="629" y="1516"/>
                  </a:lnTo>
                  <a:cubicBezTo>
                    <a:pt x="629" y="1295"/>
                    <a:pt x="703" y="1073"/>
                    <a:pt x="888" y="925"/>
                  </a:cubicBezTo>
                  <a:cubicBezTo>
                    <a:pt x="1036" y="777"/>
                    <a:pt x="1257" y="666"/>
                    <a:pt x="1479" y="666"/>
                  </a:cubicBezTo>
                  <a:lnTo>
                    <a:pt x="8762" y="629"/>
                  </a:lnTo>
                  <a:close/>
                  <a:moveTo>
                    <a:pt x="8762" y="1"/>
                  </a:moveTo>
                  <a:lnTo>
                    <a:pt x="1479" y="38"/>
                  </a:lnTo>
                  <a:cubicBezTo>
                    <a:pt x="666" y="38"/>
                    <a:pt x="0" y="703"/>
                    <a:pt x="0" y="1516"/>
                  </a:cubicBezTo>
                  <a:lnTo>
                    <a:pt x="0" y="1553"/>
                  </a:lnTo>
                  <a:cubicBezTo>
                    <a:pt x="0" y="2367"/>
                    <a:pt x="666" y="3032"/>
                    <a:pt x="1479" y="3032"/>
                  </a:cubicBezTo>
                  <a:lnTo>
                    <a:pt x="8799" y="2958"/>
                  </a:lnTo>
                  <a:lnTo>
                    <a:pt x="8836" y="2958"/>
                  </a:lnTo>
                  <a:cubicBezTo>
                    <a:pt x="9650" y="2921"/>
                    <a:pt x="10241" y="2293"/>
                    <a:pt x="10241" y="1479"/>
                  </a:cubicBezTo>
                  <a:cubicBezTo>
                    <a:pt x="10241" y="666"/>
                    <a:pt x="9576" y="1"/>
                    <a:pt x="8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4658;p64">
              <a:extLst>
                <a:ext uri="{FF2B5EF4-FFF2-40B4-BE49-F238E27FC236}">
                  <a16:creationId xmlns:a16="http://schemas.microsoft.com/office/drawing/2014/main" id="{9854A679-E6C4-4593-5C34-E72F410711C7}"/>
                </a:ext>
              </a:extLst>
            </p:cNvPr>
            <p:cNvSpPr/>
            <p:nvPr/>
          </p:nvSpPr>
          <p:spPr>
            <a:xfrm>
              <a:off x="6411325" y="2750350"/>
              <a:ext cx="307800" cy="342775"/>
            </a:xfrm>
            <a:custGeom>
              <a:avLst/>
              <a:gdLst/>
              <a:ahLst/>
              <a:cxnLst/>
              <a:rect l="l" t="t" r="r" b="b"/>
              <a:pathLst>
                <a:path w="12312" h="13711" extrusionOk="0">
                  <a:moveTo>
                    <a:pt x="7907" y="0"/>
                  </a:moveTo>
                  <a:cubicBezTo>
                    <a:pt x="5765" y="0"/>
                    <a:pt x="3291" y="1801"/>
                    <a:pt x="1849" y="4656"/>
                  </a:cubicBezTo>
                  <a:cubicBezTo>
                    <a:pt x="1" y="8242"/>
                    <a:pt x="481" y="12124"/>
                    <a:pt x="2884" y="13344"/>
                  </a:cubicBezTo>
                  <a:cubicBezTo>
                    <a:pt x="3367" y="13593"/>
                    <a:pt x="3894" y="13711"/>
                    <a:pt x="4443" y="13711"/>
                  </a:cubicBezTo>
                  <a:cubicBezTo>
                    <a:pt x="6585" y="13711"/>
                    <a:pt x="9058" y="11910"/>
                    <a:pt x="10500" y="9055"/>
                  </a:cubicBezTo>
                  <a:cubicBezTo>
                    <a:pt x="12312" y="5469"/>
                    <a:pt x="11868" y="1587"/>
                    <a:pt x="9465" y="367"/>
                  </a:cubicBezTo>
                  <a:cubicBezTo>
                    <a:pt x="8983" y="118"/>
                    <a:pt x="8456" y="0"/>
                    <a:pt x="79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4659;p64">
              <a:extLst>
                <a:ext uri="{FF2B5EF4-FFF2-40B4-BE49-F238E27FC236}">
                  <a16:creationId xmlns:a16="http://schemas.microsoft.com/office/drawing/2014/main" id="{B475A687-D268-5CAF-1B2A-F11863EDD6C8}"/>
                </a:ext>
              </a:extLst>
            </p:cNvPr>
            <p:cNvSpPr/>
            <p:nvPr/>
          </p:nvSpPr>
          <p:spPr>
            <a:xfrm>
              <a:off x="6421500" y="2742875"/>
              <a:ext cx="288400" cy="358650"/>
            </a:xfrm>
            <a:custGeom>
              <a:avLst/>
              <a:gdLst/>
              <a:ahLst/>
              <a:cxnLst/>
              <a:rect l="l" t="t" r="r" b="b"/>
              <a:pathLst>
                <a:path w="11536" h="14346" extrusionOk="0">
                  <a:moveTo>
                    <a:pt x="7505" y="592"/>
                  </a:moveTo>
                  <a:cubicBezTo>
                    <a:pt x="8023" y="592"/>
                    <a:pt x="8467" y="703"/>
                    <a:pt x="8910" y="925"/>
                  </a:cubicBezTo>
                  <a:cubicBezTo>
                    <a:pt x="9576" y="1258"/>
                    <a:pt x="10056" y="1775"/>
                    <a:pt x="10389" y="2478"/>
                  </a:cubicBezTo>
                  <a:cubicBezTo>
                    <a:pt x="10722" y="3180"/>
                    <a:pt x="10907" y="4030"/>
                    <a:pt x="10907" y="4992"/>
                  </a:cubicBezTo>
                  <a:cubicBezTo>
                    <a:pt x="10907" y="6286"/>
                    <a:pt x="10537" y="7764"/>
                    <a:pt x="9835" y="9206"/>
                  </a:cubicBezTo>
                  <a:cubicBezTo>
                    <a:pt x="8393" y="12016"/>
                    <a:pt x="5990" y="13717"/>
                    <a:pt x="4030" y="13717"/>
                  </a:cubicBezTo>
                  <a:cubicBezTo>
                    <a:pt x="3513" y="13717"/>
                    <a:pt x="3032" y="13606"/>
                    <a:pt x="2588" y="13384"/>
                  </a:cubicBezTo>
                  <a:cubicBezTo>
                    <a:pt x="1960" y="13051"/>
                    <a:pt x="1479" y="12534"/>
                    <a:pt x="1147" y="11831"/>
                  </a:cubicBezTo>
                  <a:cubicBezTo>
                    <a:pt x="814" y="11129"/>
                    <a:pt x="629" y="10278"/>
                    <a:pt x="629" y="9354"/>
                  </a:cubicBezTo>
                  <a:cubicBezTo>
                    <a:pt x="629" y="8023"/>
                    <a:pt x="962" y="6544"/>
                    <a:pt x="1701" y="5103"/>
                  </a:cubicBezTo>
                  <a:cubicBezTo>
                    <a:pt x="3106" y="2293"/>
                    <a:pt x="5509" y="592"/>
                    <a:pt x="7505" y="592"/>
                  </a:cubicBezTo>
                  <a:close/>
                  <a:moveTo>
                    <a:pt x="7505" y="1"/>
                  </a:moveTo>
                  <a:cubicBezTo>
                    <a:pt x="5176" y="1"/>
                    <a:pt x="2662" y="1886"/>
                    <a:pt x="1147" y="4807"/>
                  </a:cubicBezTo>
                  <a:cubicBezTo>
                    <a:pt x="370" y="6323"/>
                    <a:pt x="0" y="7912"/>
                    <a:pt x="0" y="9354"/>
                  </a:cubicBezTo>
                  <a:cubicBezTo>
                    <a:pt x="0" y="10352"/>
                    <a:pt x="185" y="11314"/>
                    <a:pt x="592" y="12090"/>
                  </a:cubicBezTo>
                  <a:cubicBezTo>
                    <a:pt x="962" y="12903"/>
                    <a:pt x="1553" y="13532"/>
                    <a:pt x="2330" y="13939"/>
                  </a:cubicBezTo>
                  <a:cubicBezTo>
                    <a:pt x="2847" y="14197"/>
                    <a:pt x="3439" y="14345"/>
                    <a:pt x="4030" y="14345"/>
                  </a:cubicBezTo>
                  <a:cubicBezTo>
                    <a:pt x="6359" y="14308"/>
                    <a:pt x="8873" y="12423"/>
                    <a:pt x="10352" y="9502"/>
                  </a:cubicBezTo>
                  <a:cubicBezTo>
                    <a:pt x="11129" y="7986"/>
                    <a:pt x="11535" y="6397"/>
                    <a:pt x="11535" y="4992"/>
                  </a:cubicBezTo>
                  <a:cubicBezTo>
                    <a:pt x="11535" y="3957"/>
                    <a:pt x="11313" y="2995"/>
                    <a:pt x="10944" y="2219"/>
                  </a:cubicBezTo>
                  <a:cubicBezTo>
                    <a:pt x="10574" y="1406"/>
                    <a:pt x="9982" y="777"/>
                    <a:pt x="9206" y="370"/>
                  </a:cubicBezTo>
                  <a:cubicBezTo>
                    <a:pt x="8689" y="112"/>
                    <a:pt x="8097" y="1"/>
                    <a:pt x="7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4660;p64">
              <a:extLst>
                <a:ext uri="{FF2B5EF4-FFF2-40B4-BE49-F238E27FC236}">
                  <a16:creationId xmlns:a16="http://schemas.microsoft.com/office/drawing/2014/main" id="{23848CCA-2684-50BA-0196-9F17EFDDE522}"/>
                </a:ext>
              </a:extLst>
            </p:cNvPr>
            <p:cNvSpPr/>
            <p:nvPr/>
          </p:nvSpPr>
          <p:spPr>
            <a:xfrm>
              <a:off x="6367900" y="2718725"/>
              <a:ext cx="380800" cy="356000"/>
            </a:xfrm>
            <a:custGeom>
              <a:avLst/>
              <a:gdLst/>
              <a:ahLst/>
              <a:cxnLst/>
              <a:rect l="l" t="t" r="r" b="b"/>
              <a:pathLst>
                <a:path w="15232" h="14240" extrusionOk="0">
                  <a:moveTo>
                    <a:pt x="13049" y="0"/>
                  </a:moveTo>
                  <a:cubicBezTo>
                    <a:pt x="12563" y="0"/>
                    <a:pt x="12075" y="185"/>
                    <a:pt x="11683" y="560"/>
                  </a:cubicBezTo>
                  <a:lnTo>
                    <a:pt x="850" y="10838"/>
                  </a:lnTo>
                  <a:cubicBezTo>
                    <a:pt x="37" y="11577"/>
                    <a:pt x="0" y="12834"/>
                    <a:pt x="777" y="13611"/>
                  </a:cubicBezTo>
                  <a:cubicBezTo>
                    <a:pt x="1146" y="14017"/>
                    <a:pt x="1664" y="14239"/>
                    <a:pt x="2181" y="14239"/>
                  </a:cubicBezTo>
                  <a:cubicBezTo>
                    <a:pt x="2662" y="14239"/>
                    <a:pt x="3180" y="14054"/>
                    <a:pt x="3549" y="13685"/>
                  </a:cubicBezTo>
                  <a:lnTo>
                    <a:pt x="14419" y="3407"/>
                  </a:lnTo>
                  <a:cubicBezTo>
                    <a:pt x="15195" y="2667"/>
                    <a:pt x="15232" y="1410"/>
                    <a:pt x="14493" y="634"/>
                  </a:cubicBezTo>
                  <a:cubicBezTo>
                    <a:pt x="14091" y="213"/>
                    <a:pt x="13570" y="0"/>
                    <a:pt x="13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4661;p64">
              <a:extLst>
                <a:ext uri="{FF2B5EF4-FFF2-40B4-BE49-F238E27FC236}">
                  <a16:creationId xmlns:a16="http://schemas.microsoft.com/office/drawing/2014/main" id="{67CB1BEE-4E4F-A2B9-2BEA-432AA55E806B}"/>
                </a:ext>
              </a:extLst>
            </p:cNvPr>
            <p:cNvSpPr/>
            <p:nvPr/>
          </p:nvSpPr>
          <p:spPr>
            <a:xfrm>
              <a:off x="6007425" y="2810625"/>
              <a:ext cx="244025" cy="272225"/>
            </a:xfrm>
            <a:custGeom>
              <a:avLst/>
              <a:gdLst/>
              <a:ahLst/>
              <a:cxnLst/>
              <a:rect l="l" t="t" r="r" b="b"/>
              <a:pathLst>
                <a:path w="9761" h="10889" extrusionOk="0">
                  <a:moveTo>
                    <a:pt x="6283" y="0"/>
                  </a:moveTo>
                  <a:cubicBezTo>
                    <a:pt x="4573" y="0"/>
                    <a:pt x="2595" y="1449"/>
                    <a:pt x="1442" y="3724"/>
                  </a:cubicBezTo>
                  <a:cubicBezTo>
                    <a:pt x="1" y="6533"/>
                    <a:pt x="370" y="9639"/>
                    <a:pt x="2256" y="10600"/>
                  </a:cubicBezTo>
                  <a:cubicBezTo>
                    <a:pt x="2647" y="10796"/>
                    <a:pt x="3071" y="10889"/>
                    <a:pt x="3510" y="10889"/>
                  </a:cubicBezTo>
                  <a:cubicBezTo>
                    <a:pt x="5225" y="10889"/>
                    <a:pt x="7171" y="9466"/>
                    <a:pt x="8319" y="7199"/>
                  </a:cubicBezTo>
                  <a:cubicBezTo>
                    <a:pt x="9761" y="4352"/>
                    <a:pt x="9391" y="1247"/>
                    <a:pt x="7506" y="285"/>
                  </a:cubicBezTo>
                  <a:cubicBezTo>
                    <a:pt x="7127" y="92"/>
                    <a:pt x="6713" y="0"/>
                    <a:pt x="62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4662;p64">
              <a:extLst>
                <a:ext uri="{FF2B5EF4-FFF2-40B4-BE49-F238E27FC236}">
                  <a16:creationId xmlns:a16="http://schemas.microsoft.com/office/drawing/2014/main" id="{043932BE-1963-1DF0-8D00-117F0302EB14}"/>
                </a:ext>
              </a:extLst>
            </p:cNvPr>
            <p:cNvSpPr/>
            <p:nvPr/>
          </p:nvSpPr>
          <p:spPr>
            <a:xfrm>
              <a:off x="6013900" y="2802950"/>
              <a:ext cx="231100" cy="287475"/>
            </a:xfrm>
            <a:custGeom>
              <a:avLst/>
              <a:gdLst/>
              <a:ahLst/>
              <a:cxnLst/>
              <a:rect l="l" t="t" r="r" b="b"/>
              <a:pathLst>
                <a:path w="9244" h="11499" extrusionOk="0">
                  <a:moveTo>
                    <a:pt x="5990" y="629"/>
                  </a:moveTo>
                  <a:cubicBezTo>
                    <a:pt x="6396" y="629"/>
                    <a:pt x="6766" y="703"/>
                    <a:pt x="7099" y="888"/>
                  </a:cubicBezTo>
                  <a:cubicBezTo>
                    <a:pt x="7579" y="1147"/>
                    <a:pt x="7986" y="1554"/>
                    <a:pt x="8245" y="2071"/>
                  </a:cubicBezTo>
                  <a:cubicBezTo>
                    <a:pt x="8504" y="2626"/>
                    <a:pt x="8652" y="3291"/>
                    <a:pt x="8652" y="4031"/>
                  </a:cubicBezTo>
                  <a:cubicBezTo>
                    <a:pt x="8652" y="5066"/>
                    <a:pt x="8356" y="6249"/>
                    <a:pt x="7801" y="7358"/>
                  </a:cubicBezTo>
                  <a:cubicBezTo>
                    <a:pt x="6692" y="9539"/>
                    <a:pt x="4770" y="10907"/>
                    <a:pt x="3254" y="10907"/>
                  </a:cubicBezTo>
                  <a:cubicBezTo>
                    <a:pt x="2847" y="10870"/>
                    <a:pt x="2477" y="10796"/>
                    <a:pt x="2145" y="10648"/>
                  </a:cubicBezTo>
                  <a:cubicBezTo>
                    <a:pt x="1664" y="10390"/>
                    <a:pt x="1294" y="9983"/>
                    <a:pt x="1036" y="9428"/>
                  </a:cubicBezTo>
                  <a:cubicBezTo>
                    <a:pt x="740" y="8911"/>
                    <a:pt x="629" y="8245"/>
                    <a:pt x="629" y="7506"/>
                  </a:cubicBezTo>
                  <a:cubicBezTo>
                    <a:pt x="629" y="6471"/>
                    <a:pt x="888" y="5288"/>
                    <a:pt x="1479" y="4141"/>
                  </a:cubicBezTo>
                  <a:cubicBezTo>
                    <a:pt x="2034" y="3069"/>
                    <a:pt x="2773" y="2182"/>
                    <a:pt x="3587" y="1554"/>
                  </a:cubicBezTo>
                  <a:cubicBezTo>
                    <a:pt x="4363" y="962"/>
                    <a:pt x="5250" y="629"/>
                    <a:pt x="5990" y="629"/>
                  </a:cubicBezTo>
                  <a:close/>
                  <a:moveTo>
                    <a:pt x="5990" y="1"/>
                  </a:moveTo>
                  <a:cubicBezTo>
                    <a:pt x="4141" y="38"/>
                    <a:pt x="2108" y="1517"/>
                    <a:pt x="925" y="3883"/>
                  </a:cubicBezTo>
                  <a:cubicBezTo>
                    <a:pt x="296" y="5103"/>
                    <a:pt x="0" y="6360"/>
                    <a:pt x="0" y="7506"/>
                  </a:cubicBezTo>
                  <a:cubicBezTo>
                    <a:pt x="0" y="8319"/>
                    <a:pt x="148" y="9059"/>
                    <a:pt x="481" y="9687"/>
                  </a:cubicBezTo>
                  <a:cubicBezTo>
                    <a:pt x="777" y="10353"/>
                    <a:pt x="1257" y="10870"/>
                    <a:pt x="1886" y="11166"/>
                  </a:cubicBezTo>
                  <a:cubicBezTo>
                    <a:pt x="2293" y="11388"/>
                    <a:pt x="2773" y="11499"/>
                    <a:pt x="3254" y="11499"/>
                  </a:cubicBezTo>
                  <a:cubicBezTo>
                    <a:pt x="5139" y="11499"/>
                    <a:pt x="7136" y="9983"/>
                    <a:pt x="8319" y="7654"/>
                  </a:cubicBezTo>
                  <a:cubicBezTo>
                    <a:pt x="8947" y="6434"/>
                    <a:pt x="9243" y="5177"/>
                    <a:pt x="9243" y="4031"/>
                  </a:cubicBezTo>
                  <a:cubicBezTo>
                    <a:pt x="9243" y="3217"/>
                    <a:pt x="9095" y="2441"/>
                    <a:pt x="8799" y="1812"/>
                  </a:cubicBezTo>
                  <a:cubicBezTo>
                    <a:pt x="8467" y="1184"/>
                    <a:pt x="8023" y="666"/>
                    <a:pt x="7395" y="333"/>
                  </a:cubicBezTo>
                  <a:cubicBezTo>
                    <a:pt x="6951" y="112"/>
                    <a:pt x="6470" y="1"/>
                    <a:pt x="5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4663;p64">
              <a:extLst>
                <a:ext uri="{FF2B5EF4-FFF2-40B4-BE49-F238E27FC236}">
                  <a16:creationId xmlns:a16="http://schemas.microsoft.com/office/drawing/2014/main" id="{CEE4026C-B38E-726C-3F22-44F4338B708A}"/>
                </a:ext>
              </a:extLst>
            </p:cNvPr>
            <p:cNvSpPr/>
            <p:nvPr/>
          </p:nvSpPr>
          <p:spPr>
            <a:xfrm>
              <a:off x="5994500" y="2772900"/>
              <a:ext cx="258800" cy="320975"/>
            </a:xfrm>
            <a:custGeom>
              <a:avLst/>
              <a:gdLst/>
              <a:ahLst/>
              <a:cxnLst/>
              <a:rect l="l" t="t" r="r" b="b"/>
              <a:pathLst>
                <a:path w="10352" h="12839" extrusionOk="0">
                  <a:moveTo>
                    <a:pt x="8574" y="1"/>
                  </a:moveTo>
                  <a:cubicBezTo>
                    <a:pt x="8085" y="1"/>
                    <a:pt x="7601" y="232"/>
                    <a:pt x="7283" y="685"/>
                  </a:cubicBezTo>
                  <a:lnTo>
                    <a:pt x="481" y="10371"/>
                  </a:lnTo>
                  <a:cubicBezTo>
                    <a:pt x="0" y="11074"/>
                    <a:pt x="185" y="12072"/>
                    <a:pt x="887" y="12553"/>
                  </a:cubicBezTo>
                  <a:cubicBezTo>
                    <a:pt x="1167" y="12749"/>
                    <a:pt x="1490" y="12839"/>
                    <a:pt x="1806" y="12839"/>
                  </a:cubicBezTo>
                  <a:cubicBezTo>
                    <a:pt x="1908" y="12839"/>
                    <a:pt x="2009" y="12829"/>
                    <a:pt x="2107" y="12812"/>
                  </a:cubicBezTo>
                  <a:cubicBezTo>
                    <a:pt x="2477" y="12738"/>
                    <a:pt x="2810" y="12516"/>
                    <a:pt x="3069" y="12183"/>
                  </a:cubicBezTo>
                  <a:lnTo>
                    <a:pt x="9871" y="2460"/>
                  </a:lnTo>
                  <a:cubicBezTo>
                    <a:pt x="10352" y="1757"/>
                    <a:pt x="10167" y="796"/>
                    <a:pt x="9464" y="278"/>
                  </a:cubicBezTo>
                  <a:cubicBezTo>
                    <a:pt x="9193" y="93"/>
                    <a:pt x="8882" y="1"/>
                    <a:pt x="8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4664;p64">
              <a:extLst>
                <a:ext uri="{FF2B5EF4-FFF2-40B4-BE49-F238E27FC236}">
                  <a16:creationId xmlns:a16="http://schemas.microsoft.com/office/drawing/2014/main" id="{FAC02BEA-99A3-A8CD-8787-09C65D424515}"/>
                </a:ext>
              </a:extLst>
            </p:cNvPr>
            <p:cNvSpPr/>
            <p:nvPr/>
          </p:nvSpPr>
          <p:spPr>
            <a:xfrm>
              <a:off x="5838275" y="3220725"/>
              <a:ext cx="467725" cy="561975"/>
            </a:xfrm>
            <a:custGeom>
              <a:avLst/>
              <a:gdLst/>
              <a:ahLst/>
              <a:cxnLst/>
              <a:rect l="l" t="t" r="r" b="b"/>
              <a:pathLst>
                <a:path w="18709" h="22479" extrusionOk="0">
                  <a:moveTo>
                    <a:pt x="8467" y="0"/>
                  </a:moveTo>
                  <a:lnTo>
                    <a:pt x="1" y="18523"/>
                  </a:lnTo>
                  <a:lnTo>
                    <a:pt x="8948" y="22479"/>
                  </a:lnTo>
                  <a:lnTo>
                    <a:pt x="18708" y="555"/>
                  </a:lnTo>
                  <a:lnTo>
                    <a:pt x="8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4665;p64">
              <a:extLst>
                <a:ext uri="{FF2B5EF4-FFF2-40B4-BE49-F238E27FC236}">
                  <a16:creationId xmlns:a16="http://schemas.microsoft.com/office/drawing/2014/main" id="{1D603883-3877-8DB0-5D66-2F969173F38C}"/>
                </a:ext>
              </a:extLst>
            </p:cNvPr>
            <p:cNvSpPr/>
            <p:nvPr/>
          </p:nvSpPr>
          <p:spPr>
            <a:xfrm>
              <a:off x="5829975" y="3213325"/>
              <a:ext cx="484325" cy="577500"/>
            </a:xfrm>
            <a:custGeom>
              <a:avLst/>
              <a:gdLst/>
              <a:ahLst/>
              <a:cxnLst/>
              <a:rect l="l" t="t" r="r" b="b"/>
              <a:pathLst>
                <a:path w="19373" h="23100" extrusionOk="0">
                  <a:moveTo>
                    <a:pt x="9006" y="639"/>
                  </a:moveTo>
                  <a:lnTo>
                    <a:pt x="18596" y="1110"/>
                  </a:lnTo>
                  <a:lnTo>
                    <a:pt x="9132" y="22368"/>
                  </a:lnTo>
                  <a:lnTo>
                    <a:pt x="740" y="18671"/>
                  </a:lnTo>
                  <a:lnTo>
                    <a:pt x="9006" y="639"/>
                  </a:lnTo>
                  <a:close/>
                  <a:moveTo>
                    <a:pt x="8836" y="1"/>
                  </a:moveTo>
                  <a:cubicBezTo>
                    <a:pt x="8688" y="1"/>
                    <a:pt x="8577" y="75"/>
                    <a:pt x="8540" y="186"/>
                  </a:cubicBezTo>
                  <a:lnTo>
                    <a:pt x="37" y="18708"/>
                  </a:lnTo>
                  <a:cubicBezTo>
                    <a:pt x="0" y="18782"/>
                    <a:pt x="0" y="18856"/>
                    <a:pt x="37" y="18930"/>
                  </a:cubicBezTo>
                  <a:cubicBezTo>
                    <a:pt x="74" y="19004"/>
                    <a:pt x="111" y="19078"/>
                    <a:pt x="222" y="19115"/>
                  </a:cubicBezTo>
                  <a:lnTo>
                    <a:pt x="9169" y="23070"/>
                  </a:lnTo>
                  <a:cubicBezTo>
                    <a:pt x="9209" y="23090"/>
                    <a:pt x="9251" y="23099"/>
                    <a:pt x="9293" y="23099"/>
                  </a:cubicBezTo>
                  <a:cubicBezTo>
                    <a:pt x="9408" y="23099"/>
                    <a:pt x="9521" y="23031"/>
                    <a:pt x="9576" y="22923"/>
                  </a:cubicBezTo>
                  <a:lnTo>
                    <a:pt x="19336" y="962"/>
                  </a:lnTo>
                  <a:cubicBezTo>
                    <a:pt x="19373" y="851"/>
                    <a:pt x="19373" y="777"/>
                    <a:pt x="19336" y="666"/>
                  </a:cubicBezTo>
                  <a:cubicBezTo>
                    <a:pt x="19262" y="592"/>
                    <a:pt x="19188" y="518"/>
                    <a:pt x="19077" y="518"/>
                  </a:cubicBezTo>
                  <a:lnTo>
                    <a:pt x="8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4666;p64">
              <a:extLst>
                <a:ext uri="{FF2B5EF4-FFF2-40B4-BE49-F238E27FC236}">
                  <a16:creationId xmlns:a16="http://schemas.microsoft.com/office/drawing/2014/main" id="{5B2845D0-62A9-0EDE-6A28-F51FA34FFF2B}"/>
                </a:ext>
              </a:extLst>
            </p:cNvPr>
            <p:cNvSpPr/>
            <p:nvPr/>
          </p:nvSpPr>
          <p:spPr>
            <a:xfrm>
              <a:off x="6088775" y="3235525"/>
              <a:ext cx="500975" cy="665475"/>
            </a:xfrm>
            <a:custGeom>
              <a:avLst/>
              <a:gdLst/>
              <a:ahLst/>
              <a:cxnLst/>
              <a:rect l="l" t="t" r="r" b="b"/>
              <a:pathLst>
                <a:path w="20039" h="26619" extrusionOk="0">
                  <a:moveTo>
                    <a:pt x="9945" y="0"/>
                  </a:moveTo>
                  <a:lnTo>
                    <a:pt x="0" y="22367"/>
                  </a:lnTo>
                  <a:lnTo>
                    <a:pt x="9575" y="26619"/>
                  </a:lnTo>
                  <a:lnTo>
                    <a:pt x="20038" y="518"/>
                  </a:lnTo>
                  <a:lnTo>
                    <a:pt x="99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4667;p64">
              <a:extLst>
                <a:ext uri="{FF2B5EF4-FFF2-40B4-BE49-F238E27FC236}">
                  <a16:creationId xmlns:a16="http://schemas.microsoft.com/office/drawing/2014/main" id="{C2213BBA-4EBA-E9E6-7651-0D3B8FCA74B8}"/>
                </a:ext>
              </a:extLst>
            </p:cNvPr>
            <p:cNvSpPr/>
            <p:nvPr/>
          </p:nvSpPr>
          <p:spPr>
            <a:xfrm>
              <a:off x="6081375" y="3228125"/>
              <a:ext cx="516675" cy="680050"/>
            </a:xfrm>
            <a:custGeom>
              <a:avLst/>
              <a:gdLst/>
              <a:ahLst/>
              <a:cxnLst/>
              <a:rect l="l" t="t" r="r" b="b"/>
              <a:pathLst>
                <a:path w="20667" h="27202" extrusionOk="0">
                  <a:moveTo>
                    <a:pt x="10450" y="639"/>
                  </a:moveTo>
                  <a:lnTo>
                    <a:pt x="19890" y="1109"/>
                  </a:lnTo>
                  <a:lnTo>
                    <a:pt x="9687" y="26471"/>
                  </a:lnTo>
                  <a:lnTo>
                    <a:pt x="740" y="22515"/>
                  </a:lnTo>
                  <a:lnTo>
                    <a:pt x="10450" y="639"/>
                  </a:lnTo>
                  <a:close/>
                  <a:moveTo>
                    <a:pt x="10278" y="0"/>
                  </a:moveTo>
                  <a:cubicBezTo>
                    <a:pt x="10130" y="0"/>
                    <a:pt x="10019" y="74"/>
                    <a:pt x="9982" y="185"/>
                  </a:cubicBezTo>
                  <a:lnTo>
                    <a:pt x="37" y="22552"/>
                  </a:lnTo>
                  <a:cubicBezTo>
                    <a:pt x="0" y="22626"/>
                    <a:pt x="0" y="22700"/>
                    <a:pt x="37" y="22774"/>
                  </a:cubicBezTo>
                  <a:cubicBezTo>
                    <a:pt x="74" y="22848"/>
                    <a:pt x="111" y="22922"/>
                    <a:pt x="185" y="22959"/>
                  </a:cubicBezTo>
                  <a:lnTo>
                    <a:pt x="9724" y="27174"/>
                  </a:lnTo>
                  <a:cubicBezTo>
                    <a:pt x="9779" y="27192"/>
                    <a:pt x="9825" y="27201"/>
                    <a:pt x="9867" y="27201"/>
                  </a:cubicBezTo>
                  <a:cubicBezTo>
                    <a:pt x="9908" y="27201"/>
                    <a:pt x="9945" y="27192"/>
                    <a:pt x="9982" y="27174"/>
                  </a:cubicBezTo>
                  <a:cubicBezTo>
                    <a:pt x="10056" y="27137"/>
                    <a:pt x="10130" y="27100"/>
                    <a:pt x="10167" y="27026"/>
                  </a:cubicBezTo>
                  <a:lnTo>
                    <a:pt x="20630" y="925"/>
                  </a:lnTo>
                  <a:cubicBezTo>
                    <a:pt x="20667" y="851"/>
                    <a:pt x="20667" y="740"/>
                    <a:pt x="20593" y="666"/>
                  </a:cubicBezTo>
                  <a:cubicBezTo>
                    <a:pt x="20556" y="592"/>
                    <a:pt x="20445" y="518"/>
                    <a:pt x="20371" y="518"/>
                  </a:cubicBezTo>
                  <a:lnTo>
                    <a:pt x="10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4668;p64">
              <a:extLst>
                <a:ext uri="{FF2B5EF4-FFF2-40B4-BE49-F238E27FC236}">
                  <a16:creationId xmlns:a16="http://schemas.microsoft.com/office/drawing/2014/main" id="{E08F0819-F488-2697-454C-78F430D7831A}"/>
                </a:ext>
              </a:extLst>
            </p:cNvPr>
            <p:cNvSpPr/>
            <p:nvPr/>
          </p:nvSpPr>
          <p:spPr>
            <a:xfrm>
              <a:off x="5663600" y="3210550"/>
              <a:ext cx="354950" cy="461250"/>
            </a:xfrm>
            <a:custGeom>
              <a:avLst/>
              <a:gdLst/>
              <a:ahLst/>
              <a:cxnLst/>
              <a:rect l="l" t="t" r="r" b="b"/>
              <a:pathLst>
                <a:path w="14198" h="18450" extrusionOk="0">
                  <a:moveTo>
                    <a:pt x="7136" y="1"/>
                  </a:moveTo>
                  <a:lnTo>
                    <a:pt x="1" y="15824"/>
                  </a:lnTo>
                  <a:lnTo>
                    <a:pt x="5916" y="18449"/>
                  </a:lnTo>
                  <a:lnTo>
                    <a:pt x="14197" y="371"/>
                  </a:lnTo>
                  <a:lnTo>
                    <a:pt x="71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4669;p64">
              <a:extLst>
                <a:ext uri="{FF2B5EF4-FFF2-40B4-BE49-F238E27FC236}">
                  <a16:creationId xmlns:a16="http://schemas.microsoft.com/office/drawing/2014/main" id="{BC431B03-9D62-F44F-D370-93528ABA89D0}"/>
                </a:ext>
              </a:extLst>
            </p:cNvPr>
            <p:cNvSpPr/>
            <p:nvPr/>
          </p:nvSpPr>
          <p:spPr>
            <a:xfrm>
              <a:off x="5655275" y="3202250"/>
              <a:ext cx="371575" cy="477650"/>
            </a:xfrm>
            <a:custGeom>
              <a:avLst/>
              <a:gdLst/>
              <a:ahLst/>
              <a:cxnLst/>
              <a:rect l="l" t="t" r="r" b="b"/>
              <a:pathLst>
                <a:path w="14863" h="19106" extrusionOk="0">
                  <a:moveTo>
                    <a:pt x="7691" y="629"/>
                  </a:moveTo>
                  <a:lnTo>
                    <a:pt x="14079" y="974"/>
                  </a:lnTo>
                  <a:lnTo>
                    <a:pt x="14079" y="974"/>
                  </a:lnTo>
                  <a:lnTo>
                    <a:pt x="6101" y="18375"/>
                  </a:lnTo>
                  <a:lnTo>
                    <a:pt x="740" y="16008"/>
                  </a:lnTo>
                  <a:lnTo>
                    <a:pt x="7691" y="629"/>
                  </a:lnTo>
                  <a:close/>
                  <a:moveTo>
                    <a:pt x="7506" y="0"/>
                  </a:moveTo>
                  <a:cubicBezTo>
                    <a:pt x="7358" y="0"/>
                    <a:pt x="7247" y="74"/>
                    <a:pt x="7210" y="185"/>
                  </a:cubicBezTo>
                  <a:lnTo>
                    <a:pt x="38" y="16045"/>
                  </a:lnTo>
                  <a:cubicBezTo>
                    <a:pt x="1" y="16119"/>
                    <a:pt x="1" y="16193"/>
                    <a:pt x="38" y="16267"/>
                  </a:cubicBezTo>
                  <a:cubicBezTo>
                    <a:pt x="75" y="16378"/>
                    <a:pt x="112" y="16415"/>
                    <a:pt x="186" y="16452"/>
                  </a:cubicBezTo>
                  <a:lnTo>
                    <a:pt x="6101" y="19077"/>
                  </a:lnTo>
                  <a:cubicBezTo>
                    <a:pt x="6150" y="19097"/>
                    <a:pt x="6200" y="19106"/>
                    <a:pt x="6247" y="19106"/>
                  </a:cubicBezTo>
                  <a:cubicBezTo>
                    <a:pt x="6374" y="19106"/>
                    <a:pt x="6481" y="19037"/>
                    <a:pt x="6508" y="18929"/>
                  </a:cubicBezTo>
                  <a:lnTo>
                    <a:pt x="14826" y="813"/>
                  </a:lnTo>
                  <a:cubicBezTo>
                    <a:pt x="14863" y="739"/>
                    <a:pt x="14863" y="629"/>
                    <a:pt x="14789" y="518"/>
                  </a:cubicBezTo>
                  <a:cubicBezTo>
                    <a:pt x="14752" y="444"/>
                    <a:pt x="14641" y="370"/>
                    <a:pt x="14567" y="370"/>
                  </a:cubicBezTo>
                  <a:lnTo>
                    <a:pt x="75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4670;p64">
              <a:extLst>
                <a:ext uri="{FF2B5EF4-FFF2-40B4-BE49-F238E27FC236}">
                  <a16:creationId xmlns:a16="http://schemas.microsoft.com/office/drawing/2014/main" id="{51A3C54E-C051-70C2-81A7-74E6B8B0C48E}"/>
                </a:ext>
              </a:extLst>
            </p:cNvPr>
            <p:cNvSpPr/>
            <p:nvPr/>
          </p:nvSpPr>
          <p:spPr>
            <a:xfrm>
              <a:off x="1289975" y="3512800"/>
              <a:ext cx="232025" cy="192275"/>
            </a:xfrm>
            <a:custGeom>
              <a:avLst/>
              <a:gdLst/>
              <a:ahLst/>
              <a:cxnLst/>
              <a:rect l="l" t="t" r="r" b="b"/>
              <a:pathLst>
                <a:path w="9281" h="7691" extrusionOk="0">
                  <a:moveTo>
                    <a:pt x="7136" y="0"/>
                  </a:moveTo>
                  <a:lnTo>
                    <a:pt x="1" y="1775"/>
                  </a:lnTo>
                  <a:lnTo>
                    <a:pt x="2441" y="7690"/>
                  </a:lnTo>
                  <a:lnTo>
                    <a:pt x="9280" y="5065"/>
                  </a:lnTo>
                  <a:lnTo>
                    <a:pt x="71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4671;p64">
              <a:extLst>
                <a:ext uri="{FF2B5EF4-FFF2-40B4-BE49-F238E27FC236}">
                  <a16:creationId xmlns:a16="http://schemas.microsoft.com/office/drawing/2014/main" id="{E682B35F-9321-F34C-1092-DFEE7E50921C}"/>
                </a:ext>
              </a:extLst>
            </p:cNvPr>
            <p:cNvSpPr/>
            <p:nvPr/>
          </p:nvSpPr>
          <p:spPr>
            <a:xfrm>
              <a:off x="1281650" y="3505175"/>
              <a:ext cx="247750" cy="207525"/>
            </a:xfrm>
            <a:custGeom>
              <a:avLst/>
              <a:gdLst/>
              <a:ahLst/>
              <a:cxnLst/>
              <a:rect l="l" t="t" r="r" b="b"/>
              <a:pathLst>
                <a:path w="9910" h="8301" extrusionOk="0">
                  <a:moveTo>
                    <a:pt x="7284" y="675"/>
                  </a:moveTo>
                  <a:lnTo>
                    <a:pt x="9195" y="5192"/>
                  </a:lnTo>
                  <a:lnTo>
                    <a:pt x="9195" y="5192"/>
                  </a:lnTo>
                  <a:lnTo>
                    <a:pt x="2959" y="7588"/>
                  </a:lnTo>
                  <a:lnTo>
                    <a:pt x="740" y="2265"/>
                  </a:lnTo>
                  <a:lnTo>
                    <a:pt x="7284" y="675"/>
                  </a:lnTo>
                  <a:close/>
                  <a:moveTo>
                    <a:pt x="7471" y="0"/>
                  </a:moveTo>
                  <a:cubicBezTo>
                    <a:pt x="7446" y="0"/>
                    <a:pt x="7420" y="3"/>
                    <a:pt x="7395" y="9"/>
                  </a:cubicBezTo>
                  <a:lnTo>
                    <a:pt x="260" y="1784"/>
                  </a:lnTo>
                  <a:cubicBezTo>
                    <a:pt x="186" y="1784"/>
                    <a:pt x="112" y="1858"/>
                    <a:pt x="38" y="1932"/>
                  </a:cubicBezTo>
                  <a:cubicBezTo>
                    <a:pt x="1" y="2006"/>
                    <a:pt x="1" y="2117"/>
                    <a:pt x="38" y="2191"/>
                  </a:cubicBezTo>
                  <a:lnTo>
                    <a:pt x="2478" y="8106"/>
                  </a:lnTo>
                  <a:cubicBezTo>
                    <a:pt x="2539" y="8229"/>
                    <a:pt x="2677" y="8300"/>
                    <a:pt x="2806" y="8300"/>
                  </a:cubicBezTo>
                  <a:cubicBezTo>
                    <a:pt x="2833" y="8300"/>
                    <a:pt x="2859" y="8297"/>
                    <a:pt x="2885" y="8291"/>
                  </a:cubicBezTo>
                  <a:lnTo>
                    <a:pt x="9724" y="5666"/>
                  </a:lnTo>
                  <a:cubicBezTo>
                    <a:pt x="9798" y="5629"/>
                    <a:pt x="9835" y="5555"/>
                    <a:pt x="9872" y="5481"/>
                  </a:cubicBezTo>
                  <a:cubicBezTo>
                    <a:pt x="9909" y="5407"/>
                    <a:pt x="9909" y="5333"/>
                    <a:pt x="9872" y="5259"/>
                  </a:cubicBezTo>
                  <a:lnTo>
                    <a:pt x="7765" y="194"/>
                  </a:lnTo>
                  <a:cubicBezTo>
                    <a:pt x="7704" y="72"/>
                    <a:pt x="7592" y="0"/>
                    <a:pt x="7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4672;p64">
              <a:extLst>
                <a:ext uri="{FF2B5EF4-FFF2-40B4-BE49-F238E27FC236}">
                  <a16:creationId xmlns:a16="http://schemas.microsoft.com/office/drawing/2014/main" id="{937C1E20-E1FB-0A15-A601-6DBC7E950633}"/>
                </a:ext>
              </a:extLst>
            </p:cNvPr>
            <p:cNvSpPr/>
            <p:nvPr/>
          </p:nvSpPr>
          <p:spPr>
            <a:xfrm>
              <a:off x="1197550" y="3311300"/>
              <a:ext cx="243100" cy="176575"/>
            </a:xfrm>
            <a:custGeom>
              <a:avLst/>
              <a:gdLst/>
              <a:ahLst/>
              <a:cxnLst/>
              <a:rect l="l" t="t" r="r" b="b"/>
              <a:pathLst>
                <a:path w="9724" h="7063" extrusionOk="0">
                  <a:moveTo>
                    <a:pt x="7469" y="1"/>
                  </a:moveTo>
                  <a:lnTo>
                    <a:pt x="1" y="888"/>
                  </a:lnTo>
                  <a:lnTo>
                    <a:pt x="2552" y="7062"/>
                  </a:lnTo>
                  <a:lnTo>
                    <a:pt x="9724" y="5398"/>
                  </a:lnTo>
                  <a:lnTo>
                    <a:pt x="74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4673;p64">
              <a:extLst>
                <a:ext uri="{FF2B5EF4-FFF2-40B4-BE49-F238E27FC236}">
                  <a16:creationId xmlns:a16="http://schemas.microsoft.com/office/drawing/2014/main" id="{223D496C-0851-20F7-BA40-FF283D04C39E}"/>
                </a:ext>
              </a:extLst>
            </p:cNvPr>
            <p:cNvSpPr/>
            <p:nvPr/>
          </p:nvSpPr>
          <p:spPr>
            <a:xfrm>
              <a:off x="1190150" y="3302975"/>
              <a:ext cx="258825" cy="192475"/>
            </a:xfrm>
            <a:custGeom>
              <a:avLst/>
              <a:gdLst/>
              <a:ahLst/>
              <a:cxnLst/>
              <a:rect l="l" t="t" r="r" b="b"/>
              <a:pathLst>
                <a:path w="10353" h="7699" extrusionOk="0">
                  <a:moveTo>
                    <a:pt x="7543" y="666"/>
                  </a:moveTo>
                  <a:lnTo>
                    <a:pt x="9613" y="5510"/>
                  </a:lnTo>
                  <a:lnTo>
                    <a:pt x="3041" y="7002"/>
                  </a:lnTo>
                  <a:lnTo>
                    <a:pt x="3041" y="7002"/>
                  </a:lnTo>
                  <a:lnTo>
                    <a:pt x="740" y="1480"/>
                  </a:lnTo>
                  <a:lnTo>
                    <a:pt x="7543" y="666"/>
                  </a:lnTo>
                  <a:close/>
                  <a:moveTo>
                    <a:pt x="7728" y="1"/>
                  </a:moveTo>
                  <a:lnTo>
                    <a:pt x="260" y="925"/>
                  </a:lnTo>
                  <a:cubicBezTo>
                    <a:pt x="186" y="925"/>
                    <a:pt x="75" y="999"/>
                    <a:pt x="38" y="1073"/>
                  </a:cubicBezTo>
                  <a:cubicBezTo>
                    <a:pt x="1" y="1147"/>
                    <a:pt x="1" y="1258"/>
                    <a:pt x="38" y="1332"/>
                  </a:cubicBezTo>
                  <a:lnTo>
                    <a:pt x="2552" y="7506"/>
                  </a:lnTo>
                  <a:cubicBezTo>
                    <a:pt x="2616" y="7602"/>
                    <a:pt x="2735" y="7698"/>
                    <a:pt x="2862" y="7698"/>
                  </a:cubicBezTo>
                  <a:cubicBezTo>
                    <a:pt x="2882" y="7698"/>
                    <a:pt x="2902" y="7696"/>
                    <a:pt x="2922" y="7691"/>
                  </a:cubicBezTo>
                  <a:lnTo>
                    <a:pt x="10094" y="6027"/>
                  </a:lnTo>
                  <a:cubicBezTo>
                    <a:pt x="10168" y="6027"/>
                    <a:pt x="10242" y="5953"/>
                    <a:pt x="10316" y="5879"/>
                  </a:cubicBezTo>
                  <a:cubicBezTo>
                    <a:pt x="10353" y="5805"/>
                    <a:pt x="10353" y="5694"/>
                    <a:pt x="10316" y="5620"/>
                  </a:cubicBezTo>
                  <a:lnTo>
                    <a:pt x="8023" y="186"/>
                  </a:lnTo>
                  <a:cubicBezTo>
                    <a:pt x="7987" y="75"/>
                    <a:pt x="7839" y="1"/>
                    <a:pt x="7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4674;p64">
              <a:extLst>
                <a:ext uri="{FF2B5EF4-FFF2-40B4-BE49-F238E27FC236}">
                  <a16:creationId xmlns:a16="http://schemas.microsoft.com/office/drawing/2014/main" id="{53B21ABD-D90C-34AB-FE88-6044B19EF174}"/>
                </a:ext>
              </a:extLst>
            </p:cNvPr>
            <p:cNvSpPr/>
            <p:nvPr/>
          </p:nvSpPr>
          <p:spPr>
            <a:xfrm>
              <a:off x="1413825" y="3288200"/>
              <a:ext cx="203375" cy="151600"/>
            </a:xfrm>
            <a:custGeom>
              <a:avLst/>
              <a:gdLst/>
              <a:ahLst/>
              <a:cxnLst/>
              <a:rect l="l" t="t" r="r" b="b"/>
              <a:pathLst>
                <a:path w="8135" h="6064" extrusionOk="0">
                  <a:moveTo>
                    <a:pt x="6323" y="0"/>
                  </a:moveTo>
                  <a:lnTo>
                    <a:pt x="1" y="777"/>
                  </a:lnTo>
                  <a:lnTo>
                    <a:pt x="2256" y="6064"/>
                  </a:lnTo>
                  <a:lnTo>
                    <a:pt x="8134" y="4733"/>
                  </a:lnTo>
                  <a:lnTo>
                    <a:pt x="63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4675;p64">
              <a:extLst>
                <a:ext uri="{FF2B5EF4-FFF2-40B4-BE49-F238E27FC236}">
                  <a16:creationId xmlns:a16="http://schemas.microsoft.com/office/drawing/2014/main" id="{721AF851-6918-4AB4-4D22-94D55011ABB4}"/>
                </a:ext>
              </a:extLst>
            </p:cNvPr>
            <p:cNvSpPr/>
            <p:nvPr/>
          </p:nvSpPr>
          <p:spPr>
            <a:xfrm>
              <a:off x="1406425" y="3280575"/>
              <a:ext cx="219100" cy="166850"/>
            </a:xfrm>
            <a:custGeom>
              <a:avLst/>
              <a:gdLst/>
              <a:ahLst/>
              <a:cxnLst/>
              <a:rect l="l" t="t" r="r" b="b"/>
              <a:pathLst>
                <a:path w="8764" h="6674" extrusionOk="0">
                  <a:moveTo>
                    <a:pt x="6397" y="638"/>
                  </a:moveTo>
                  <a:lnTo>
                    <a:pt x="8024" y="4816"/>
                  </a:lnTo>
                  <a:lnTo>
                    <a:pt x="2711" y="6020"/>
                  </a:lnTo>
                  <a:lnTo>
                    <a:pt x="2711" y="6020"/>
                  </a:lnTo>
                  <a:lnTo>
                    <a:pt x="740" y="1341"/>
                  </a:lnTo>
                  <a:lnTo>
                    <a:pt x="6397" y="638"/>
                  </a:lnTo>
                  <a:close/>
                  <a:moveTo>
                    <a:pt x="6641" y="0"/>
                  </a:moveTo>
                  <a:cubicBezTo>
                    <a:pt x="6621" y="0"/>
                    <a:pt x="6601" y="3"/>
                    <a:pt x="6582" y="10"/>
                  </a:cubicBezTo>
                  <a:lnTo>
                    <a:pt x="260" y="749"/>
                  </a:lnTo>
                  <a:cubicBezTo>
                    <a:pt x="186" y="786"/>
                    <a:pt x="75" y="823"/>
                    <a:pt x="38" y="897"/>
                  </a:cubicBezTo>
                  <a:cubicBezTo>
                    <a:pt x="1" y="1008"/>
                    <a:pt x="1" y="1082"/>
                    <a:pt x="38" y="1193"/>
                  </a:cubicBezTo>
                  <a:lnTo>
                    <a:pt x="2256" y="6479"/>
                  </a:lnTo>
                  <a:cubicBezTo>
                    <a:pt x="2287" y="6602"/>
                    <a:pt x="2394" y="6674"/>
                    <a:pt x="2513" y="6674"/>
                  </a:cubicBezTo>
                  <a:cubicBezTo>
                    <a:pt x="2538" y="6674"/>
                    <a:pt x="2564" y="6671"/>
                    <a:pt x="2589" y="6664"/>
                  </a:cubicBezTo>
                  <a:lnTo>
                    <a:pt x="8504" y="5333"/>
                  </a:lnTo>
                  <a:cubicBezTo>
                    <a:pt x="8615" y="5296"/>
                    <a:pt x="8689" y="5259"/>
                    <a:pt x="8726" y="5149"/>
                  </a:cubicBezTo>
                  <a:cubicBezTo>
                    <a:pt x="8763" y="5075"/>
                    <a:pt x="8763" y="5001"/>
                    <a:pt x="8726" y="4927"/>
                  </a:cubicBezTo>
                  <a:lnTo>
                    <a:pt x="6878" y="194"/>
                  </a:lnTo>
                  <a:cubicBezTo>
                    <a:pt x="6847" y="72"/>
                    <a:pt x="6740" y="0"/>
                    <a:pt x="6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4676;p64">
              <a:extLst>
                <a:ext uri="{FF2B5EF4-FFF2-40B4-BE49-F238E27FC236}">
                  <a16:creationId xmlns:a16="http://schemas.microsoft.com/office/drawing/2014/main" id="{CAFC41A6-C1B3-A98C-483D-DC832BFA7F09}"/>
                </a:ext>
              </a:extLst>
            </p:cNvPr>
            <p:cNvSpPr/>
            <p:nvPr/>
          </p:nvSpPr>
          <p:spPr>
            <a:xfrm>
              <a:off x="1601450" y="3269700"/>
              <a:ext cx="162700" cy="129425"/>
            </a:xfrm>
            <a:custGeom>
              <a:avLst/>
              <a:gdLst/>
              <a:ahLst/>
              <a:cxnLst/>
              <a:rect l="l" t="t" r="r" b="b"/>
              <a:pathLst>
                <a:path w="6508" h="5177" extrusionOk="0">
                  <a:moveTo>
                    <a:pt x="4844" y="1"/>
                  </a:moveTo>
                  <a:lnTo>
                    <a:pt x="1" y="592"/>
                  </a:lnTo>
                  <a:lnTo>
                    <a:pt x="1812" y="5177"/>
                  </a:lnTo>
                  <a:lnTo>
                    <a:pt x="6508" y="4105"/>
                  </a:lnTo>
                  <a:lnTo>
                    <a:pt x="4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4677;p64">
              <a:extLst>
                <a:ext uri="{FF2B5EF4-FFF2-40B4-BE49-F238E27FC236}">
                  <a16:creationId xmlns:a16="http://schemas.microsoft.com/office/drawing/2014/main" id="{602D3C5B-9B97-8141-55E0-80EE8C882F01}"/>
                </a:ext>
              </a:extLst>
            </p:cNvPr>
            <p:cNvSpPr/>
            <p:nvPr/>
          </p:nvSpPr>
          <p:spPr>
            <a:xfrm>
              <a:off x="1593150" y="3262075"/>
              <a:ext cx="179325" cy="145375"/>
            </a:xfrm>
            <a:custGeom>
              <a:avLst/>
              <a:gdLst/>
              <a:ahLst/>
              <a:cxnLst/>
              <a:rect l="l" t="t" r="r" b="b"/>
              <a:pathLst>
                <a:path w="7173" h="5815" extrusionOk="0">
                  <a:moveTo>
                    <a:pt x="4969" y="632"/>
                  </a:moveTo>
                  <a:lnTo>
                    <a:pt x="6433" y="4188"/>
                  </a:lnTo>
                  <a:lnTo>
                    <a:pt x="2329" y="5149"/>
                  </a:lnTo>
                  <a:lnTo>
                    <a:pt x="776" y="1156"/>
                  </a:lnTo>
                  <a:lnTo>
                    <a:pt x="4969" y="632"/>
                  </a:lnTo>
                  <a:close/>
                  <a:moveTo>
                    <a:pt x="5199" y="1"/>
                  </a:moveTo>
                  <a:cubicBezTo>
                    <a:pt x="5178" y="1"/>
                    <a:pt x="5158" y="4"/>
                    <a:pt x="5139" y="10"/>
                  </a:cubicBezTo>
                  <a:lnTo>
                    <a:pt x="296" y="602"/>
                  </a:lnTo>
                  <a:cubicBezTo>
                    <a:pt x="222" y="602"/>
                    <a:pt x="111" y="639"/>
                    <a:pt x="74" y="750"/>
                  </a:cubicBezTo>
                  <a:cubicBezTo>
                    <a:pt x="37" y="824"/>
                    <a:pt x="0" y="897"/>
                    <a:pt x="37" y="1008"/>
                  </a:cubicBezTo>
                  <a:lnTo>
                    <a:pt x="1849" y="5593"/>
                  </a:lnTo>
                  <a:cubicBezTo>
                    <a:pt x="1886" y="5741"/>
                    <a:pt x="2033" y="5815"/>
                    <a:pt x="2218" y="5815"/>
                  </a:cubicBezTo>
                  <a:lnTo>
                    <a:pt x="6914" y="4742"/>
                  </a:lnTo>
                  <a:cubicBezTo>
                    <a:pt x="6987" y="4705"/>
                    <a:pt x="7061" y="4632"/>
                    <a:pt x="7135" y="4558"/>
                  </a:cubicBezTo>
                  <a:cubicBezTo>
                    <a:pt x="7172" y="4484"/>
                    <a:pt x="7172" y="4373"/>
                    <a:pt x="7135" y="4299"/>
                  </a:cubicBezTo>
                  <a:lnTo>
                    <a:pt x="5435" y="195"/>
                  </a:lnTo>
                  <a:cubicBezTo>
                    <a:pt x="5404" y="73"/>
                    <a:pt x="5297" y="1"/>
                    <a:pt x="5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4678;p64">
              <a:extLst>
                <a:ext uri="{FF2B5EF4-FFF2-40B4-BE49-F238E27FC236}">
                  <a16:creationId xmlns:a16="http://schemas.microsoft.com/office/drawing/2014/main" id="{2D9840D5-52CF-4E09-50FA-BB85FF9978BE}"/>
                </a:ext>
              </a:extLst>
            </p:cNvPr>
            <p:cNvSpPr/>
            <p:nvPr/>
          </p:nvSpPr>
          <p:spPr>
            <a:xfrm>
              <a:off x="1497950" y="3470275"/>
              <a:ext cx="185800" cy="158075"/>
            </a:xfrm>
            <a:custGeom>
              <a:avLst/>
              <a:gdLst/>
              <a:ahLst/>
              <a:cxnLst/>
              <a:rect l="l" t="t" r="r" b="b"/>
              <a:pathLst>
                <a:path w="7432" h="6323" extrusionOk="0">
                  <a:moveTo>
                    <a:pt x="5767" y="1"/>
                  </a:moveTo>
                  <a:lnTo>
                    <a:pt x="0" y="1405"/>
                  </a:lnTo>
                  <a:lnTo>
                    <a:pt x="2033" y="6323"/>
                  </a:lnTo>
                  <a:lnTo>
                    <a:pt x="7431" y="4252"/>
                  </a:lnTo>
                  <a:lnTo>
                    <a:pt x="5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4679;p64">
              <a:extLst>
                <a:ext uri="{FF2B5EF4-FFF2-40B4-BE49-F238E27FC236}">
                  <a16:creationId xmlns:a16="http://schemas.microsoft.com/office/drawing/2014/main" id="{A592D9FE-3814-51C0-139F-6253E20239E6}"/>
                </a:ext>
              </a:extLst>
            </p:cNvPr>
            <p:cNvSpPr/>
            <p:nvPr/>
          </p:nvSpPr>
          <p:spPr>
            <a:xfrm>
              <a:off x="1489625" y="3462650"/>
              <a:ext cx="202425" cy="173825"/>
            </a:xfrm>
            <a:custGeom>
              <a:avLst/>
              <a:gdLst/>
              <a:ahLst/>
              <a:cxnLst/>
              <a:rect l="l" t="t" r="r" b="b"/>
              <a:pathLst>
                <a:path w="8097" h="6953" extrusionOk="0">
                  <a:moveTo>
                    <a:pt x="5935" y="660"/>
                  </a:moveTo>
                  <a:lnTo>
                    <a:pt x="7357" y="4372"/>
                  </a:lnTo>
                  <a:lnTo>
                    <a:pt x="2551" y="6258"/>
                  </a:lnTo>
                  <a:lnTo>
                    <a:pt x="740" y="1932"/>
                  </a:lnTo>
                  <a:lnTo>
                    <a:pt x="5935" y="660"/>
                  </a:lnTo>
                  <a:close/>
                  <a:moveTo>
                    <a:pt x="6105" y="0"/>
                  </a:moveTo>
                  <a:cubicBezTo>
                    <a:pt x="6078" y="0"/>
                    <a:pt x="6052" y="3"/>
                    <a:pt x="6027" y="10"/>
                  </a:cubicBezTo>
                  <a:lnTo>
                    <a:pt x="259" y="1415"/>
                  </a:lnTo>
                  <a:cubicBezTo>
                    <a:pt x="148" y="1452"/>
                    <a:pt x="74" y="1489"/>
                    <a:pt x="37" y="1600"/>
                  </a:cubicBezTo>
                  <a:cubicBezTo>
                    <a:pt x="0" y="1674"/>
                    <a:pt x="0" y="1747"/>
                    <a:pt x="37" y="1858"/>
                  </a:cubicBezTo>
                  <a:lnTo>
                    <a:pt x="2108" y="6775"/>
                  </a:lnTo>
                  <a:cubicBezTo>
                    <a:pt x="2135" y="6884"/>
                    <a:pt x="2241" y="6952"/>
                    <a:pt x="2354" y="6952"/>
                  </a:cubicBezTo>
                  <a:cubicBezTo>
                    <a:pt x="2395" y="6952"/>
                    <a:pt x="2438" y="6943"/>
                    <a:pt x="2477" y="6923"/>
                  </a:cubicBezTo>
                  <a:lnTo>
                    <a:pt x="7875" y="4853"/>
                  </a:lnTo>
                  <a:cubicBezTo>
                    <a:pt x="7949" y="4816"/>
                    <a:pt x="8023" y="4779"/>
                    <a:pt x="8060" y="4705"/>
                  </a:cubicBezTo>
                  <a:cubicBezTo>
                    <a:pt x="8097" y="4631"/>
                    <a:pt x="8097" y="4520"/>
                    <a:pt x="8060" y="4446"/>
                  </a:cubicBezTo>
                  <a:lnTo>
                    <a:pt x="6396" y="195"/>
                  </a:lnTo>
                  <a:cubicBezTo>
                    <a:pt x="6366" y="72"/>
                    <a:pt x="6233" y="0"/>
                    <a:pt x="6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4680;p64">
              <a:extLst>
                <a:ext uri="{FF2B5EF4-FFF2-40B4-BE49-F238E27FC236}">
                  <a16:creationId xmlns:a16="http://schemas.microsoft.com/office/drawing/2014/main" id="{3A79D413-AA75-B4D4-7E5C-007414F14411}"/>
                </a:ext>
              </a:extLst>
            </p:cNvPr>
            <p:cNvSpPr/>
            <p:nvPr/>
          </p:nvSpPr>
          <p:spPr>
            <a:xfrm>
              <a:off x="1004375" y="3337175"/>
              <a:ext cx="228325" cy="193200"/>
            </a:xfrm>
            <a:custGeom>
              <a:avLst/>
              <a:gdLst/>
              <a:ahLst/>
              <a:cxnLst/>
              <a:rect l="l" t="t" r="r" b="b"/>
              <a:pathLst>
                <a:path w="9133" h="7728" extrusionOk="0">
                  <a:moveTo>
                    <a:pt x="6545" y="1"/>
                  </a:moveTo>
                  <a:lnTo>
                    <a:pt x="1" y="814"/>
                  </a:lnTo>
                  <a:lnTo>
                    <a:pt x="2811" y="7728"/>
                  </a:lnTo>
                  <a:lnTo>
                    <a:pt x="9133" y="6286"/>
                  </a:lnTo>
                  <a:lnTo>
                    <a:pt x="65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4681;p64">
              <a:extLst>
                <a:ext uri="{FF2B5EF4-FFF2-40B4-BE49-F238E27FC236}">
                  <a16:creationId xmlns:a16="http://schemas.microsoft.com/office/drawing/2014/main" id="{628F70E8-657D-F75E-762B-FBB3BF19C676}"/>
                </a:ext>
              </a:extLst>
            </p:cNvPr>
            <p:cNvSpPr/>
            <p:nvPr/>
          </p:nvSpPr>
          <p:spPr>
            <a:xfrm>
              <a:off x="996075" y="3329800"/>
              <a:ext cx="244025" cy="208150"/>
            </a:xfrm>
            <a:custGeom>
              <a:avLst/>
              <a:gdLst/>
              <a:ahLst/>
              <a:cxnLst/>
              <a:rect l="l" t="t" r="r" b="b"/>
              <a:pathLst>
                <a:path w="9761" h="8326" extrusionOk="0">
                  <a:moveTo>
                    <a:pt x="6683" y="656"/>
                  </a:moveTo>
                  <a:lnTo>
                    <a:pt x="9021" y="6359"/>
                  </a:lnTo>
                  <a:lnTo>
                    <a:pt x="3327" y="7653"/>
                  </a:lnTo>
                  <a:lnTo>
                    <a:pt x="776" y="1368"/>
                  </a:lnTo>
                  <a:lnTo>
                    <a:pt x="6683" y="656"/>
                  </a:lnTo>
                  <a:close/>
                  <a:moveTo>
                    <a:pt x="6840" y="0"/>
                  </a:moveTo>
                  <a:lnTo>
                    <a:pt x="296" y="813"/>
                  </a:lnTo>
                  <a:cubicBezTo>
                    <a:pt x="222" y="813"/>
                    <a:pt x="111" y="850"/>
                    <a:pt x="74" y="961"/>
                  </a:cubicBezTo>
                  <a:cubicBezTo>
                    <a:pt x="37" y="1035"/>
                    <a:pt x="0" y="1146"/>
                    <a:pt x="37" y="1220"/>
                  </a:cubicBezTo>
                  <a:lnTo>
                    <a:pt x="2847" y="8134"/>
                  </a:lnTo>
                  <a:cubicBezTo>
                    <a:pt x="2911" y="8230"/>
                    <a:pt x="3030" y="8326"/>
                    <a:pt x="3157" y="8326"/>
                  </a:cubicBezTo>
                  <a:cubicBezTo>
                    <a:pt x="3177" y="8326"/>
                    <a:pt x="3197" y="8323"/>
                    <a:pt x="3216" y="8318"/>
                  </a:cubicBezTo>
                  <a:lnTo>
                    <a:pt x="9501" y="6877"/>
                  </a:lnTo>
                  <a:cubicBezTo>
                    <a:pt x="9612" y="6840"/>
                    <a:pt x="9686" y="6803"/>
                    <a:pt x="9723" y="6692"/>
                  </a:cubicBezTo>
                  <a:cubicBezTo>
                    <a:pt x="9760" y="6618"/>
                    <a:pt x="9760" y="6544"/>
                    <a:pt x="9723" y="6433"/>
                  </a:cubicBezTo>
                  <a:lnTo>
                    <a:pt x="7135" y="185"/>
                  </a:lnTo>
                  <a:cubicBezTo>
                    <a:pt x="7098" y="74"/>
                    <a:pt x="6951" y="0"/>
                    <a:pt x="6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4682;p64">
              <a:extLst>
                <a:ext uri="{FF2B5EF4-FFF2-40B4-BE49-F238E27FC236}">
                  <a16:creationId xmlns:a16="http://schemas.microsoft.com/office/drawing/2014/main" id="{30B66A50-65C6-7FF9-7BFB-D70FD78427C6}"/>
                </a:ext>
              </a:extLst>
            </p:cNvPr>
            <p:cNvSpPr/>
            <p:nvPr/>
          </p:nvSpPr>
          <p:spPr>
            <a:xfrm>
              <a:off x="1752100" y="3259550"/>
              <a:ext cx="92475" cy="106300"/>
            </a:xfrm>
            <a:custGeom>
              <a:avLst/>
              <a:gdLst/>
              <a:ahLst/>
              <a:cxnLst/>
              <a:rect l="l" t="t" r="r" b="b"/>
              <a:pathLst>
                <a:path w="3699" h="4252" extrusionOk="0">
                  <a:moveTo>
                    <a:pt x="2108" y="0"/>
                  </a:moveTo>
                  <a:lnTo>
                    <a:pt x="1" y="259"/>
                  </a:lnTo>
                  <a:lnTo>
                    <a:pt x="1628" y="4252"/>
                  </a:lnTo>
                  <a:lnTo>
                    <a:pt x="3698" y="3808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4683;p64">
              <a:extLst>
                <a:ext uri="{FF2B5EF4-FFF2-40B4-BE49-F238E27FC236}">
                  <a16:creationId xmlns:a16="http://schemas.microsoft.com/office/drawing/2014/main" id="{9EADBC2F-55E9-5811-3540-16F66F829B61}"/>
                </a:ext>
              </a:extLst>
            </p:cNvPr>
            <p:cNvSpPr/>
            <p:nvPr/>
          </p:nvSpPr>
          <p:spPr>
            <a:xfrm>
              <a:off x="1743800" y="3251925"/>
              <a:ext cx="109075" cy="121575"/>
            </a:xfrm>
            <a:custGeom>
              <a:avLst/>
              <a:gdLst/>
              <a:ahLst/>
              <a:cxnLst/>
              <a:rect l="l" t="t" r="r" b="b"/>
              <a:pathLst>
                <a:path w="4363" h="4863" extrusionOk="0">
                  <a:moveTo>
                    <a:pt x="2218" y="638"/>
                  </a:moveTo>
                  <a:lnTo>
                    <a:pt x="3623" y="3891"/>
                  </a:lnTo>
                  <a:lnTo>
                    <a:pt x="2159" y="4210"/>
                  </a:lnTo>
                  <a:lnTo>
                    <a:pt x="2159" y="4210"/>
                  </a:lnTo>
                  <a:lnTo>
                    <a:pt x="777" y="823"/>
                  </a:lnTo>
                  <a:lnTo>
                    <a:pt x="2218" y="638"/>
                  </a:lnTo>
                  <a:close/>
                  <a:moveTo>
                    <a:pt x="2463" y="0"/>
                  </a:moveTo>
                  <a:cubicBezTo>
                    <a:pt x="2442" y="0"/>
                    <a:pt x="2422" y="3"/>
                    <a:pt x="2403" y="9"/>
                  </a:cubicBezTo>
                  <a:lnTo>
                    <a:pt x="296" y="268"/>
                  </a:lnTo>
                  <a:cubicBezTo>
                    <a:pt x="222" y="268"/>
                    <a:pt x="111" y="305"/>
                    <a:pt x="74" y="416"/>
                  </a:cubicBezTo>
                  <a:cubicBezTo>
                    <a:pt x="37" y="490"/>
                    <a:pt x="0" y="601"/>
                    <a:pt x="37" y="675"/>
                  </a:cubicBezTo>
                  <a:lnTo>
                    <a:pt x="1701" y="4668"/>
                  </a:lnTo>
                  <a:cubicBezTo>
                    <a:pt x="1732" y="4790"/>
                    <a:pt x="1838" y="4862"/>
                    <a:pt x="1958" y="4862"/>
                  </a:cubicBezTo>
                  <a:cubicBezTo>
                    <a:pt x="1983" y="4862"/>
                    <a:pt x="2008" y="4859"/>
                    <a:pt x="2034" y="4853"/>
                  </a:cubicBezTo>
                  <a:lnTo>
                    <a:pt x="4104" y="4409"/>
                  </a:lnTo>
                  <a:cubicBezTo>
                    <a:pt x="4215" y="4372"/>
                    <a:pt x="4289" y="4335"/>
                    <a:pt x="4326" y="4224"/>
                  </a:cubicBezTo>
                  <a:cubicBezTo>
                    <a:pt x="4363" y="4150"/>
                    <a:pt x="4363" y="4076"/>
                    <a:pt x="4326" y="3965"/>
                  </a:cubicBezTo>
                  <a:lnTo>
                    <a:pt x="2699" y="194"/>
                  </a:lnTo>
                  <a:cubicBezTo>
                    <a:pt x="2668" y="72"/>
                    <a:pt x="2562" y="0"/>
                    <a:pt x="2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4684;p64">
              <a:extLst>
                <a:ext uri="{FF2B5EF4-FFF2-40B4-BE49-F238E27FC236}">
                  <a16:creationId xmlns:a16="http://schemas.microsoft.com/office/drawing/2014/main" id="{464FDEDF-6408-2738-F20B-72FAC3AA60C7}"/>
                </a:ext>
              </a:extLst>
            </p:cNvPr>
            <p:cNvSpPr/>
            <p:nvPr/>
          </p:nvSpPr>
          <p:spPr>
            <a:xfrm>
              <a:off x="1087575" y="3563625"/>
              <a:ext cx="235700" cy="215375"/>
            </a:xfrm>
            <a:custGeom>
              <a:avLst/>
              <a:gdLst/>
              <a:ahLst/>
              <a:cxnLst/>
              <a:rect l="l" t="t" r="r" b="b"/>
              <a:pathLst>
                <a:path w="9428" h="8615" extrusionOk="0">
                  <a:moveTo>
                    <a:pt x="6951" y="1"/>
                  </a:moveTo>
                  <a:lnTo>
                    <a:pt x="0" y="1701"/>
                  </a:lnTo>
                  <a:lnTo>
                    <a:pt x="2810" y="8615"/>
                  </a:lnTo>
                  <a:lnTo>
                    <a:pt x="9428" y="6064"/>
                  </a:lnTo>
                  <a:lnTo>
                    <a:pt x="69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4685;p64">
              <a:extLst>
                <a:ext uri="{FF2B5EF4-FFF2-40B4-BE49-F238E27FC236}">
                  <a16:creationId xmlns:a16="http://schemas.microsoft.com/office/drawing/2014/main" id="{BB59762D-B05D-C523-FA81-B59835A9D61B}"/>
                </a:ext>
              </a:extLst>
            </p:cNvPr>
            <p:cNvSpPr/>
            <p:nvPr/>
          </p:nvSpPr>
          <p:spPr>
            <a:xfrm>
              <a:off x="1079250" y="3556000"/>
              <a:ext cx="252350" cy="231100"/>
            </a:xfrm>
            <a:custGeom>
              <a:avLst/>
              <a:gdLst/>
              <a:ahLst/>
              <a:cxnLst/>
              <a:rect l="l" t="t" r="r" b="b"/>
              <a:pathLst>
                <a:path w="10094" h="9244" extrusionOk="0">
                  <a:moveTo>
                    <a:pt x="7091" y="667"/>
                  </a:moveTo>
                  <a:lnTo>
                    <a:pt x="9354" y="6184"/>
                  </a:lnTo>
                  <a:lnTo>
                    <a:pt x="3328" y="8513"/>
                  </a:lnTo>
                  <a:lnTo>
                    <a:pt x="740" y="2228"/>
                  </a:lnTo>
                  <a:lnTo>
                    <a:pt x="7091" y="667"/>
                  </a:lnTo>
                  <a:close/>
                  <a:moveTo>
                    <a:pt x="7285" y="0"/>
                  </a:moveTo>
                  <a:cubicBezTo>
                    <a:pt x="7260" y="0"/>
                    <a:pt x="7235" y="4"/>
                    <a:pt x="7210" y="10"/>
                  </a:cubicBezTo>
                  <a:lnTo>
                    <a:pt x="259" y="1711"/>
                  </a:lnTo>
                  <a:cubicBezTo>
                    <a:pt x="185" y="1747"/>
                    <a:pt x="111" y="1821"/>
                    <a:pt x="74" y="1895"/>
                  </a:cubicBezTo>
                  <a:cubicBezTo>
                    <a:pt x="37" y="1969"/>
                    <a:pt x="0" y="2043"/>
                    <a:pt x="37" y="2154"/>
                  </a:cubicBezTo>
                  <a:lnTo>
                    <a:pt x="2847" y="9031"/>
                  </a:lnTo>
                  <a:cubicBezTo>
                    <a:pt x="2902" y="9168"/>
                    <a:pt x="3018" y="9244"/>
                    <a:pt x="3134" y="9244"/>
                  </a:cubicBezTo>
                  <a:cubicBezTo>
                    <a:pt x="3175" y="9244"/>
                    <a:pt x="3216" y="9235"/>
                    <a:pt x="3254" y="9216"/>
                  </a:cubicBezTo>
                  <a:lnTo>
                    <a:pt x="9872" y="6665"/>
                  </a:lnTo>
                  <a:cubicBezTo>
                    <a:pt x="9945" y="6628"/>
                    <a:pt x="10019" y="6591"/>
                    <a:pt x="10056" y="6480"/>
                  </a:cubicBezTo>
                  <a:cubicBezTo>
                    <a:pt x="10093" y="6406"/>
                    <a:pt x="10093" y="6332"/>
                    <a:pt x="10056" y="6258"/>
                  </a:cubicBezTo>
                  <a:lnTo>
                    <a:pt x="7542" y="195"/>
                  </a:lnTo>
                  <a:cubicBezTo>
                    <a:pt x="7512" y="72"/>
                    <a:pt x="7405" y="0"/>
                    <a:pt x="7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4686;p64">
              <a:extLst>
                <a:ext uri="{FF2B5EF4-FFF2-40B4-BE49-F238E27FC236}">
                  <a16:creationId xmlns:a16="http://schemas.microsoft.com/office/drawing/2014/main" id="{C583934B-BFE5-2C35-3588-873A177E004A}"/>
                </a:ext>
              </a:extLst>
            </p:cNvPr>
            <p:cNvSpPr/>
            <p:nvPr/>
          </p:nvSpPr>
          <p:spPr>
            <a:xfrm>
              <a:off x="1670775" y="3434225"/>
              <a:ext cx="154375" cy="132200"/>
            </a:xfrm>
            <a:custGeom>
              <a:avLst/>
              <a:gdLst/>
              <a:ahLst/>
              <a:cxnLst/>
              <a:rect l="l" t="t" r="r" b="b"/>
              <a:pathLst>
                <a:path w="6175" h="5288" extrusionOk="0">
                  <a:moveTo>
                    <a:pt x="4733" y="1"/>
                  </a:moveTo>
                  <a:lnTo>
                    <a:pt x="1" y="1147"/>
                  </a:lnTo>
                  <a:lnTo>
                    <a:pt x="1627" y="5288"/>
                  </a:lnTo>
                  <a:lnTo>
                    <a:pt x="6175" y="3513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4687;p64">
              <a:extLst>
                <a:ext uri="{FF2B5EF4-FFF2-40B4-BE49-F238E27FC236}">
                  <a16:creationId xmlns:a16="http://schemas.microsoft.com/office/drawing/2014/main" id="{7B123C24-D156-53EB-1443-F265EED48AE5}"/>
                </a:ext>
              </a:extLst>
            </p:cNvPr>
            <p:cNvSpPr/>
            <p:nvPr/>
          </p:nvSpPr>
          <p:spPr>
            <a:xfrm>
              <a:off x="1663375" y="3426600"/>
              <a:ext cx="170100" cy="147450"/>
            </a:xfrm>
            <a:custGeom>
              <a:avLst/>
              <a:gdLst/>
              <a:ahLst/>
              <a:cxnLst/>
              <a:rect l="l" t="t" r="r" b="b"/>
              <a:pathLst>
                <a:path w="6804" h="5898" extrusionOk="0">
                  <a:moveTo>
                    <a:pt x="4867" y="660"/>
                  </a:moveTo>
                  <a:lnTo>
                    <a:pt x="6064" y="3670"/>
                  </a:lnTo>
                  <a:lnTo>
                    <a:pt x="2108" y="5186"/>
                  </a:lnTo>
                  <a:lnTo>
                    <a:pt x="740" y="1674"/>
                  </a:lnTo>
                  <a:lnTo>
                    <a:pt x="4867" y="660"/>
                  </a:lnTo>
                  <a:close/>
                  <a:moveTo>
                    <a:pt x="5031" y="1"/>
                  </a:moveTo>
                  <a:cubicBezTo>
                    <a:pt x="5006" y="1"/>
                    <a:pt x="4980" y="4"/>
                    <a:pt x="4955" y="10"/>
                  </a:cubicBezTo>
                  <a:lnTo>
                    <a:pt x="223" y="1156"/>
                  </a:lnTo>
                  <a:cubicBezTo>
                    <a:pt x="149" y="1193"/>
                    <a:pt x="75" y="1230"/>
                    <a:pt x="38" y="1304"/>
                  </a:cubicBezTo>
                  <a:cubicBezTo>
                    <a:pt x="1" y="1415"/>
                    <a:pt x="1" y="1489"/>
                    <a:pt x="38" y="1563"/>
                  </a:cubicBezTo>
                  <a:lnTo>
                    <a:pt x="1628" y="5703"/>
                  </a:lnTo>
                  <a:cubicBezTo>
                    <a:pt x="1689" y="5826"/>
                    <a:pt x="1826" y="5898"/>
                    <a:pt x="1956" y="5898"/>
                  </a:cubicBezTo>
                  <a:cubicBezTo>
                    <a:pt x="1982" y="5898"/>
                    <a:pt x="2009" y="5895"/>
                    <a:pt x="2034" y="5888"/>
                  </a:cubicBezTo>
                  <a:lnTo>
                    <a:pt x="6582" y="4114"/>
                  </a:lnTo>
                  <a:cubicBezTo>
                    <a:pt x="6656" y="4077"/>
                    <a:pt x="6729" y="4040"/>
                    <a:pt x="6766" y="3966"/>
                  </a:cubicBezTo>
                  <a:cubicBezTo>
                    <a:pt x="6803" y="3892"/>
                    <a:pt x="6803" y="3781"/>
                    <a:pt x="6766" y="3707"/>
                  </a:cubicBezTo>
                  <a:lnTo>
                    <a:pt x="5325" y="195"/>
                  </a:lnTo>
                  <a:cubicBezTo>
                    <a:pt x="5263" y="72"/>
                    <a:pt x="5151" y="1"/>
                    <a:pt x="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4688;p64">
              <a:extLst>
                <a:ext uri="{FF2B5EF4-FFF2-40B4-BE49-F238E27FC236}">
                  <a16:creationId xmlns:a16="http://schemas.microsoft.com/office/drawing/2014/main" id="{C084A631-DFBD-C63B-2E26-B08C8965DCD3}"/>
                </a:ext>
              </a:extLst>
            </p:cNvPr>
            <p:cNvSpPr/>
            <p:nvPr/>
          </p:nvSpPr>
          <p:spPr>
            <a:xfrm>
              <a:off x="1817725" y="3414825"/>
              <a:ext cx="87850" cy="97075"/>
            </a:xfrm>
            <a:custGeom>
              <a:avLst/>
              <a:gdLst/>
              <a:ahLst/>
              <a:cxnLst/>
              <a:rect l="l" t="t" r="r" b="b"/>
              <a:pathLst>
                <a:path w="3514" h="3883" extrusionOk="0">
                  <a:moveTo>
                    <a:pt x="1997" y="0"/>
                  </a:moveTo>
                  <a:lnTo>
                    <a:pt x="1" y="481"/>
                  </a:lnTo>
                  <a:lnTo>
                    <a:pt x="1406" y="3882"/>
                  </a:lnTo>
                  <a:lnTo>
                    <a:pt x="3513" y="3069"/>
                  </a:lnTo>
                  <a:lnTo>
                    <a:pt x="19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4689;p64">
              <a:extLst>
                <a:ext uri="{FF2B5EF4-FFF2-40B4-BE49-F238E27FC236}">
                  <a16:creationId xmlns:a16="http://schemas.microsoft.com/office/drawing/2014/main" id="{1C091AA0-17AC-8A37-C90A-026E4593F2FC}"/>
                </a:ext>
              </a:extLst>
            </p:cNvPr>
            <p:cNvSpPr/>
            <p:nvPr/>
          </p:nvSpPr>
          <p:spPr>
            <a:xfrm>
              <a:off x="1810350" y="3407175"/>
              <a:ext cx="103525" cy="112350"/>
            </a:xfrm>
            <a:custGeom>
              <a:avLst/>
              <a:gdLst/>
              <a:ahLst/>
              <a:cxnLst/>
              <a:rect l="l" t="t" r="r" b="b"/>
              <a:pathLst>
                <a:path w="4141" h="4494" extrusionOk="0">
                  <a:moveTo>
                    <a:pt x="2107" y="676"/>
                  </a:moveTo>
                  <a:lnTo>
                    <a:pt x="3401" y="3227"/>
                  </a:lnTo>
                  <a:lnTo>
                    <a:pt x="1878" y="3787"/>
                  </a:lnTo>
                  <a:lnTo>
                    <a:pt x="1878" y="3787"/>
                  </a:lnTo>
                  <a:lnTo>
                    <a:pt x="740" y="1009"/>
                  </a:lnTo>
                  <a:lnTo>
                    <a:pt x="2107" y="676"/>
                  </a:lnTo>
                  <a:close/>
                  <a:moveTo>
                    <a:pt x="2280" y="1"/>
                  </a:moveTo>
                  <a:cubicBezTo>
                    <a:pt x="2259" y="1"/>
                    <a:pt x="2238" y="4"/>
                    <a:pt x="2218" y="11"/>
                  </a:cubicBezTo>
                  <a:lnTo>
                    <a:pt x="222" y="491"/>
                  </a:lnTo>
                  <a:cubicBezTo>
                    <a:pt x="148" y="528"/>
                    <a:pt x="74" y="565"/>
                    <a:pt x="37" y="639"/>
                  </a:cubicBezTo>
                  <a:cubicBezTo>
                    <a:pt x="0" y="713"/>
                    <a:pt x="0" y="824"/>
                    <a:pt x="37" y="898"/>
                  </a:cubicBezTo>
                  <a:lnTo>
                    <a:pt x="1405" y="4299"/>
                  </a:lnTo>
                  <a:cubicBezTo>
                    <a:pt x="1466" y="4422"/>
                    <a:pt x="1604" y="4493"/>
                    <a:pt x="1733" y="4493"/>
                  </a:cubicBezTo>
                  <a:cubicBezTo>
                    <a:pt x="1760" y="4493"/>
                    <a:pt x="1786" y="4490"/>
                    <a:pt x="1812" y="4484"/>
                  </a:cubicBezTo>
                  <a:lnTo>
                    <a:pt x="3919" y="3671"/>
                  </a:lnTo>
                  <a:cubicBezTo>
                    <a:pt x="3993" y="3634"/>
                    <a:pt x="4067" y="3560"/>
                    <a:pt x="4104" y="3486"/>
                  </a:cubicBezTo>
                  <a:cubicBezTo>
                    <a:pt x="4141" y="3412"/>
                    <a:pt x="4141" y="3301"/>
                    <a:pt x="4104" y="3227"/>
                  </a:cubicBezTo>
                  <a:lnTo>
                    <a:pt x="2551" y="158"/>
                  </a:lnTo>
                  <a:cubicBezTo>
                    <a:pt x="2490" y="67"/>
                    <a:pt x="2379" y="1"/>
                    <a:pt x="2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4690;p64">
              <a:extLst>
                <a:ext uri="{FF2B5EF4-FFF2-40B4-BE49-F238E27FC236}">
                  <a16:creationId xmlns:a16="http://schemas.microsoft.com/office/drawing/2014/main" id="{C10FD6B7-13D8-C14A-B9BC-3F5A6280D122}"/>
                </a:ext>
              </a:extLst>
            </p:cNvPr>
            <p:cNvSpPr/>
            <p:nvPr/>
          </p:nvSpPr>
          <p:spPr>
            <a:xfrm>
              <a:off x="6467700" y="3108900"/>
              <a:ext cx="396550" cy="1791250"/>
            </a:xfrm>
            <a:custGeom>
              <a:avLst/>
              <a:gdLst/>
              <a:ahLst/>
              <a:cxnLst/>
              <a:rect l="l" t="t" r="r" b="b"/>
              <a:pathLst>
                <a:path w="15862" h="71650" extrusionOk="0">
                  <a:moveTo>
                    <a:pt x="15529" y="0"/>
                  </a:moveTo>
                  <a:cubicBezTo>
                    <a:pt x="15381" y="0"/>
                    <a:pt x="15233" y="148"/>
                    <a:pt x="15233" y="296"/>
                  </a:cubicBezTo>
                  <a:lnTo>
                    <a:pt x="15233" y="55456"/>
                  </a:lnTo>
                  <a:lnTo>
                    <a:pt x="297" y="55456"/>
                  </a:lnTo>
                  <a:cubicBezTo>
                    <a:pt x="223" y="55456"/>
                    <a:pt x="149" y="55493"/>
                    <a:pt x="112" y="55530"/>
                  </a:cubicBezTo>
                  <a:cubicBezTo>
                    <a:pt x="38" y="55604"/>
                    <a:pt x="1" y="55678"/>
                    <a:pt x="1" y="55752"/>
                  </a:cubicBezTo>
                  <a:lnTo>
                    <a:pt x="1" y="71354"/>
                  </a:lnTo>
                  <a:cubicBezTo>
                    <a:pt x="1" y="71538"/>
                    <a:pt x="149" y="71649"/>
                    <a:pt x="297" y="71649"/>
                  </a:cubicBezTo>
                  <a:cubicBezTo>
                    <a:pt x="482" y="71649"/>
                    <a:pt x="629" y="71538"/>
                    <a:pt x="629" y="71354"/>
                  </a:cubicBezTo>
                  <a:lnTo>
                    <a:pt x="629" y="56085"/>
                  </a:lnTo>
                  <a:lnTo>
                    <a:pt x="15529" y="56085"/>
                  </a:lnTo>
                  <a:cubicBezTo>
                    <a:pt x="15603" y="56085"/>
                    <a:pt x="15713" y="56048"/>
                    <a:pt x="15750" y="55974"/>
                  </a:cubicBezTo>
                  <a:cubicBezTo>
                    <a:pt x="15824" y="55937"/>
                    <a:pt x="15861" y="55863"/>
                    <a:pt x="15861" y="55752"/>
                  </a:cubicBezTo>
                  <a:lnTo>
                    <a:pt x="15861" y="296"/>
                  </a:lnTo>
                  <a:cubicBezTo>
                    <a:pt x="15861" y="148"/>
                    <a:pt x="15713" y="0"/>
                    <a:pt x="155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4691;p64">
              <a:extLst>
                <a:ext uri="{FF2B5EF4-FFF2-40B4-BE49-F238E27FC236}">
                  <a16:creationId xmlns:a16="http://schemas.microsoft.com/office/drawing/2014/main" id="{3381D622-8D0B-9C8A-68D8-5E0B0FB3F04E}"/>
                </a:ext>
              </a:extLst>
            </p:cNvPr>
            <p:cNvSpPr/>
            <p:nvPr/>
          </p:nvSpPr>
          <p:spPr>
            <a:xfrm>
              <a:off x="6694150" y="3425900"/>
              <a:ext cx="170100" cy="713575"/>
            </a:xfrm>
            <a:custGeom>
              <a:avLst/>
              <a:gdLst/>
              <a:ahLst/>
              <a:cxnLst/>
              <a:rect l="l" t="t" r="r" b="b"/>
              <a:pathLst>
                <a:path w="6804" h="28543" extrusionOk="0">
                  <a:moveTo>
                    <a:pt x="333" y="1"/>
                  </a:moveTo>
                  <a:cubicBezTo>
                    <a:pt x="149" y="1"/>
                    <a:pt x="1" y="149"/>
                    <a:pt x="1" y="297"/>
                  </a:cubicBezTo>
                  <a:lnTo>
                    <a:pt x="1" y="28210"/>
                  </a:lnTo>
                  <a:cubicBezTo>
                    <a:pt x="1" y="28321"/>
                    <a:pt x="38" y="28395"/>
                    <a:pt x="112" y="28431"/>
                  </a:cubicBezTo>
                  <a:cubicBezTo>
                    <a:pt x="149" y="28505"/>
                    <a:pt x="223" y="28542"/>
                    <a:pt x="333" y="28542"/>
                  </a:cubicBezTo>
                  <a:lnTo>
                    <a:pt x="6471" y="28542"/>
                  </a:lnTo>
                  <a:cubicBezTo>
                    <a:pt x="6655" y="28542"/>
                    <a:pt x="6803" y="28395"/>
                    <a:pt x="6803" y="28210"/>
                  </a:cubicBezTo>
                  <a:cubicBezTo>
                    <a:pt x="6803" y="28062"/>
                    <a:pt x="6655" y="27914"/>
                    <a:pt x="6471" y="27914"/>
                  </a:cubicBezTo>
                  <a:lnTo>
                    <a:pt x="629" y="27914"/>
                  </a:lnTo>
                  <a:lnTo>
                    <a:pt x="629" y="297"/>
                  </a:lnTo>
                  <a:cubicBezTo>
                    <a:pt x="629" y="149"/>
                    <a:pt x="481" y="1"/>
                    <a:pt x="3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4692;p64">
              <a:extLst>
                <a:ext uri="{FF2B5EF4-FFF2-40B4-BE49-F238E27FC236}">
                  <a16:creationId xmlns:a16="http://schemas.microsoft.com/office/drawing/2014/main" id="{92B12D8B-81D4-F558-159B-7FA69B62D363}"/>
                </a:ext>
              </a:extLst>
            </p:cNvPr>
            <p:cNvSpPr/>
            <p:nvPr/>
          </p:nvSpPr>
          <p:spPr>
            <a:xfrm>
              <a:off x="5578575" y="4023925"/>
              <a:ext cx="478775" cy="632200"/>
            </a:xfrm>
            <a:custGeom>
              <a:avLst/>
              <a:gdLst/>
              <a:ahLst/>
              <a:cxnLst/>
              <a:rect l="l" t="t" r="r" b="b"/>
              <a:pathLst>
                <a:path w="19151" h="25288" extrusionOk="0">
                  <a:moveTo>
                    <a:pt x="362" y="0"/>
                  </a:moveTo>
                  <a:cubicBezTo>
                    <a:pt x="255" y="0"/>
                    <a:pt x="148" y="49"/>
                    <a:pt x="74" y="148"/>
                  </a:cubicBezTo>
                  <a:cubicBezTo>
                    <a:pt x="0" y="296"/>
                    <a:pt x="37" y="481"/>
                    <a:pt x="185" y="592"/>
                  </a:cubicBezTo>
                  <a:lnTo>
                    <a:pt x="18523" y="11720"/>
                  </a:lnTo>
                  <a:lnTo>
                    <a:pt x="18523" y="24955"/>
                  </a:lnTo>
                  <a:cubicBezTo>
                    <a:pt x="18523" y="25140"/>
                    <a:pt x="18670" y="25288"/>
                    <a:pt x="18855" y="25288"/>
                  </a:cubicBezTo>
                  <a:cubicBezTo>
                    <a:pt x="19003" y="25288"/>
                    <a:pt x="19151" y="25140"/>
                    <a:pt x="19151" y="24955"/>
                  </a:cubicBezTo>
                  <a:lnTo>
                    <a:pt x="19151" y="11535"/>
                  </a:lnTo>
                  <a:cubicBezTo>
                    <a:pt x="19151" y="11461"/>
                    <a:pt x="19077" y="11350"/>
                    <a:pt x="19003" y="11276"/>
                  </a:cubicBezTo>
                  <a:lnTo>
                    <a:pt x="518" y="37"/>
                  </a:lnTo>
                  <a:cubicBezTo>
                    <a:pt x="469" y="12"/>
                    <a:pt x="415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4693;p64">
              <a:extLst>
                <a:ext uri="{FF2B5EF4-FFF2-40B4-BE49-F238E27FC236}">
                  <a16:creationId xmlns:a16="http://schemas.microsoft.com/office/drawing/2014/main" id="{28514640-F1C3-2032-55BE-EE6A7B89ABE3}"/>
                </a:ext>
              </a:extLst>
            </p:cNvPr>
            <p:cNvSpPr/>
            <p:nvPr/>
          </p:nvSpPr>
          <p:spPr>
            <a:xfrm>
              <a:off x="5824425" y="4187500"/>
              <a:ext cx="15725" cy="314275"/>
            </a:xfrm>
            <a:custGeom>
              <a:avLst/>
              <a:gdLst/>
              <a:ahLst/>
              <a:cxnLst/>
              <a:rect l="l" t="t" r="r" b="b"/>
              <a:pathLst>
                <a:path w="629" h="12571" extrusionOk="0">
                  <a:moveTo>
                    <a:pt x="296" y="1"/>
                  </a:moveTo>
                  <a:cubicBezTo>
                    <a:pt x="148" y="1"/>
                    <a:pt x="0" y="112"/>
                    <a:pt x="0" y="297"/>
                  </a:cubicBezTo>
                  <a:lnTo>
                    <a:pt x="0" y="12275"/>
                  </a:lnTo>
                  <a:cubicBezTo>
                    <a:pt x="0" y="12423"/>
                    <a:pt x="148" y="12571"/>
                    <a:pt x="296" y="12571"/>
                  </a:cubicBezTo>
                  <a:cubicBezTo>
                    <a:pt x="481" y="12571"/>
                    <a:pt x="629" y="12423"/>
                    <a:pt x="629" y="12275"/>
                  </a:cubicBezTo>
                  <a:lnTo>
                    <a:pt x="629" y="297"/>
                  </a:lnTo>
                  <a:cubicBezTo>
                    <a:pt x="629" y="112"/>
                    <a:pt x="481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4694;p64">
              <a:extLst>
                <a:ext uri="{FF2B5EF4-FFF2-40B4-BE49-F238E27FC236}">
                  <a16:creationId xmlns:a16="http://schemas.microsoft.com/office/drawing/2014/main" id="{E5ED2ABD-A432-6E28-17EC-5BBB1B80E8D8}"/>
                </a:ext>
              </a:extLst>
            </p:cNvPr>
            <p:cNvSpPr/>
            <p:nvPr/>
          </p:nvSpPr>
          <p:spPr>
            <a:xfrm>
              <a:off x="5823500" y="3806475"/>
              <a:ext cx="396525" cy="794825"/>
            </a:xfrm>
            <a:custGeom>
              <a:avLst/>
              <a:gdLst/>
              <a:ahLst/>
              <a:cxnLst/>
              <a:rect l="l" t="t" r="r" b="b"/>
              <a:pathLst>
                <a:path w="15861" h="31793" extrusionOk="0">
                  <a:moveTo>
                    <a:pt x="335" y="1"/>
                  </a:moveTo>
                  <a:cubicBezTo>
                    <a:pt x="310" y="1"/>
                    <a:pt x="284" y="4"/>
                    <a:pt x="259" y="10"/>
                  </a:cubicBezTo>
                  <a:cubicBezTo>
                    <a:pt x="74" y="84"/>
                    <a:pt x="0" y="232"/>
                    <a:pt x="37" y="417"/>
                  </a:cubicBezTo>
                  <a:lnTo>
                    <a:pt x="1849" y="6221"/>
                  </a:lnTo>
                  <a:cubicBezTo>
                    <a:pt x="1886" y="6258"/>
                    <a:pt x="1923" y="6332"/>
                    <a:pt x="1997" y="6369"/>
                  </a:cubicBezTo>
                  <a:lnTo>
                    <a:pt x="15269" y="14613"/>
                  </a:lnTo>
                  <a:lnTo>
                    <a:pt x="15269" y="30844"/>
                  </a:lnTo>
                  <a:lnTo>
                    <a:pt x="9243" y="26185"/>
                  </a:lnTo>
                  <a:cubicBezTo>
                    <a:pt x="9174" y="26134"/>
                    <a:pt x="9098" y="26106"/>
                    <a:pt x="9024" y="26106"/>
                  </a:cubicBezTo>
                  <a:cubicBezTo>
                    <a:pt x="8940" y="26106"/>
                    <a:pt x="8859" y="26143"/>
                    <a:pt x="8799" y="26222"/>
                  </a:cubicBezTo>
                  <a:cubicBezTo>
                    <a:pt x="8689" y="26370"/>
                    <a:pt x="8726" y="26555"/>
                    <a:pt x="8836" y="26666"/>
                  </a:cubicBezTo>
                  <a:lnTo>
                    <a:pt x="15380" y="31731"/>
                  </a:lnTo>
                  <a:cubicBezTo>
                    <a:pt x="15424" y="31774"/>
                    <a:pt x="15492" y="31792"/>
                    <a:pt x="15564" y="31792"/>
                  </a:cubicBezTo>
                  <a:cubicBezTo>
                    <a:pt x="15615" y="31792"/>
                    <a:pt x="15667" y="31783"/>
                    <a:pt x="15713" y="31768"/>
                  </a:cubicBezTo>
                  <a:cubicBezTo>
                    <a:pt x="15824" y="31731"/>
                    <a:pt x="15861" y="31620"/>
                    <a:pt x="15861" y="31472"/>
                  </a:cubicBezTo>
                  <a:lnTo>
                    <a:pt x="15861" y="14465"/>
                  </a:lnTo>
                  <a:cubicBezTo>
                    <a:pt x="15861" y="14355"/>
                    <a:pt x="15824" y="14244"/>
                    <a:pt x="15713" y="14207"/>
                  </a:cubicBezTo>
                  <a:lnTo>
                    <a:pt x="2404" y="5925"/>
                  </a:lnTo>
                  <a:lnTo>
                    <a:pt x="629" y="232"/>
                  </a:lnTo>
                  <a:cubicBezTo>
                    <a:pt x="598" y="78"/>
                    <a:pt x="465" y="1"/>
                    <a:pt x="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4695;p64">
              <a:extLst>
                <a:ext uri="{FF2B5EF4-FFF2-40B4-BE49-F238E27FC236}">
                  <a16:creationId xmlns:a16="http://schemas.microsoft.com/office/drawing/2014/main" id="{7540779D-99DB-9171-719F-59D756691E25}"/>
                </a:ext>
              </a:extLst>
            </p:cNvPr>
            <p:cNvSpPr/>
            <p:nvPr/>
          </p:nvSpPr>
          <p:spPr>
            <a:xfrm>
              <a:off x="694750" y="2954525"/>
              <a:ext cx="15750" cy="1954850"/>
            </a:xfrm>
            <a:custGeom>
              <a:avLst/>
              <a:gdLst/>
              <a:ahLst/>
              <a:cxnLst/>
              <a:rect l="l" t="t" r="r" b="b"/>
              <a:pathLst>
                <a:path w="630" h="78194" extrusionOk="0">
                  <a:moveTo>
                    <a:pt x="333" y="1"/>
                  </a:moveTo>
                  <a:cubicBezTo>
                    <a:pt x="149" y="1"/>
                    <a:pt x="1" y="149"/>
                    <a:pt x="1" y="334"/>
                  </a:cubicBezTo>
                  <a:lnTo>
                    <a:pt x="1" y="77898"/>
                  </a:lnTo>
                  <a:cubicBezTo>
                    <a:pt x="1" y="78046"/>
                    <a:pt x="149" y="78194"/>
                    <a:pt x="333" y="78194"/>
                  </a:cubicBezTo>
                  <a:cubicBezTo>
                    <a:pt x="481" y="78194"/>
                    <a:pt x="629" y="78046"/>
                    <a:pt x="629" y="77898"/>
                  </a:cubicBezTo>
                  <a:lnTo>
                    <a:pt x="629" y="334"/>
                  </a:lnTo>
                  <a:cubicBezTo>
                    <a:pt x="629" y="149"/>
                    <a:pt x="481" y="1"/>
                    <a:pt x="3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4696;p64">
              <a:extLst>
                <a:ext uri="{FF2B5EF4-FFF2-40B4-BE49-F238E27FC236}">
                  <a16:creationId xmlns:a16="http://schemas.microsoft.com/office/drawing/2014/main" id="{842B521D-9F10-748B-8A13-499D689BC9F6}"/>
                </a:ext>
              </a:extLst>
            </p:cNvPr>
            <p:cNvSpPr/>
            <p:nvPr/>
          </p:nvSpPr>
          <p:spPr>
            <a:xfrm>
              <a:off x="758525" y="3878800"/>
              <a:ext cx="223700" cy="15750"/>
            </a:xfrm>
            <a:custGeom>
              <a:avLst/>
              <a:gdLst/>
              <a:ahLst/>
              <a:cxnLst/>
              <a:rect l="l" t="t" r="r" b="b"/>
              <a:pathLst>
                <a:path w="8948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8652" y="629"/>
                  </a:lnTo>
                  <a:cubicBezTo>
                    <a:pt x="8800" y="629"/>
                    <a:pt x="8947" y="481"/>
                    <a:pt x="8947" y="333"/>
                  </a:cubicBezTo>
                  <a:cubicBezTo>
                    <a:pt x="8947" y="149"/>
                    <a:pt x="8800" y="1"/>
                    <a:pt x="86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4697;p64">
              <a:extLst>
                <a:ext uri="{FF2B5EF4-FFF2-40B4-BE49-F238E27FC236}">
                  <a16:creationId xmlns:a16="http://schemas.microsoft.com/office/drawing/2014/main" id="{207D1EF0-85CE-B2B1-57A0-354496C61EC6}"/>
                </a:ext>
              </a:extLst>
            </p:cNvPr>
            <p:cNvSpPr/>
            <p:nvPr/>
          </p:nvSpPr>
          <p:spPr>
            <a:xfrm>
              <a:off x="966475" y="3697650"/>
              <a:ext cx="170100" cy="1175700"/>
            </a:xfrm>
            <a:custGeom>
              <a:avLst/>
              <a:gdLst/>
              <a:ahLst/>
              <a:cxnLst/>
              <a:rect l="l" t="t" r="r" b="b"/>
              <a:pathLst>
                <a:path w="6804" h="47028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lnTo>
                    <a:pt x="1" y="46731"/>
                  </a:lnTo>
                  <a:cubicBezTo>
                    <a:pt x="1" y="46805"/>
                    <a:pt x="38" y="46879"/>
                    <a:pt x="112" y="46916"/>
                  </a:cubicBezTo>
                  <a:cubicBezTo>
                    <a:pt x="149" y="46990"/>
                    <a:pt x="260" y="47027"/>
                    <a:pt x="334" y="47027"/>
                  </a:cubicBezTo>
                  <a:lnTo>
                    <a:pt x="6471" y="47027"/>
                  </a:lnTo>
                  <a:cubicBezTo>
                    <a:pt x="6656" y="47027"/>
                    <a:pt x="6804" y="46879"/>
                    <a:pt x="6804" y="46731"/>
                  </a:cubicBezTo>
                  <a:cubicBezTo>
                    <a:pt x="6804" y="46547"/>
                    <a:pt x="6656" y="46399"/>
                    <a:pt x="6471" y="46399"/>
                  </a:cubicBezTo>
                  <a:lnTo>
                    <a:pt x="629" y="46399"/>
                  </a:lnTo>
                  <a:lnTo>
                    <a:pt x="629" y="333"/>
                  </a:lnTo>
                  <a:cubicBezTo>
                    <a:pt x="629" y="148"/>
                    <a:pt x="482" y="0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4698;p64">
              <a:extLst>
                <a:ext uri="{FF2B5EF4-FFF2-40B4-BE49-F238E27FC236}">
                  <a16:creationId xmlns:a16="http://schemas.microsoft.com/office/drawing/2014/main" id="{05BEE3B9-E662-996F-1C2D-94EECF2E3159}"/>
                </a:ext>
              </a:extLst>
            </p:cNvPr>
            <p:cNvSpPr/>
            <p:nvPr/>
          </p:nvSpPr>
          <p:spPr>
            <a:xfrm>
              <a:off x="794575" y="4078450"/>
              <a:ext cx="187650" cy="332750"/>
            </a:xfrm>
            <a:custGeom>
              <a:avLst/>
              <a:gdLst/>
              <a:ahLst/>
              <a:cxnLst/>
              <a:rect l="l" t="t" r="r" b="b"/>
              <a:pathLst>
                <a:path w="7506" h="13310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3014"/>
                  </a:lnTo>
                  <a:cubicBezTo>
                    <a:pt x="0" y="13088"/>
                    <a:pt x="37" y="13162"/>
                    <a:pt x="111" y="13199"/>
                  </a:cubicBezTo>
                  <a:cubicBezTo>
                    <a:pt x="148" y="13273"/>
                    <a:pt x="222" y="13310"/>
                    <a:pt x="296" y="13310"/>
                  </a:cubicBezTo>
                  <a:lnTo>
                    <a:pt x="6840" y="13310"/>
                  </a:lnTo>
                  <a:cubicBezTo>
                    <a:pt x="7025" y="13310"/>
                    <a:pt x="7136" y="13162"/>
                    <a:pt x="7136" y="13014"/>
                  </a:cubicBezTo>
                  <a:cubicBezTo>
                    <a:pt x="7136" y="12829"/>
                    <a:pt x="7025" y="12681"/>
                    <a:pt x="6840" y="12681"/>
                  </a:cubicBezTo>
                  <a:lnTo>
                    <a:pt x="629" y="12681"/>
                  </a:lnTo>
                  <a:lnTo>
                    <a:pt x="629" y="629"/>
                  </a:lnTo>
                  <a:lnTo>
                    <a:pt x="7210" y="629"/>
                  </a:lnTo>
                  <a:cubicBezTo>
                    <a:pt x="7358" y="629"/>
                    <a:pt x="7505" y="481"/>
                    <a:pt x="7505" y="296"/>
                  </a:cubicBezTo>
                  <a:cubicBezTo>
                    <a:pt x="7505" y="148"/>
                    <a:pt x="7358" y="0"/>
                    <a:pt x="7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4699;p64">
              <a:extLst>
                <a:ext uri="{FF2B5EF4-FFF2-40B4-BE49-F238E27FC236}">
                  <a16:creationId xmlns:a16="http://schemas.microsoft.com/office/drawing/2014/main" id="{E221ED35-A201-D9E6-EE8D-DFB369723573}"/>
                </a:ext>
              </a:extLst>
            </p:cNvPr>
            <p:cNvSpPr/>
            <p:nvPr/>
          </p:nvSpPr>
          <p:spPr>
            <a:xfrm>
              <a:off x="1193850" y="4105250"/>
              <a:ext cx="14825" cy="813375"/>
            </a:xfrm>
            <a:custGeom>
              <a:avLst/>
              <a:gdLst/>
              <a:ahLst/>
              <a:cxnLst/>
              <a:rect l="l" t="t" r="r" b="b"/>
              <a:pathLst>
                <a:path w="593" h="32535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lnTo>
                    <a:pt x="1" y="32239"/>
                  </a:lnTo>
                  <a:cubicBezTo>
                    <a:pt x="1" y="32387"/>
                    <a:pt x="112" y="32535"/>
                    <a:pt x="297" y="32535"/>
                  </a:cubicBezTo>
                  <a:cubicBezTo>
                    <a:pt x="444" y="32535"/>
                    <a:pt x="592" y="32387"/>
                    <a:pt x="592" y="32239"/>
                  </a:cubicBezTo>
                  <a:lnTo>
                    <a:pt x="592" y="333"/>
                  </a:lnTo>
                  <a:cubicBezTo>
                    <a:pt x="592" y="148"/>
                    <a:pt x="444" y="0"/>
                    <a:pt x="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4700;p64">
              <a:extLst>
                <a:ext uri="{FF2B5EF4-FFF2-40B4-BE49-F238E27FC236}">
                  <a16:creationId xmlns:a16="http://schemas.microsoft.com/office/drawing/2014/main" id="{3CBFD215-888B-1C1B-D8C0-1C87A02FF6A4}"/>
                </a:ext>
              </a:extLst>
            </p:cNvPr>
            <p:cNvSpPr/>
            <p:nvPr/>
          </p:nvSpPr>
          <p:spPr>
            <a:xfrm>
              <a:off x="6377125" y="4105250"/>
              <a:ext cx="15750" cy="857750"/>
            </a:xfrm>
            <a:custGeom>
              <a:avLst/>
              <a:gdLst/>
              <a:ahLst/>
              <a:cxnLst/>
              <a:rect l="l" t="t" r="r" b="b"/>
              <a:pathLst>
                <a:path w="630" h="34310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lnTo>
                    <a:pt x="1" y="34014"/>
                  </a:lnTo>
                  <a:cubicBezTo>
                    <a:pt x="1" y="34161"/>
                    <a:pt x="149" y="34309"/>
                    <a:pt x="297" y="34309"/>
                  </a:cubicBezTo>
                  <a:cubicBezTo>
                    <a:pt x="481" y="34309"/>
                    <a:pt x="629" y="34161"/>
                    <a:pt x="629" y="34014"/>
                  </a:cubicBezTo>
                  <a:lnTo>
                    <a:pt x="629" y="333"/>
                  </a:lnTo>
                  <a:cubicBezTo>
                    <a:pt x="629" y="148"/>
                    <a:pt x="481" y="0"/>
                    <a:pt x="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4701;p64">
              <a:extLst>
                <a:ext uri="{FF2B5EF4-FFF2-40B4-BE49-F238E27FC236}">
                  <a16:creationId xmlns:a16="http://schemas.microsoft.com/office/drawing/2014/main" id="{0C7C70E8-8B09-FC73-D855-F9F1F9ECF501}"/>
                </a:ext>
              </a:extLst>
            </p:cNvPr>
            <p:cNvSpPr/>
            <p:nvPr/>
          </p:nvSpPr>
          <p:spPr>
            <a:xfrm>
              <a:off x="1301075" y="3906075"/>
              <a:ext cx="715400" cy="278475"/>
            </a:xfrm>
            <a:custGeom>
              <a:avLst/>
              <a:gdLst/>
              <a:ahLst/>
              <a:cxnLst/>
              <a:rect l="l" t="t" r="r" b="b"/>
              <a:pathLst>
                <a:path w="28616" h="11139" extrusionOk="0">
                  <a:moveTo>
                    <a:pt x="19941" y="0"/>
                  </a:moveTo>
                  <a:cubicBezTo>
                    <a:pt x="19891" y="0"/>
                    <a:pt x="19835" y="19"/>
                    <a:pt x="19780" y="56"/>
                  </a:cubicBezTo>
                  <a:lnTo>
                    <a:pt x="222" y="10555"/>
                  </a:lnTo>
                  <a:cubicBezTo>
                    <a:pt x="74" y="10629"/>
                    <a:pt x="0" y="10814"/>
                    <a:pt x="74" y="10962"/>
                  </a:cubicBezTo>
                  <a:cubicBezTo>
                    <a:pt x="128" y="11070"/>
                    <a:pt x="242" y="11139"/>
                    <a:pt x="357" y="11139"/>
                  </a:cubicBezTo>
                  <a:cubicBezTo>
                    <a:pt x="399" y="11139"/>
                    <a:pt x="441" y="11130"/>
                    <a:pt x="481" y="11110"/>
                  </a:cubicBezTo>
                  <a:lnTo>
                    <a:pt x="19632" y="832"/>
                  </a:lnTo>
                  <a:lnTo>
                    <a:pt x="19632" y="9372"/>
                  </a:lnTo>
                  <a:cubicBezTo>
                    <a:pt x="19632" y="9483"/>
                    <a:pt x="19669" y="9594"/>
                    <a:pt x="19780" y="9668"/>
                  </a:cubicBezTo>
                  <a:cubicBezTo>
                    <a:pt x="19826" y="9683"/>
                    <a:pt x="19878" y="9692"/>
                    <a:pt x="19929" y="9692"/>
                  </a:cubicBezTo>
                  <a:cubicBezTo>
                    <a:pt x="20000" y="9692"/>
                    <a:pt x="20069" y="9674"/>
                    <a:pt x="20112" y="9631"/>
                  </a:cubicBezTo>
                  <a:lnTo>
                    <a:pt x="28468" y="3087"/>
                  </a:lnTo>
                  <a:cubicBezTo>
                    <a:pt x="28579" y="2976"/>
                    <a:pt x="28616" y="2792"/>
                    <a:pt x="28505" y="2681"/>
                  </a:cubicBezTo>
                  <a:cubicBezTo>
                    <a:pt x="28437" y="2591"/>
                    <a:pt x="28343" y="2542"/>
                    <a:pt x="28246" y="2542"/>
                  </a:cubicBezTo>
                  <a:cubicBezTo>
                    <a:pt x="28183" y="2542"/>
                    <a:pt x="28119" y="2563"/>
                    <a:pt x="28061" y="2607"/>
                  </a:cubicBezTo>
                  <a:lnTo>
                    <a:pt x="20223" y="8744"/>
                  </a:lnTo>
                  <a:lnTo>
                    <a:pt x="20223" y="315"/>
                  </a:lnTo>
                  <a:cubicBezTo>
                    <a:pt x="20223" y="204"/>
                    <a:pt x="20186" y="93"/>
                    <a:pt x="20075" y="56"/>
                  </a:cubicBezTo>
                  <a:cubicBezTo>
                    <a:pt x="20038" y="19"/>
                    <a:pt x="19992" y="0"/>
                    <a:pt x="199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4702;p64">
              <a:extLst>
                <a:ext uri="{FF2B5EF4-FFF2-40B4-BE49-F238E27FC236}">
                  <a16:creationId xmlns:a16="http://schemas.microsoft.com/office/drawing/2014/main" id="{CB942E7A-D532-9C49-FAE7-DE5C564FB679}"/>
                </a:ext>
              </a:extLst>
            </p:cNvPr>
            <p:cNvSpPr/>
            <p:nvPr/>
          </p:nvSpPr>
          <p:spPr>
            <a:xfrm>
              <a:off x="1355600" y="3997100"/>
              <a:ext cx="297650" cy="595025"/>
            </a:xfrm>
            <a:custGeom>
              <a:avLst/>
              <a:gdLst/>
              <a:ahLst/>
              <a:cxnLst/>
              <a:rect l="l" t="t" r="r" b="b"/>
              <a:pathLst>
                <a:path w="11906" h="23801" extrusionOk="0">
                  <a:moveTo>
                    <a:pt x="11572" y="1"/>
                  </a:moveTo>
                  <a:cubicBezTo>
                    <a:pt x="11425" y="1"/>
                    <a:pt x="11277" y="149"/>
                    <a:pt x="11277" y="297"/>
                  </a:cubicBezTo>
                  <a:lnTo>
                    <a:pt x="11277" y="15381"/>
                  </a:lnTo>
                  <a:lnTo>
                    <a:pt x="185" y="23255"/>
                  </a:lnTo>
                  <a:cubicBezTo>
                    <a:pt x="38" y="23329"/>
                    <a:pt x="1" y="23551"/>
                    <a:pt x="112" y="23662"/>
                  </a:cubicBezTo>
                  <a:cubicBezTo>
                    <a:pt x="156" y="23752"/>
                    <a:pt x="242" y="23801"/>
                    <a:pt x="335" y="23801"/>
                  </a:cubicBezTo>
                  <a:cubicBezTo>
                    <a:pt x="396" y="23801"/>
                    <a:pt x="460" y="23780"/>
                    <a:pt x="518" y="23736"/>
                  </a:cubicBezTo>
                  <a:lnTo>
                    <a:pt x="11757" y="15787"/>
                  </a:lnTo>
                  <a:cubicBezTo>
                    <a:pt x="11831" y="15713"/>
                    <a:pt x="11905" y="15640"/>
                    <a:pt x="11905" y="15529"/>
                  </a:cubicBezTo>
                  <a:lnTo>
                    <a:pt x="11905" y="297"/>
                  </a:lnTo>
                  <a:cubicBezTo>
                    <a:pt x="11905" y="149"/>
                    <a:pt x="11757" y="1"/>
                    <a:pt x="115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4703;p64">
              <a:extLst>
                <a:ext uri="{FF2B5EF4-FFF2-40B4-BE49-F238E27FC236}">
                  <a16:creationId xmlns:a16="http://schemas.microsoft.com/office/drawing/2014/main" id="{F1B77937-F528-D95B-D988-827FAF711F02}"/>
                </a:ext>
              </a:extLst>
            </p:cNvPr>
            <p:cNvSpPr/>
            <p:nvPr/>
          </p:nvSpPr>
          <p:spPr>
            <a:xfrm>
              <a:off x="1882425" y="4069200"/>
              <a:ext cx="14825" cy="206150"/>
            </a:xfrm>
            <a:custGeom>
              <a:avLst/>
              <a:gdLst/>
              <a:ahLst/>
              <a:cxnLst/>
              <a:rect l="l" t="t" r="r" b="b"/>
              <a:pathLst>
                <a:path w="593" h="8246" extrusionOk="0">
                  <a:moveTo>
                    <a:pt x="297" y="1"/>
                  </a:moveTo>
                  <a:cubicBezTo>
                    <a:pt x="112" y="1"/>
                    <a:pt x="1" y="148"/>
                    <a:pt x="1" y="333"/>
                  </a:cubicBezTo>
                  <a:lnTo>
                    <a:pt x="1" y="7912"/>
                  </a:lnTo>
                  <a:cubicBezTo>
                    <a:pt x="1" y="8097"/>
                    <a:pt x="112" y="8245"/>
                    <a:pt x="297" y="8245"/>
                  </a:cubicBezTo>
                  <a:cubicBezTo>
                    <a:pt x="481" y="8245"/>
                    <a:pt x="592" y="8097"/>
                    <a:pt x="592" y="7912"/>
                  </a:cubicBezTo>
                  <a:lnTo>
                    <a:pt x="592" y="333"/>
                  </a:lnTo>
                  <a:cubicBezTo>
                    <a:pt x="592" y="148"/>
                    <a:pt x="481" y="1"/>
                    <a:pt x="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4704;p64">
              <a:extLst>
                <a:ext uri="{FF2B5EF4-FFF2-40B4-BE49-F238E27FC236}">
                  <a16:creationId xmlns:a16="http://schemas.microsoft.com/office/drawing/2014/main" id="{E7044E90-AABC-429B-4337-5DA1977F6E12}"/>
                </a:ext>
              </a:extLst>
            </p:cNvPr>
            <p:cNvSpPr/>
            <p:nvPr/>
          </p:nvSpPr>
          <p:spPr>
            <a:xfrm>
              <a:off x="3261425" y="5005475"/>
              <a:ext cx="265300" cy="191150"/>
            </a:xfrm>
            <a:custGeom>
              <a:avLst/>
              <a:gdLst/>
              <a:ahLst/>
              <a:cxnLst/>
              <a:rect l="l" t="t" r="r" b="b"/>
              <a:pathLst>
                <a:path w="10612" h="7646" extrusionOk="0">
                  <a:moveTo>
                    <a:pt x="5879" y="1"/>
                  </a:moveTo>
                  <a:lnTo>
                    <a:pt x="851" y="6397"/>
                  </a:lnTo>
                  <a:cubicBezTo>
                    <a:pt x="851" y="6397"/>
                    <a:pt x="1" y="7395"/>
                    <a:pt x="1517" y="7580"/>
                  </a:cubicBezTo>
                  <a:cubicBezTo>
                    <a:pt x="2022" y="7629"/>
                    <a:pt x="3201" y="7646"/>
                    <a:pt x="4548" y="7646"/>
                  </a:cubicBezTo>
                  <a:cubicBezTo>
                    <a:pt x="7243" y="7646"/>
                    <a:pt x="10612" y="7580"/>
                    <a:pt x="10612" y="7580"/>
                  </a:cubicBezTo>
                  <a:lnTo>
                    <a:pt x="10612" y="99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4705;p64">
              <a:extLst>
                <a:ext uri="{FF2B5EF4-FFF2-40B4-BE49-F238E27FC236}">
                  <a16:creationId xmlns:a16="http://schemas.microsoft.com/office/drawing/2014/main" id="{0CE733FA-C02D-48C2-3001-B7207BC4082F}"/>
                </a:ext>
              </a:extLst>
            </p:cNvPr>
            <p:cNvSpPr/>
            <p:nvPr/>
          </p:nvSpPr>
          <p:spPr>
            <a:xfrm>
              <a:off x="3268825" y="4997850"/>
              <a:ext cx="265300" cy="206375"/>
            </a:xfrm>
            <a:custGeom>
              <a:avLst/>
              <a:gdLst/>
              <a:ahLst/>
              <a:cxnLst/>
              <a:rect l="l" t="t" r="r" b="b"/>
              <a:pathLst>
                <a:path w="10612" h="8255" extrusionOk="0">
                  <a:moveTo>
                    <a:pt x="5724" y="640"/>
                  </a:moveTo>
                  <a:lnTo>
                    <a:pt x="9983" y="1563"/>
                  </a:lnTo>
                  <a:lnTo>
                    <a:pt x="9983" y="7566"/>
                  </a:lnTo>
                  <a:lnTo>
                    <a:pt x="9983" y="7566"/>
                  </a:lnTo>
                  <a:cubicBezTo>
                    <a:pt x="9629" y="7580"/>
                    <a:pt x="9021" y="7603"/>
                    <a:pt x="8282" y="7626"/>
                  </a:cubicBezTo>
                  <a:cubicBezTo>
                    <a:pt x="7099" y="7626"/>
                    <a:pt x="5583" y="7663"/>
                    <a:pt x="4252" y="7663"/>
                  </a:cubicBezTo>
                  <a:cubicBezTo>
                    <a:pt x="2921" y="7663"/>
                    <a:pt x="1738" y="7626"/>
                    <a:pt x="1258" y="7589"/>
                  </a:cubicBezTo>
                  <a:cubicBezTo>
                    <a:pt x="925" y="7552"/>
                    <a:pt x="777" y="7441"/>
                    <a:pt x="703" y="7404"/>
                  </a:cubicBezTo>
                  <a:cubicBezTo>
                    <a:pt x="629" y="7330"/>
                    <a:pt x="629" y="7330"/>
                    <a:pt x="629" y="7256"/>
                  </a:cubicBezTo>
                  <a:cubicBezTo>
                    <a:pt x="629" y="7219"/>
                    <a:pt x="666" y="7109"/>
                    <a:pt x="703" y="7035"/>
                  </a:cubicBezTo>
                  <a:lnTo>
                    <a:pt x="777" y="6924"/>
                  </a:lnTo>
                  <a:lnTo>
                    <a:pt x="777" y="6887"/>
                  </a:lnTo>
                  <a:lnTo>
                    <a:pt x="5724" y="640"/>
                  </a:lnTo>
                  <a:close/>
                  <a:moveTo>
                    <a:pt x="5596" y="0"/>
                  </a:moveTo>
                  <a:cubicBezTo>
                    <a:pt x="5507" y="0"/>
                    <a:pt x="5422" y="61"/>
                    <a:pt x="5361" y="121"/>
                  </a:cubicBezTo>
                  <a:lnTo>
                    <a:pt x="296" y="6517"/>
                  </a:lnTo>
                  <a:lnTo>
                    <a:pt x="308" y="6525"/>
                  </a:lnTo>
                  <a:lnTo>
                    <a:pt x="308" y="6525"/>
                  </a:lnTo>
                  <a:cubicBezTo>
                    <a:pt x="268" y="6548"/>
                    <a:pt x="208" y="6620"/>
                    <a:pt x="149" y="6739"/>
                  </a:cubicBezTo>
                  <a:cubicBezTo>
                    <a:pt x="112" y="6850"/>
                    <a:pt x="1" y="7035"/>
                    <a:pt x="1" y="7256"/>
                  </a:cubicBezTo>
                  <a:cubicBezTo>
                    <a:pt x="1" y="7478"/>
                    <a:pt x="112" y="7737"/>
                    <a:pt x="296" y="7885"/>
                  </a:cubicBezTo>
                  <a:cubicBezTo>
                    <a:pt x="518" y="8033"/>
                    <a:pt x="814" y="8144"/>
                    <a:pt x="1184" y="8181"/>
                  </a:cubicBezTo>
                  <a:cubicBezTo>
                    <a:pt x="1738" y="8255"/>
                    <a:pt x="2884" y="8255"/>
                    <a:pt x="4252" y="8255"/>
                  </a:cubicBezTo>
                  <a:cubicBezTo>
                    <a:pt x="6951" y="8255"/>
                    <a:pt x="10316" y="8181"/>
                    <a:pt x="10316" y="8181"/>
                  </a:cubicBezTo>
                  <a:cubicBezTo>
                    <a:pt x="10463" y="8181"/>
                    <a:pt x="10611" y="8033"/>
                    <a:pt x="10611" y="7885"/>
                  </a:cubicBezTo>
                  <a:lnTo>
                    <a:pt x="10611" y="1304"/>
                  </a:lnTo>
                  <a:cubicBezTo>
                    <a:pt x="10611" y="1193"/>
                    <a:pt x="10500" y="1045"/>
                    <a:pt x="10352" y="1008"/>
                  </a:cubicBezTo>
                  <a:lnTo>
                    <a:pt x="5657" y="10"/>
                  </a:lnTo>
                  <a:cubicBezTo>
                    <a:pt x="5637" y="3"/>
                    <a:pt x="5617" y="0"/>
                    <a:pt x="5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4706;p64">
              <a:extLst>
                <a:ext uri="{FF2B5EF4-FFF2-40B4-BE49-F238E27FC236}">
                  <a16:creationId xmlns:a16="http://schemas.microsoft.com/office/drawing/2014/main" id="{FFEA4B2E-EAA6-ACA7-9EB3-DCEA0307172F}"/>
                </a:ext>
              </a:extLst>
            </p:cNvPr>
            <p:cNvSpPr/>
            <p:nvPr/>
          </p:nvSpPr>
          <p:spPr>
            <a:xfrm>
              <a:off x="3389900" y="4063650"/>
              <a:ext cx="271775" cy="1028750"/>
            </a:xfrm>
            <a:custGeom>
              <a:avLst/>
              <a:gdLst/>
              <a:ahLst/>
              <a:cxnLst/>
              <a:rect l="l" t="t" r="r" b="b"/>
              <a:pathLst>
                <a:path w="10871" h="41150" extrusionOk="0">
                  <a:moveTo>
                    <a:pt x="297" y="1"/>
                  </a:moveTo>
                  <a:lnTo>
                    <a:pt x="1" y="39264"/>
                  </a:lnTo>
                  <a:cubicBezTo>
                    <a:pt x="1" y="40299"/>
                    <a:pt x="851" y="41149"/>
                    <a:pt x="1886" y="41149"/>
                  </a:cubicBezTo>
                  <a:lnTo>
                    <a:pt x="3365" y="41149"/>
                  </a:lnTo>
                  <a:cubicBezTo>
                    <a:pt x="4289" y="41149"/>
                    <a:pt x="5066" y="40484"/>
                    <a:pt x="5214" y="39559"/>
                  </a:cubicBezTo>
                  <a:lnTo>
                    <a:pt x="10870" y="388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4707;p64">
              <a:extLst>
                <a:ext uri="{FF2B5EF4-FFF2-40B4-BE49-F238E27FC236}">
                  <a16:creationId xmlns:a16="http://schemas.microsoft.com/office/drawing/2014/main" id="{0DBDF888-50C6-44C0-FB15-192FB3E90467}"/>
                </a:ext>
              </a:extLst>
            </p:cNvPr>
            <p:cNvSpPr/>
            <p:nvPr/>
          </p:nvSpPr>
          <p:spPr>
            <a:xfrm>
              <a:off x="3382525" y="4055650"/>
              <a:ext cx="287450" cy="1044125"/>
            </a:xfrm>
            <a:custGeom>
              <a:avLst/>
              <a:gdLst/>
              <a:ahLst/>
              <a:cxnLst/>
              <a:rect l="l" t="t" r="r" b="b"/>
              <a:pathLst>
                <a:path w="11498" h="41765" extrusionOk="0">
                  <a:moveTo>
                    <a:pt x="921" y="777"/>
                  </a:moveTo>
                  <a:lnTo>
                    <a:pt x="10832" y="4388"/>
                  </a:lnTo>
                  <a:lnTo>
                    <a:pt x="5213" y="39842"/>
                  </a:lnTo>
                  <a:cubicBezTo>
                    <a:pt x="5102" y="40619"/>
                    <a:pt x="4437" y="41173"/>
                    <a:pt x="3660" y="41173"/>
                  </a:cubicBezTo>
                  <a:lnTo>
                    <a:pt x="2181" y="41173"/>
                  </a:lnTo>
                  <a:cubicBezTo>
                    <a:pt x="1331" y="41173"/>
                    <a:pt x="629" y="40471"/>
                    <a:pt x="629" y="39584"/>
                  </a:cubicBezTo>
                  <a:lnTo>
                    <a:pt x="921" y="777"/>
                  </a:lnTo>
                  <a:close/>
                  <a:moveTo>
                    <a:pt x="597" y="1"/>
                  </a:moveTo>
                  <a:cubicBezTo>
                    <a:pt x="543" y="1"/>
                    <a:pt x="487" y="19"/>
                    <a:pt x="444" y="62"/>
                  </a:cubicBezTo>
                  <a:cubicBezTo>
                    <a:pt x="333" y="99"/>
                    <a:pt x="296" y="210"/>
                    <a:pt x="296" y="321"/>
                  </a:cubicBezTo>
                  <a:lnTo>
                    <a:pt x="0" y="39584"/>
                  </a:lnTo>
                  <a:cubicBezTo>
                    <a:pt x="0" y="40804"/>
                    <a:pt x="961" y="41765"/>
                    <a:pt x="2181" y="41765"/>
                  </a:cubicBezTo>
                  <a:lnTo>
                    <a:pt x="3660" y="41765"/>
                  </a:lnTo>
                  <a:cubicBezTo>
                    <a:pt x="4732" y="41765"/>
                    <a:pt x="5657" y="40989"/>
                    <a:pt x="5804" y="39953"/>
                  </a:cubicBezTo>
                  <a:lnTo>
                    <a:pt x="11461" y="4240"/>
                  </a:lnTo>
                  <a:cubicBezTo>
                    <a:pt x="11498" y="4092"/>
                    <a:pt x="11424" y="3944"/>
                    <a:pt x="11276" y="3907"/>
                  </a:cubicBezTo>
                  <a:lnTo>
                    <a:pt x="703" y="25"/>
                  </a:lnTo>
                  <a:cubicBezTo>
                    <a:pt x="672" y="10"/>
                    <a:pt x="635" y="1"/>
                    <a:pt x="5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4708;p64">
              <a:extLst>
                <a:ext uri="{FF2B5EF4-FFF2-40B4-BE49-F238E27FC236}">
                  <a16:creationId xmlns:a16="http://schemas.microsoft.com/office/drawing/2014/main" id="{447BB10B-0DB4-1CC2-ABA6-4EA64116C5BF}"/>
                </a:ext>
              </a:extLst>
            </p:cNvPr>
            <p:cNvSpPr/>
            <p:nvPr/>
          </p:nvSpPr>
          <p:spPr>
            <a:xfrm>
              <a:off x="3397300" y="3850150"/>
              <a:ext cx="427050" cy="427050"/>
            </a:xfrm>
            <a:custGeom>
              <a:avLst/>
              <a:gdLst/>
              <a:ahLst/>
              <a:cxnLst/>
              <a:rect l="l" t="t" r="r" b="b"/>
              <a:pathLst>
                <a:path w="17082" h="17082" extrusionOk="0">
                  <a:moveTo>
                    <a:pt x="8541" y="1"/>
                  </a:moveTo>
                  <a:cubicBezTo>
                    <a:pt x="3846" y="1"/>
                    <a:pt x="1" y="3809"/>
                    <a:pt x="1" y="8541"/>
                  </a:cubicBezTo>
                  <a:cubicBezTo>
                    <a:pt x="1" y="13236"/>
                    <a:pt x="3846" y="17081"/>
                    <a:pt x="8541" y="17081"/>
                  </a:cubicBezTo>
                  <a:cubicBezTo>
                    <a:pt x="13273" y="17081"/>
                    <a:pt x="17081" y="13236"/>
                    <a:pt x="17081" y="8541"/>
                  </a:cubicBezTo>
                  <a:cubicBezTo>
                    <a:pt x="17081" y="3809"/>
                    <a:pt x="13273" y="1"/>
                    <a:pt x="8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4709;p64">
              <a:extLst>
                <a:ext uri="{FF2B5EF4-FFF2-40B4-BE49-F238E27FC236}">
                  <a16:creationId xmlns:a16="http://schemas.microsoft.com/office/drawing/2014/main" id="{C4A4F956-BD8E-470A-260B-4E58DE8D3176}"/>
                </a:ext>
              </a:extLst>
            </p:cNvPr>
            <p:cNvSpPr/>
            <p:nvPr/>
          </p:nvSpPr>
          <p:spPr>
            <a:xfrm>
              <a:off x="3389900" y="3841825"/>
              <a:ext cx="442750" cy="442750"/>
            </a:xfrm>
            <a:custGeom>
              <a:avLst/>
              <a:gdLst/>
              <a:ahLst/>
              <a:cxnLst/>
              <a:rect l="l" t="t" r="r" b="b"/>
              <a:pathLst>
                <a:path w="17710" h="17710" extrusionOk="0">
                  <a:moveTo>
                    <a:pt x="8837" y="629"/>
                  </a:moveTo>
                  <a:cubicBezTo>
                    <a:pt x="11129" y="629"/>
                    <a:pt x="13199" y="1554"/>
                    <a:pt x="14678" y="3032"/>
                  </a:cubicBezTo>
                  <a:cubicBezTo>
                    <a:pt x="16157" y="4548"/>
                    <a:pt x="17081" y="6582"/>
                    <a:pt x="17081" y="8874"/>
                  </a:cubicBezTo>
                  <a:cubicBezTo>
                    <a:pt x="17081" y="11129"/>
                    <a:pt x="16157" y="13199"/>
                    <a:pt x="14678" y="14678"/>
                  </a:cubicBezTo>
                  <a:cubicBezTo>
                    <a:pt x="13199" y="16194"/>
                    <a:pt x="11129" y="17081"/>
                    <a:pt x="8837" y="17081"/>
                  </a:cubicBezTo>
                  <a:cubicBezTo>
                    <a:pt x="6582" y="17081"/>
                    <a:pt x="4511" y="16194"/>
                    <a:pt x="3032" y="14678"/>
                  </a:cubicBezTo>
                  <a:cubicBezTo>
                    <a:pt x="1554" y="13199"/>
                    <a:pt x="629" y="11129"/>
                    <a:pt x="629" y="8874"/>
                  </a:cubicBezTo>
                  <a:cubicBezTo>
                    <a:pt x="629" y="6582"/>
                    <a:pt x="1554" y="4548"/>
                    <a:pt x="3032" y="3032"/>
                  </a:cubicBezTo>
                  <a:cubicBezTo>
                    <a:pt x="4511" y="1554"/>
                    <a:pt x="6582" y="629"/>
                    <a:pt x="8837" y="629"/>
                  </a:cubicBezTo>
                  <a:close/>
                  <a:moveTo>
                    <a:pt x="8837" y="1"/>
                  </a:moveTo>
                  <a:cubicBezTo>
                    <a:pt x="3957" y="1"/>
                    <a:pt x="1" y="3994"/>
                    <a:pt x="1" y="8874"/>
                  </a:cubicBezTo>
                  <a:cubicBezTo>
                    <a:pt x="1" y="13754"/>
                    <a:pt x="3957" y="17710"/>
                    <a:pt x="8837" y="17710"/>
                  </a:cubicBezTo>
                  <a:cubicBezTo>
                    <a:pt x="13754" y="17710"/>
                    <a:pt x="17710" y="13754"/>
                    <a:pt x="17710" y="8874"/>
                  </a:cubicBezTo>
                  <a:cubicBezTo>
                    <a:pt x="17710" y="3994"/>
                    <a:pt x="13754" y="1"/>
                    <a:pt x="8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4710;p64">
              <a:extLst>
                <a:ext uri="{FF2B5EF4-FFF2-40B4-BE49-F238E27FC236}">
                  <a16:creationId xmlns:a16="http://schemas.microsoft.com/office/drawing/2014/main" id="{178D593D-FF14-0BBA-0A9D-32DF3297D581}"/>
                </a:ext>
              </a:extLst>
            </p:cNvPr>
            <p:cNvSpPr/>
            <p:nvPr/>
          </p:nvSpPr>
          <p:spPr>
            <a:xfrm>
              <a:off x="4143175" y="5005475"/>
              <a:ext cx="265300" cy="191150"/>
            </a:xfrm>
            <a:custGeom>
              <a:avLst/>
              <a:gdLst/>
              <a:ahLst/>
              <a:cxnLst/>
              <a:rect l="l" t="t" r="r" b="b"/>
              <a:pathLst>
                <a:path w="10612" h="7646" extrusionOk="0">
                  <a:moveTo>
                    <a:pt x="4733" y="1"/>
                  </a:moveTo>
                  <a:lnTo>
                    <a:pt x="1" y="999"/>
                  </a:lnTo>
                  <a:lnTo>
                    <a:pt x="1" y="7580"/>
                  </a:lnTo>
                  <a:cubicBezTo>
                    <a:pt x="1" y="7580"/>
                    <a:pt x="3369" y="7646"/>
                    <a:pt x="6064" y="7646"/>
                  </a:cubicBezTo>
                  <a:cubicBezTo>
                    <a:pt x="7411" y="7646"/>
                    <a:pt x="8590" y="7629"/>
                    <a:pt x="9096" y="7580"/>
                  </a:cubicBezTo>
                  <a:cubicBezTo>
                    <a:pt x="10611" y="7395"/>
                    <a:pt x="9761" y="6397"/>
                    <a:pt x="9761" y="6397"/>
                  </a:cubicBezTo>
                  <a:lnTo>
                    <a:pt x="47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4711;p64">
              <a:extLst>
                <a:ext uri="{FF2B5EF4-FFF2-40B4-BE49-F238E27FC236}">
                  <a16:creationId xmlns:a16="http://schemas.microsoft.com/office/drawing/2014/main" id="{6855A561-0399-1AD1-C1A9-72103A15B3F6}"/>
                </a:ext>
              </a:extLst>
            </p:cNvPr>
            <p:cNvSpPr/>
            <p:nvPr/>
          </p:nvSpPr>
          <p:spPr>
            <a:xfrm>
              <a:off x="4135800" y="4997850"/>
              <a:ext cx="265275" cy="206375"/>
            </a:xfrm>
            <a:custGeom>
              <a:avLst/>
              <a:gdLst/>
              <a:ahLst/>
              <a:cxnLst/>
              <a:rect l="l" t="t" r="r" b="b"/>
              <a:pathLst>
                <a:path w="10611" h="8255" extrusionOk="0">
                  <a:moveTo>
                    <a:pt x="4887" y="640"/>
                  </a:moveTo>
                  <a:lnTo>
                    <a:pt x="9797" y="6887"/>
                  </a:lnTo>
                  <a:lnTo>
                    <a:pt x="9834" y="6887"/>
                  </a:lnTo>
                  <a:cubicBezTo>
                    <a:pt x="9834" y="6887"/>
                    <a:pt x="9871" y="6961"/>
                    <a:pt x="9908" y="7035"/>
                  </a:cubicBezTo>
                  <a:cubicBezTo>
                    <a:pt x="9945" y="7109"/>
                    <a:pt x="9982" y="7219"/>
                    <a:pt x="9982" y="7256"/>
                  </a:cubicBezTo>
                  <a:cubicBezTo>
                    <a:pt x="9982" y="7330"/>
                    <a:pt x="9982" y="7330"/>
                    <a:pt x="9908" y="7404"/>
                  </a:cubicBezTo>
                  <a:cubicBezTo>
                    <a:pt x="9834" y="7441"/>
                    <a:pt x="9686" y="7552"/>
                    <a:pt x="9354" y="7589"/>
                  </a:cubicBezTo>
                  <a:cubicBezTo>
                    <a:pt x="8873" y="7626"/>
                    <a:pt x="7690" y="7663"/>
                    <a:pt x="6359" y="7663"/>
                  </a:cubicBezTo>
                  <a:cubicBezTo>
                    <a:pt x="5028" y="7663"/>
                    <a:pt x="3512" y="7626"/>
                    <a:pt x="2329" y="7626"/>
                  </a:cubicBezTo>
                  <a:cubicBezTo>
                    <a:pt x="1564" y="7602"/>
                    <a:pt x="938" y="7578"/>
                    <a:pt x="592" y="7564"/>
                  </a:cubicBezTo>
                  <a:lnTo>
                    <a:pt x="592" y="7564"/>
                  </a:lnTo>
                  <a:lnTo>
                    <a:pt x="592" y="1563"/>
                  </a:lnTo>
                  <a:lnTo>
                    <a:pt x="4887" y="640"/>
                  </a:lnTo>
                  <a:close/>
                  <a:moveTo>
                    <a:pt x="5015" y="0"/>
                  </a:moveTo>
                  <a:cubicBezTo>
                    <a:pt x="4995" y="0"/>
                    <a:pt x="4975" y="3"/>
                    <a:pt x="4954" y="10"/>
                  </a:cubicBezTo>
                  <a:lnTo>
                    <a:pt x="222" y="1008"/>
                  </a:lnTo>
                  <a:cubicBezTo>
                    <a:pt x="111" y="1045"/>
                    <a:pt x="0" y="1193"/>
                    <a:pt x="0" y="1304"/>
                  </a:cubicBezTo>
                  <a:lnTo>
                    <a:pt x="0" y="7885"/>
                  </a:lnTo>
                  <a:cubicBezTo>
                    <a:pt x="0" y="8033"/>
                    <a:pt x="111" y="8181"/>
                    <a:pt x="296" y="8181"/>
                  </a:cubicBezTo>
                  <a:cubicBezTo>
                    <a:pt x="296" y="8181"/>
                    <a:pt x="3660" y="8255"/>
                    <a:pt x="6359" y="8255"/>
                  </a:cubicBezTo>
                  <a:cubicBezTo>
                    <a:pt x="7690" y="8255"/>
                    <a:pt x="8873" y="8255"/>
                    <a:pt x="9428" y="8181"/>
                  </a:cubicBezTo>
                  <a:cubicBezTo>
                    <a:pt x="9797" y="8144"/>
                    <a:pt x="10093" y="8033"/>
                    <a:pt x="10278" y="7885"/>
                  </a:cubicBezTo>
                  <a:cubicBezTo>
                    <a:pt x="10500" y="7737"/>
                    <a:pt x="10611" y="7478"/>
                    <a:pt x="10611" y="7256"/>
                  </a:cubicBezTo>
                  <a:cubicBezTo>
                    <a:pt x="10611" y="7035"/>
                    <a:pt x="10500" y="6850"/>
                    <a:pt x="10426" y="6739"/>
                  </a:cubicBezTo>
                  <a:cubicBezTo>
                    <a:pt x="10352" y="6591"/>
                    <a:pt x="10315" y="6517"/>
                    <a:pt x="10278" y="6517"/>
                  </a:cubicBezTo>
                  <a:lnTo>
                    <a:pt x="5250" y="121"/>
                  </a:lnTo>
                  <a:cubicBezTo>
                    <a:pt x="5190" y="61"/>
                    <a:pt x="5105" y="0"/>
                    <a:pt x="5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4712;p64">
              <a:extLst>
                <a:ext uri="{FF2B5EF4-FFF2-40B4-BE49-F238E27FC236}">
                  <a16:creationId xmlns:a16="http://schemas.microsoft.com/office/drawing/2014/main" id="{98E2E47B-6A85-A087-0B42-32E09EDEF7C5}"/>
                </a:ext>
              </a:extLst>
            </p:cNvPr>
            <p:cNvSpPr/>
            <p:nvPr/>
          </p:nvSpPr>
          <p:spPr>
            <a:xfrm>
              <a:off x="4008250" y="4063650"/>
              <a:ext cx="271750" cy="1028750"/>
            </a:xfrm>
            <a:custGeom>
              <a:avLst/>
              <a:gdLst/>
              <a:ahLst/>
              <a:cxnLst/>
              <a:rect l="l" t="t" r="r" b="b"/>
              <a:pathLst>
                <a:path w="10870" h="41150" extrusionOk="0">
                  <a:moveTo>
                    <a:pt x="10574" y="1"/>
                  </a:moveTo>
                  <a:lnTo>
                    <a:pt x="0" y="3883"/>
                  </a:lnTo>
                  <a:lnTo>
                    <a:pt x="5657" y="39559"/>
                  </a:lnTo>
                  <a:cubicBezTo>
                    <a:pt x="5805" y="40484"/>
                    <a:pt x="6581" y="41149"/>
                    <a:pt x="7505" y="41149"/>
                  </a:cubicBezTo>
                  <a:lnTo>
                    <a:pt x="8984" y="41149"/>
                  </a:lnTo>
                  <a:cubicBezTo>
                    <a:pt x="10019" y="41149"/>
                    <a:pt x="10870" y="40299"/>
                    <a:pt x="10870" y="39264"/>
                  </a:cubicBezTo>
                  <a:lnTo>
                    <a:pt x="105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4713;p64">
              <a:extLst>
                <a:ext uri="{FF2B5EF4-FFF2-40B4-BE49-F238E27FC236}">
                  <a16:creationId xmlns:a16="http://schemas.microsoft.com/office/drawing/2014/main" id="{F84A15A2-5EDC-A046-5441-37735C92C0D9}"/>
                </a:ext>
              </a:extLst>
            </p:cNvPr>
            <p:cNvSpPr/>
            <p:nvPr/>
          </p:nvSpPr>
          <p:spPr>
            <a:xfrm>
              <a:off x="3999925" y="4055650"/>
              <a:ext cx="287475" cy="1044125"/>
            </a:xfrm>
            <a:custGeom>
              <a:avLst/>
              <a:gdLst/>
              <a:ahLst/>
              <a:cxnLst/>
              <a:rect l="l" t="t" r="r" b="b"/>
              <a:pathLst>
                <a:path w="11499" h="41765" extrusionOk="0">
                  <a:moveTo>
                    <a:pt x="10577" y="764"/>
                  </a:moveTo>
                  <a:lnTo>
                    <a:pt x="10870" y="39584"/>
                  </a:lnTo>
                  <a:cubicBezTo>
                    <a:pt x="10870" y="40471"/>
                    <a:pt x="10167" y="41173"/>
                    <a:pt x="9317" y="41173"/>
                  </a:cubicBezTo>
                  <a:lnTo>
                    <a:pt x="7838" y="41173"/>
                  </a:lnTo>
                  <a:cubicBezTo>
                    <a:pt x="7062" y="41173"/>
                    <a:pt x="6396" y="40619"/>
                    <a:pt x="6285" y="39842"/>
                  </a:cubicBezTo>
                  <a:lnTo>
                    <a:pt x="666" y="4388"/>
                  </a:lnTo>
                  <a:lnTo>
                    <a:pt x="10577" y="764"/>
                  </a:lnTo>
                  <a:close/>
                  <a:moveTo>
                    <a:pt x="10902" y="1"/>
                  </a:moveTo>
                  <a:cubicBezTo>
                    <a:pt x="10863" y="1"/>
                    <a:pt x="10827" y="10"/>
                    <a:pt x="10796" y="25"/>
                  </a:cubicBezTo>
                  <a:lnTo>
                    <a:pt x="222" y="3907"/>
                  </a:lnTo>
                  <a:cubicBezTo>
                    <a:pt x="74" y="3944"/>
                    <a:pt x="0" y="4092"/>
                    <a:pt x="37" y="4240"/>
                  </a:cubicBezTo>
                  <a:lnTo>
                    <a:pt x="5657" y="39953"/>
                  </a:lnTo>
                  <a:cubicBezTo>
                    <a:pt x="5842" y="40989"/>
                    <a:pt x="6766" y="41765"/>
                    <a:pt x="7838" y="41765"/>
                  </a:cubicBezTo>
                  <a:lnTo>
                    <a:pt x="9317" y="41765"/>
                  </a:lnTo>
                  <a:cubicBezTo>
                    <a:pt x="10500" y="41765"/>
                    <a:pt x="11498" y="40804"/>
                    <a:pt x="11498" y="39584"/>
                  </a:cubicBezTo>
                  <a:lnTo>
                    <a:pt x="11203" y="321"/>
                  </a:lnTo>
                  <a:cubicBezTo>
                    <a:pt x="11203" y="210"/>
                    <a:pt x="11129" y="99"/>
                    <a:pt x="11055" y="62"/>
                  </a:cubicBezTo>
                  <a:cubicBezTo>
                    <a:pt x="11011" y="19"/>
                    <a:pt x="10955" y="1"/>
                    <a:pt x="10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4714;p64">
              <a:extLst>
                <a:ext uri="{FF2B5EF4-FFF2-40B4-BE49-F238E27FC236}">
                  <a16:creationId xmlns:a16="http://schemas.microsoft.com/office/drawing/2014/main" id="{30656BB6-A9DE-2DBC-D420-0CAB4349DB9A}"/>
                </a:ext>
              </a:extLst>
            </p:cNvPr>
            <p:cNvSpPr/>
            <p:nvPr/>
          </p:nvSpPr>
          <p:spPr>
            <a:xfrm>
              <a:off x="3844650" y="3850150"/>
              <a:ext cx="427950" cy="427050"/>
            </a:xfrm>
            <a:custGeom>
              <a:avLst/>
              <a:gdLst/>
              <a:ahLst/>
              <a:cxnLst/>
              <a:rect l="l" t="t" r="r" b="b"/>
              <a:pathLst>
                <a:path w="17118" h="17082" extrusionOk="0">
                  <a:moveTo>
                    <a:pt x="8541" y="1"/>
                  </a:moveTo>
                  <a:cubicBezTo>
                    <a:pt x="3845" y="1"/>
                    <a:pt x="0" y="3809"/>
                    <a:pt x="0" y="8541"/>
                  </a:cubicBezTo>
                  <a:cubicBezTo>
                    <a:pt x="0" y="13236"/>
                    <a:pt x="3845" y="17081"/>
                    <a:pt x="8541" y="17081"/>
                  </a:cubicBezTo>
                  <a:cubicBezTo>
                    <a:pt x="13273" y="17081"/>
                    <a:pt x="17118" y="13236"/>
                    <a:pt x="17118" y="8541"/>
                  </a:cubicBezTo>
                  <a:cubicBezTo>
                    <a:pt x="17118" y="3809"/>
                    <a:pt x="13273" y="1"/>
                    <a:pt x="8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4715;p64">
              <a:extLst>
                <a:ext uri="{FF2B5EF4-FFF2-40B4-BE49-F238E27FC236}">
                  <a16:creationId xmlns:a16="http://schemas.microsoft.com/office/drawing/2014/main" id="{C2571D5B-79D0-F1C9-BA2E-3FFDB4D1DC7A}"/>
                </a:ext>
              </a:extLst>
            </p:cNvPr>
            <p:cNvSpPr/>
            <p:nvPr/>
          </p:nvSpPr>
          <p:spPr>
            <a:xfrm>
              <a:off x="3837250" y="3841825"/>
              <a:ext cx="442750" cy="442750"/>
            </a:xfrm>
            <a:custGeom>
              <a:avLst/>
              <a:gdLst/>
              <a:ahLst/>
              <a:cxnLst/>
              <a:rect l="l" t="t" r="r" b="b"/>
              <a:pathLst>
                <a:path w="17710" h="17710" extrusionOk="0">
                  <a:moveTo>
                    <a:pt x="8837" y="629"/>
                  </a:moveTo>
                  <a:cubicBezTo>
                    <a:pt x="11129" y="629"/>
                    <a:pt x="13199" y="1554"/>
                    <a:pt x="14678" y="3032"/>
                  </a:cubicBezTo>
                  <a:cubicBezTo>
                    <a:pt x="16157" y="4548"/>
                    <a:pt x="17081" y="6582"/>
                    <a:pt x="17081" y="8874"/>
                  </a:cubicBezTo>
                  <a:cubicBezTo>
                    <a:pt x="17081" y="11129"/>
                    <a:pt x="16157" y="13199"/>
                    <a:pt x="14678" y="14678"/>
                  </a:cubicBezTo>
                  <a:cubicBezTo>
                    <a:pt x="13199" y="16194"/>
                    <a:pt x="11129" y="17081"/>
                    <a:pt x="8837" y="17081"/>
                  </a:cubicBezTo>
                  <a:cubicBezTo>
                    <a:pt x="6581" y="17081"/>
                    <a:pt x="4511" y="16194"/>
                    <a:pt x="3032" y="14678"/>
                  </a:cubicBezTo>
                  <a:cubicBezTo>
                    <a:pt x="1553" y="13199"/>
                    <a:pt x="629" y="11129"/>
                    <a:pt x="629" y="8874"/>
                  </a:cubicBezTo>
                  <a:cubicBezTo>
                    <a:pt x="629" y="6582"/>
                    <a:pt x="1553" y="4548"/>
                    <a:pt x="3032" y="3032"/>
                  </a:cubicBezTo>
                  <a:cubicBezTo>
                    <a:pt x="4511" y="1554"/>
                    <a:pt x="6581" y="629"/>
                    <a:pt x="8837" y="629"/>
                  </a:cubicBezTo>
                  <a:close/>
                  <a:moveTo>
                    <a:pt x="8837" y="1"/>
                  </a:moveTo>
                  <a:cubicBezTo>
                    <a:pt x="3956" y="1"/>
                    <a:pt x="1" y="3994"/>
                    <a:pt x="1" y="8874"/>
                  </a:cubicBezTo>
                  <a:cubicBezTo>
                    <a:pt x="1" y="13754"/>
                    <a:pt x="3956" y="17710"/>
                    <a:pt x="8837" y="17710"/>
                  </a:cubicBezTo>
                  <a:cubicBezTo>
                    <a:pt x="13754" y="17710"/>
                    <a:pt x="17710" y="13754"/>
                    <a:pt x="17710" y="8874"/>
                  </a:cubicBezTo>
                  <a:cubicBezTo>
                    <a:pt x="17710" y="3994"/>
                    <a:pt x="13754" y="1"/>
                    <a:pt x="8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4716;p64">
              <a:extLst>
                <a:ext uri="{FF2B5EF4-FFF2-40B4-BE49-F238E27FC236}">
                  <a16:creationId xmlns:a16="http://schemas.microsoft.com/office/drawing/2014/main" id="{F45CCF3D-6F0E-6F14-B114-5E7200D2B13C}"/>
                </a:ext>
              </a:extLst>
            </p:cNvPr>
            <p:cNvSpPr/>
            <p:nvPr/>
          </p:nvSpPr>
          <p:spPr>
            <a:xfrm>
              <a:off x="3685675" y="2397200"/>
              <a:ext cx="332750" cy="450150"/>
            </a:xfrm>
            <a:custGeom>
              <a:avLst/>
              <a:gdLst/>
              <a:ahLst/>
              <a:cxnLst/>
              <a:rect l="l" t="t" r="r" b="b"/>
              <a:pathLst>
                <a:path w="13310" h="18006" extrusionOk="0">
                  <a:moveTo>
                    <a:pt x="6433" y="1"/>
                  </a:moveTo>
                  <a:cubicBezTo>
                    <a:pt x="5657" y="1"/>
                    <a:pt x="4881" y="112"/>
                    <a:pt x="4252" y="333"/>
                  </a:cubicBezTo>
                  <a:cubicBezTo>
                    <a:pt x="0" y="2034"/>
                    <a:pt x="1442" y="9280"/>
                    <a:pt x="2034" y="12755"/>
                  </a:cubicBezTo>
                  <a:cubicBezTo>
                    <a:pt x="2516" y="15718"/>
                    <a:pt x="5405" y="18006"/>
                    <a:pt x="8369" y="18006"/>
                  </a:cubicBezTo>
                  <a:cubicBezTo>
                    <a:pt x="8586" y="18006"/>
                    <a:pt x="8804" y="17994"/>
                    <a:pt x="9021" y="17968"/>
                  </a:cubicBezTo>
                  <a:cubicBezTo>
                    <a:pt x="13125" y="17525"/>
                    <a:pt x="13310" y="12534"/>
                    <a:pt x="13162" y="9391"/>
                  </a:cubicBezTo>
                  <a:cubicBezTo>
                    <a:pt x="12903" y="4770"/>
                    <a:pt x="12090" y="38"/>
                    <a:pt x="64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4717;p64">
              <a:extLst>
                <a:ext uri="{FF2B5EF4-FFF2-40B4-BE49-F238E27FC236}">
                  <a16:creationId xmlns:a16="http://schemas.microsoft.com/office/drawing/2014/main" id="{63BB4238-1AC1-F7DB-FDEF-AA94544D0F97}"/>
                </a:ext>
              </a:extLst>
            </p:cNvPr>
            <p:cNvSpPr/>
            <p:nvPr/>
          </p:nvSpPr>
          <p:spPr>
            <a:xfrm>
              <a:off x="3710625" y="2388875"/>
              <a:ext cx="312425" cy="466800"/>
            </a:xfrm>
            <a:custGeom>
              <a:avLst/>
              <a:gdLst/>
              <a:ahLst/>
              <a:cxnLst/>
              <a:rect l="l" t="t" r="r" b="b"/>
              <a:pathLst>
                <a:path w="12497" h="18672" extrusionOk="0">
                  <a:moveTo>
                    <a:pt x="5435" y="629"/>
                  </a:moveTo>
                  <a:cubicBezTo>
                    <a:pt x="6803" y="629"/>
                    <a:pt x="7838" y="925"/>
                    <a:pt x="8689" y="1406"/>
                  </a:cubicBezTo>
                  <a:cubicBezTo>
                    <a:pt x="9909" y="2145"/>
                    <a:pt x="10648" y="3365"/>
                    <a:pt x="11092" y="4807"/>
                  </a:cubicBezTo>
                  <a:cubicBezTo>
                    <a:pt x="11572" y="6286"/>
                    <a:pt x="11757" y="8023"/>
                    <a:pt x="11831" y="9761"/>
                  </a:cubicBezTo>
                  <a:cubicBezTo>
                    <a:pt x="11868" y="10168"/>
                    <a:pt x="11868" y="10648"/>
                    <a:pt x="11868" y="11129"/>
                  </a:cubicBezTo>
                  <a:cubicBezTo>
                    <a:pt x="11868" y="12645"/>
                    <a:pt x="11720" y="14309"/>
                    <a:pt x="11129" y="15602"/>
                  </a:cubicBezTo>
                  <a:cubicBezTo>
                    <a:pt x="10870" y="16231"/>
                    <a:pt x="10463" y="16786"/>
                    <a:pt x="9983" y="17229"/>
                  </a:cubicBezTo>
                  <a:cubicBezTo>
                    <a:pt x="9465" y="17636"/>
                    <a:pt x="8837" y="17932"/>
                    <a:pt x="8023" y="18006"/>
                  </a:cubicBezTo>
                  <a:cubicBezTo>
                    <a:pt x="7801" y="18043"/>
                    <a:pt x="7617" y="18043"/>
                    <a:pt x="7395" y="18043"/>
                  </a:cubicBezTo>
                  <a:cubicBezTo>
                    <a:pt x="5990" y="18043"/>
                    <a:pt x="4585" y="17488"/>
                    <a:pt x="3476" y="16601"/>
                  </a:cubicBezTo>
                  <a:cubicBezTo>
                    <a:pt x="2367" y="15676"/>
                    <a:pt x="1553" y="14419"/>
                    <a:pt x="1332" y="13052"/>
                  </a:cubicBezTo>
                  <a:cubicBezTo>
                    <a:pt x="1073" y="11462"/>
                    <a:pt x="629" y="9059"/>
                    <a:pt x="629" y="6840"/>
                  </a:cubicBezTo>
                  <a:cubicBezTo>
                    <a:pt x="629" y="5509"/>
                    <a:pt x="777" y="4216"/>
                    <a:pt x="1221" y="3217"/>
                  </a:cubicBezTo>
                  <a:cubicBezTo>
                    <a:pt x="1627" y="2182"/>
                    <a:pt x="2293" y="1406"/>
                    <a:pt x="3365" y="962"/>
                  </a:cubicBezTo>
                  <a:cubicBezTo>
                    <a:pt x="3957" y="740"/>
                    <a:pt x="4659" y="629"/>
                    <a:pt x="5398" y="629"/>
                  </a:cubicBezTo>
                  <a:close/>
                  <a:moveTo>
                    <a:pt x="5398" y="1"/>
                  </a:moveTo>
                  <a:cubicBezTo>
                    <a:pt x="4585" y="1"/>
                    <a:pt x="3809" y="149"/>
                    <a:pt x="3143" y="408"/>
                  </a:cubicBezTo>
                  <a:cubicBezTo>
                    <a:pt x="1886" y="888"/>
                    <a:pt x="1110" y="1812"/>
                    <a:pt x="629" y="2959"/>
                  </a:cubicBezTo>
                  <a:cubicBezTo>
                    <a:pt x="149" y="4105"/>
                    <a:pt x="1" y="5473"/>
                    <a:pt x="1" y="6840"/>
                  </a:cubicBezTo>
                  <a:cubicBezTo>
                    <a:pt x="1" y="9133"/>
                    <a:pt x="481" y="11573"/>
                    <a:pt x="740" y="13162"/>
                  </a:cubicBezTo>
                  <a:cubicBezTo>
                    <a:pt x="999" y="14715"/>
                    <a:pt x="1886" y="16083"/>
                    <a:pt x="3069" y="17081"/>
                  </a:cubicBezTo>
                  <a:cubicBezTo>
                    <a:pt x="4289" y="18043"/>
                    <a:pt x="5842" y="18671"/>
                    <a:pt x="7395" y="18671"/>
                  </a:cubicBezTo>
                  <a:cubicBezTo>
                    <a:pt x="7617" y="18671"/>
                    <a:pt x="7838" y="18634"/>
                    <a:pt x="8060" y="18634"/>
                  </a:cubicBezTo>
                  <a:cubicBezTo>
                    <a:pt x="9021" y="18523"/>
                    <a:pt x="9761" y="18190"/>
                    <a:pt x="10352" y="17673"/>
                  </a:cubicBezTo>
                  <a:cubicBezTo>
                    <a:pt x="11277" y="16970"/>
                    <a:pt x="11794" y="15861"/>
                    <a:pt x="12090" y="14715"/>
                  </a:cubicBezTo>
                  <a:cubicBezTo>
                    <a:pt x="12423" y="13569"/>
                    <a:pt x="12497" y="12312"/>
                    <a:pt x="12497" y="11129"/>
                  </a:cubicBezTo>
                  <a:cubicBezTo>
                    <a:pt x="12497" y="10648"/>
                    <a:pt x="12497" y="10168"/>
                    <a:pt x="12460" y="9724"/>
                  </a:cubicBezTo>
                  <a:cubicBezTo>
                    <a:pt x="12312" y="7395"/>
                    <a:pt x="12053" y="4992"/>
                    <a:pt x="11092" y="3143"/>
                  </a:cubicBezTo>
                  <a:cubicBezTo>
                    <a:pt x="10611" y="2219"/>
                    <a:pt x="9909" y="1443"/>
                    <a:pt x="8985" y="888"/>
                  </a:cubicBezTo>
                  <a:cubicBezTo>
                    <a:pt x="8060" y="334"/>
                    <a:pt x="6877" y="38"/>
                    <a:pt x="5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4718;p64">
              <a:extLst>
                <a:ext uri="{FF2B5EF4-FFF2-40B4-BE49-F238E27FC236}">
                  <a16:creationId xmlns:a16="http://schemas.microsoft.com/office/drawing/2014/main" id="{34BA1171-339B-87C4-FBBD-1263B1DC2CBD}"/>
                </a:ext>
              </a:extLst>
            </p:cNvPr>
            <p:cNvSpPr/>
            <p:nvPr/>
          </p:nvSpPr>
          <p:spPr>
            <a:xfrm>
              <a:off x="3762400" y="2725350"/>
              <a:ext cx="136800" cy="153425"/>
            </a:xfrm>
            <a:custGeom>
              <a:avLst/>
              <a:gdLst/>
              <a:ahLst/>
              <a:cxnLst/>
              <a:rect l="l" t="t" r="r" b="b"/>
              <a:pathLst>
                <a:path w="5472" h="6137" extrusionOk="0">
                  <a:moveTo>
                    <a:pt x="1639" y="0"/>
                  </a:moveTo>
                  <a:cubicBezTo>
                    <a:pt x="994" y="0"/>
                    <a:pt x="403" y="187"/>
                    <a:pt x="0" y="702"/>
                  </a:cubicBezTo>
                  <a:lnTo>
                    <a:pt x="444" y="5730"/>
                  </a:lnTo>
                  <a:lnTo>
                    <a:pt x="5250" y="6136"/>
                  </a:lnTo>
                  <a:lnTo>
                    <a:pt x="5472" y="1330"/>
                  </a:lnTo>
                  <a:cubicBezTo>
                    <a:pt x="5472" y="1330"/>
                    <a:pt x="3360" y="0"/>
                    <a:pt x="1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4719;p64">
              <a:extLst>
                <a:ext uri="{FF2B5EF4-FFF2-40B4-BE49-F238E27FC236}">
                  <a16:creationId xmlns:a16="http://schemas.microsoft.com/office/drawing/2014/main" id="{D7404F0C-1CB4-6519-CC1C-5A2E1BC9EB23}"/>
                </a:ext>
              </a:extLst>
            </p:cNvPr>
            <p:cNvSpPr/>
            <p:nvPr/>
          </p:nvSpPr>
          <p:spPr>
            <a:xfrm>
              <a:off x="3755000" y="2717000"/>
              <a:ext cx="151600" cy="169525"/>
            </a:xfrm>
            <a:custGeom>
              <a:avLst/>
              <a:gdLst/>
              <a:ahLst/>
              <a:cxnLst/>
              <a:rect l="l" t="t" r="r" b="b"/>
              <a:pathLst>
                <a:path w="6064" h="6781" extrusionOk="0">
                  <a:moveTo>
                    <a:pt x="1923" y="629"/>
                  </a:moveTo>
                  <a:cubicBezTo>
                    <a:pt x="2699" y="629"/>
                    <a:pt x="3660" y="925"/>
                    <a:pt x="4363" y="1257"/>
                  </a:cubicBezTo>
                  <a:cubicBezTo>
                    <a:pt x="4732" y="1442"/>
                    <a:pt x="5028" y="1590"/>
                    <a:pt x="5250" y="1701"/>
                  </a:cubicBezTo>
                  <a:cubicBezTo>
                    <a:pt x="5321" y="1749"/>
                    <a:pt x="5377" y="1781"/>
                    <a:pt x="5428" y="1807"/>
                  </a:cubicBezTo>
                  <a:lnTo>
                    <a:pt x="5428" y="1807"/>
                  </a:lnTo>
                  <a:lnTo>
                    <a:pt x="5250" y="6138"/>
                  </a:lnTo>
                  <a:lnTo>
                    <a:pt x="998" y="5768"/>
                  </a:lnTo>
                  <a:lnTo>
                    <a:pt x="638" y="1112"/>
                  </a:lnTo>
                  <a:lnTo>
                    <a:pt x="638" y="1112"/>
                  </a:lnTo>
                  <a:cubicBezTo>
                    <a:pt x="779" y="950"/>
                    <a:pt x="963" y="838"/>
                    <a:pt x="1146" y="777"/>
                  </a:cubicBezTo>
                  <a:cubicBezTo>
                    <a:pt x="1368" y="666"/>
                    <a:pt x="1664" y="629"/>
                    <a:pt x="1923" y="629"/>
                  </a:cubicBezTo>
                  <a:close/>
                  <a:moveTo>
                    <a:pt x="1923" y="0"/>
                  </a:moveTo>
                  <a:cubicBezTo>
                    <a:pt x="1590" y="0"/>
                    <a:pt x="1257" y="74"/>
                    <a:pt x="925" y="185"/>
                  </a:cubicBezTo>
                  <a:cubicBezTo>
                    <a:pt x="592" y="333"/>
                    <a:pt x="296" y="518"/>
                    <a:pt x="74" y="814"/>
                  </a:cubicBezTo>
                  <a:cubicBezTo>
                    <a:pt x="0" y="888"/>
                    <a:pt x="0" y="962"/>
                    <a:pt x="0" y="1036"/>
                  </a:cubicBezTo>
                  <a:lnTo>
                    <a:pt x="407" y="6064"/>
                  </a:lnTo>
                  <a:cubicBezTo>
                    <a:pt x="444" y="6212"/>
                    <a:pt x="555" y="6359"/>
                    <a:pt x="703" y="6359"/>
                  </a:cubicBezTo>
                  <a:lnTo>
                    <a:pt x="5509" y="6766"/>
                  </a:lnTo>
                  <a:cubicBezTo>
                    <a:pt x="5539" y="6776"/>
                    <a:pt x="5566" y="6781"/>
                    <a:pt x="5591" y="6781"/>
                  </a:cubicBezTo>
                  <a:cubicBezTo>
                    <a:pt x="5659" y="6781"/>
                    <a:pt x="5714" y="6746"/>
                    <a:pt x="5768" y="6692"/>
                  </a:cubicBezTo>
                  <a:cubicBezTo>
                    <a:pt x="5805" y="6655"/>
                    <a:pt x="5842" y="6581"/>
                    <a:pt x="5842" y="6470"/>
                  </a:cubicBezTo>
                  <a:lnTo>
                    <a:pt x="6063" y="1664"/>
                  </a:lnTo>
                  <a:cubicBezTo>
                    <a:pt x="6063" y="1553"/>
                    <a:pt x="6026" y="1442"/>
                    <a:pt x="5916" y="1405"/>
                  </a:cubicBezTo>
                  <a:cubicBezTo>
                    <a:pt x="5916" y="1368"/>
                    <a:pt x="5398" y="1036"/>
                    <a:pt x="4622" y="703"/>
                  </a:cubicBezTo>
                  <a:cubicBezTo>
                    <a:pt x="3845" y="370"/>
                    <a:pt x="2884" y="0"/>
                    <a:pt x="19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4720;p64">
              <a:extLst>
                <a:ext uri="{FF2B5EF4-FFF2-40B4-BE49-F238E27FC236}">
                  <a16:creationId xmlns:a16="http://schemas.microsoft.com/office/drawing/2014/main" id="{CDFB4E28-9EB1-4D51-F23C-C2E8953C962E}"/>
                </a:ext>
              </a:extLst>
            </p:cNvPr>
            <p:cNvSpPr/>
            <p:nvPr/>
          </p:nvSpPr>
          <p:spPr>
            <a:xfrm>
              <a:off x="3642950" y="2338775"/>
              <a:ext cx="450350" cy="524625"/>
            </a:xfrm>
            <a:custGeom>
              <a:avLst/>
              <a:gdLst/>
              <a:ahLst/>
              <a:cxnLst/>
              <a:rect l="l" t="t" r="r" b="b"/>
              <a:pathLst>
                <a:path w="18014" h="20985" extrusionOk="0">
                  <a:moveTo>
                    <a:pt x="11262" y="9730"/>
                  </a:moveTo>
                  <a:cubicBezTo>
                    <a:pt x="11883" y="9730"/>
                    <a:pt x="12619" y="11617"/>
                    <a:pt x="12727" y="11913"/>
                  </a:cubicBezTo>
                  <a:cubicBezTo>
                    <a:pt x="12727" y="12911"/>
                    <a:pt x="12616" y="14538"/>
                    <a:pt x="12357" y="15092"/>
                  </a:cubicBezTo>
                  <a:cubicBezTo>
                    <a:pt x="12209" y="15351"/>
                    <a:pt x="11913" y="15647"/>
                    <a:pt x="11544" y="15906"/>
                  </a:cubicBezTo>
                  <a:cubicBezTo>
                    <a:pt x="12024" y="15277"/>
                    <a:pt x="12172" y="14760"/>
                    <a:pt x="11728" y="14686"/>
                  </a:cubicBezTo>
                  <a:cubicBezTo>
                    <a:pt x="10250" y="14464"/>
                    <a:pt x="10028" y="13429"/>
                    <a:pt x="10656" y="10693"/>
                  </a:cubicBezTo>
                  <a:cubicBezTo>
                    <a:pt x="10817" y="9991"/>
                    <a:pt x="11032" y="9730"/>
                    <a:pt x="11262" y="9730"/>
                  </a:cubicBezTo>
                  <a:close/>
                  <a:moveTo>
                    <a:pt x="6846" y="1"/>
                  </a:moveTo>
                  <a:cubicBezTo>
                    <a:pt x="3183" y="1"/>
                    <a:pt x="1" y="4529"/>
                    <a:pt x="1229" y="9658"/>
                  </a:cubicBezTo>
                  <a:cubicBezTo>
                    <a:pt x="1931" y="12652"/>
                    <a:pt x="3743" y="17348"/>
                    <a:pt x="7144" y="18272"/>
                  </a:cubicBezTo>
                  <a:cubicBezTo>
                    <a:pt x="7305" y="18314"/>
                    <a:pt x="7471" y="18333"/>
                    <a:pt x="7640" y="18333"/>
                  </a:cubicBezTo>
                  <a:cubicBezTo>
                    <a:pt x="8367" y="18333"/>
                    <a:pt x="9153" y="17975"/>
                    <a:pt x="9843" y="17496"/>
                  </a:cubicBezTo>
                  <a:lnTo>
                    <a:pt x="9843" y="17496"/>
                  </a:lnTo>
                  <a:cubicBezTo>
                    <a:pt x="9806" y="17606"/>
                    <a:pt x="9806" y="17717"/>
                    <a:pt x="9806" y="17828"/>
                  </a:cubicBezTo>
                  <a:cubicBezTo>
                    <a:pt x="10019" y="18643"/>
                    <a:pt x="9824" y="20985"/>
                    <a:pt x="11498" y="20985"/>
                  </a:cubicBezTo>
                  <a:cubicBezTo>
                    <a:pt x="11571" y="20985"/>
                    <a:pt x="11648" y="20980"/>
                    <a:pt x="11728" y="20971"/>
                  </a:cubicBezTo>
                  <a:cubicBezTo>
                    <a:pt x="13614" y="20749"/>
                    <a:pt x="14871" y="17422"/>
                    <a:pt x="14871" y="15943"/>
                  </a:cubicBezTo>
                  <a:cubicBezTo>
                    <a:pt x="14871" y="14464"/>
                    <a:pt x="13392" y="13614"/>
                    <a:pt x="13392" y="13614"/>
                  </a:cubicBezTo>
                  <a:lnTo>
                    <a:pt x="12985" y="7957"/>
                  </a:lnTo>
                  <a:cubicBezTo>
                    <a:pt x="12985" y="7957"/>
                    <a:pt x="14649" y="7957"/>
                    <a:pt x="16313" y="5887"/>
                  </a:cubicBezTo>
                  <a:cubicBezTo>
                    <a:pt x="18013" y="3779"/>
                    <a:pt x="11285" y="230"/>
                    <a:pt x="7107" y="8"/>
                  </a:cubicBezTo>
                  <a:cubicBezTo>
                    <a:pt x="7020" y="3"/>
                    <a:pt x="6933" y="1"/>
                    <a:pt x="6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4721;p64">
              <a:extLst>
                <a:ext uri="{FF2B5EF4-FFF2-40B4-BE49-F238E27FC236}">
                  <a16:creationId xmlns:a16="http://schemas.microsoft.com/office/drawing/2014/main" id="{1EC652B4-36E1-F1A7-73A5-88D304A0C095}"/>
                </a:ext>
              </a:extLst>
            </p:cNvPr>
            <p:cNvSpPr/>
            <p:nvPr/>
          </p:nvSpPr>
          <p:spPr>
            <a:xfrm>
              <a:off x="3658875" y="2330650"/>
              <a:ext cx="406700" cy="540725"/>
            </a:xfrm>
            <a:custGeom>
              <a:avLst/>
              <a:gdLst/>
              <a:ahLst/>
              <a:cxnLst/>
              <a:rect l="l" t="t" r="r" b="b"/>
              <a:pathLst>
                <a:path w="16268" h="21629" extrusionOk="0">
                  <a:moveTo>
                    <a:pt x="10685" y="10389"/>
                  </a:moveTo>
                  <a:cubicBezTo>
                    <a:pt x="10796" y="10463"/>
                    <a:pt x="10907" y="10574"/>
                    <a:pt x="11018" y="10759"/>
                  </a:cubicBezTo>
                  <a:cubicBezTo>
                    <a:pt x="11376" y="11248"/>
                    <a:pt x="11677" y="11966"/>
                    <a:pt x="11794" y="12256"/>
                  </a:cubicBezTo>
                  <a:lnTo>
                    <a:pt x="11794" y="12256"/>
                  </a:lnTo>
                  <a:cubicBezTo>
                    <a:pt x="11793" y="12736"/>
                    <a:pt x="11756" y="13392"/>
                    <a:pt x="11683" y="13976"/>
                  </a:cubicBezTo>
                  <a:cubicBezTo>
                    <a:pt x="11646" y="14271"/>
                    <a:pt x="11609" y="14530"/>
                    <a:pt x="11572" y="14752"/>
                  </a:cubicBezTo>
                  <a:cubicBezTo>
                    <a:pt x="11562" y="14821"/>
                    <a:pt x="11550" y="14885"/>
                    <a:pt x="11536" y="14943"/>
                  </a:cubicBezTo>
                  <a:lnTo>
                    <a:pt x="11536" y="14943"/>
                  </a:lnTo>
                  <a:cubicBezTo>
                    <a:pt x="11524" y="14928"/>
                    <a:pt x="11512" y="14914"/>
                    <a:pt x="11498" y="14900"/>
                  </a:cubicBezTo>
                  <a:cubicBezTo>
                    <a:pt x="11424" y="14789"/>
                    <a:pt x="11276" y="14715"/>
                    <a:pt x="11128" y="14715"/>
                  </a:cubicBezTo>
                  <a:cubicBezTo>
                    <a:pt x="10685" y="14641"/>
                    <a:pt x="10426" y="14493"/>
                    <a:pt x="10278" y="14308"/>
                  </a:cubicBezTo>
                  <a:cubicBezTo>
                    <a:pt x="10093" y="14124"/>
                    <a:pt x="9982" y="13791"/>
                    <a:pt x="9982" y="13273"/>
                  </a:cubicBezTo>
                  <a:cubicBezTo>
                    <a:pt x="9982" y="12756"/>
                    <a:pt x="10093" y="12016"/>
                    <a:pt x="10315" y="11092"/>
                  </a:cubicBezTo>
                  <a:cubicBezTo>
                    <a:pt x="10389" y="10759"/>
                    <a:pt x="10500" y="10537"/>
                    <a:pt x="10574" y="10463"/>
                  </a:cubicBezTo>
                  <a:lnTo>
                    <a:pt x="10611" y="10389"/>
                  </a:lnTo>
                  <a:close/>
                  <a:moveTo>
                    <a:pt x="6433" y="629"/>
                  </a:moveTo>
                  <a:cubicBezTo>
                    <a:pt x="8245" y="740"/>
                    <a:pt x="10611" y="1480"/>
                    <a:pt x="12459" y="2478"/>
                  </a:cubicBezTo>
                  <a:cubicBezTo>
                    <a:pt x="13384" y="2958"/>
                    <a:pt x="14234" y="3513"/>
                    <a:pt x="14789" y="4031"/>
                  </a:cubicBezTo>
                  <a:cubicBezTo>
                    <a:pt x="15084" y="4289"/>
                    <a:pt x="15306" y="4585"/>
                    <a:pt x="15417" y="4807"/>
                  </a:cubicBezTo>
                  <a:cubicBezTo>
                    <a:pt x="15565" y="5066"/>
                    <a:pt x="15639" y="5288"/>
                    <a:pt x="15639" y="5472"/>
                  </a:cubicBezTo>
                  <a:cubicBezTo>
                    <a:pt x="15639" y="5657"/>
                    <a:pt x="15602" y="5842"/>
                    <a:pt x="15454" y="5990"/>
                  </a:cubicBezTo>
                  <a:cubicBezTo>
                    <a:pt x="14641" y="7025"/>
                    <a:pt x="13864" y="7506"/>
                    <a:pt x="13273" y="7765"/>
                  </a:cubicBezTo>
                  <a:cubicBezTo>
                    <a:pt x="12977" y="7875"/>
                    <a:pt x="12718" y="7912"/>
                    <a:pt x="12570" y="7949"/>
                  </a:cubicBezTo>
                  <a:cubicBezTo>
                    <a:pt x="12496" y="7986"/>
                    <a:pt x="12422" y="7986"/>
                    <a:pt x="12385" y="7986"/>
                  </a:cubicBezTo>
                  <a:lnTo>
                    <a:pt x="12348" y="7986"/>
                  </a:lnTo>
                  <a:cubicBezTo>
                    <a:pt x="12238" y="7986"/>
                    <a:pt x="12164" y="8023"/>
                    <a:pt x="12090" y="8097"/>
                  </a:cubicBezTo>
                  <a:cubicBezTo>
                    <a:pt x="12053" y="8134"/>
                    <a:pt x="12016" y="8245"/>
                    <a:pt x="12016" y="8319"/>
                  </a:cubicBezTo>
                  <a:lnTo>
                    <a:pt x="12294" y="11868"/>
                  </a:lnTo>
                  <a:lnTo>
                    <a:pt x="12294" y="11868"/>
                  </a:lnTo>
                  <a:cubicBezTo>
                    <a:pt x="12196" y="11621"/>
                    <a:pt x="12030" y="11256"/>
                    <a:pt x="11831" y="10907"/>
                  </a:cubicBezTo>
                  <a:cubicBezTo>
                    <a:pt x="11683" y="10648"/>
                    <a:pt x="11535" y="10389"/>
                    <a:pt x="11350" y="10168"/>
                  </a:cubicBezTo>
                  <a:cubicBezTo>
                    <a:pt x="11239" y="10057"/>
                    <a:pt x="11165" y="9946"/>
                    <a:pt x="11055" y="9872"/>
                  </a:cubicBezTo>
                  <a:cubicBezTo>
                    <a:pt x="10907" y="9798"/>
                    <a:pt x="10796" y="9761"/>
                    <a:pt x="10648" y="9761"/>
                  </a:cubicBezTo>
                  <a:cubicBezTo>
                    <a:pt x="10500" y="9761"/>
                    <a:pt x="10389" y="9798"/>
                    <a:pt x="10278" y="9872"/>
                  </a:cubicBezTo>
                  <a:cubicBezTo>
                    <a:pt x="10130" y="9946"/>
                    <a:pt x="10056" y="10094"/>
                    <a:pt x="9945" y="10279"/>
                  </a:cubicBezTo>
                  <a:cubicBezTo>
                    <a:pt x="9871" y="10463"/>
                    <a:pt x="9798" y="10685"/>
                    <a:pt x="9724" y="10944"/>
                  </a:cubicBezTo>
                  <a:cubicBezTo>
                    <a:pt x="9502" y="11905"/>
                    <a:pt x="9391" y="12645"/>
                    <a:pt x="9391" y="13273"/>
                  </a:cubicBezTo>
                  <a:cubicBezTo>
                    <a:pt x="9391" y="13865"/>
                    <a:pt x="9502" y="14345"/>
                    <a:pt x="9798" y="14678"/>
                  </a:cubicBezTo>
                  <a:cubicBezTo>
                    <a:pt x="10056" y="15048"/>
                    <a:pt x="10500" y="15233"/>
                    <a:pt x="11018" y="15307"/>
                  </a:cubicBezTo>
                  <a:lnTo>
                    <a:pt x="11055" y="15307"/>
                  </a:lnTo>
                  <a:cubicBezTo>
                    <a:pt x="11055" y="15344"/>
                    <a:pt x="11018" y="15454"/>
                    <a:pt x="10944" y="15602"/>
                  </a:cubicBezTo>
                  <a:cubicBezTo>
                    <a:pt x="10907" y="15713"/>
                    <a:pt x="10796" y="15898"/>
                    <a:pt x="10648" y="16046"/>
                  </a:cubicBezTo>
                  <a:cubicBezTo>
                    <a:pt x="10574" y="16194"/>
                    <a:pt x="10574" y="16379"/>
                    <a:pt x="10685" y="16453"/>
                  </a:cubicBezTo>
                  <a:cubicBezTo>
                    <a:pt x="10749" y="16517"/>
                    <a:pt x="10839" y="16557"/>
                    <a:pt x="10924" y="16557"/>
                  </a:cubicBezTo>
                  <a:cubicBezTo>
                    <a:pt x="10986" y="16557"/>
                    <a:pt x="11045" y="16536"/>
                    <a:pt x="11091" y="16490"/>
                  </a:cubicBezTo>
                  <a:cubicBezTo>
                    <a:pt x="11461" y="16194"/>
                    <a:pt x="11794" y="15898"/>
                    <a:pt x="11979" y="15565"/>
                  </a:cubicBezTo>
                  <a:cubicBezTo>
                    <a:pt x="12090" y="15381"/>
                    <a:pt x="12127" y="15159"/>
                    <a:pt x="12201" y="14900"/>
                  </a:cubicBezTo>
                  <a:cubicBezTo>
                    <a:pt x="12303" y="14362"/>
                    <a:pt x="12352" y="13665"/>
                    <a:pt x="12385" y="13029"/>
                  </a:cubicBezTo>
                  <a:lnTo>
                    <a:pt x="12385" y="13029"/>
                  </a:lnTo>
                  <a:lnTo>
                    <a:pt x="12459" y="13976"/>
                  </a:lnTo>
                  <a:cubicBezTo>
                    <a:pt x="12459" y="14087"/>
                    <a:pt x="12496" y="14160"/>
                    <a:pt x="12607" y="14234"/>
                  </a:cubicBezTo>
                  <a:cubicBezTo>
                    <a:pt x="12681" y="14271"/>
                    <a:pt x="13014" y="14493"/>
                    <a:pt x="13310" y="14826"/>
                  </a:cubicBezTo>
                  <a:cubicBezTo>
                    <a:pt x="13642" y="15196"/>
                    <a:pt x="13901" y="15676"/>
                    <a:pt x="13901" y="16268"/>
                  </a:cubicBezTo>
                  <a:cubicBezTo>
                    <a:pt x="13901" y="16933"/>
                    <a:pt x="13605" y="18116"/>
                    <a:pt x="13088" y="19115"/>
                  </a:cubicBezTo>
                  <a:cubicBezTo>
                    <a:pt x="12829" y="19595"/>
                    <a:pt x="12496" y="20076"/>
                    <a:pt x="12164" y="20409"/>
                  </a:cubicBezTo>
                  <a:cubicBezTo>
                    <a:pt x="11794" y="20741"/>
                    <a:pt x="11424" y="20963"/>
                    <a:pt x="11055" y="21000"/>
                  </a:cubicBezTo>
                  <a:lnTo>
                    <a:pt x="10870" y="21000"/>
                  </a:lnTo>
                  <a:cubicBezTo>
                    <a:pt x="10500" y="21000"/>
                    <a:pt x="10315" y="20889"/>
                    <a:pt x="10167" y="20704"/>
                  </a:cubicBezTo>
                  <a:cubicBezTo>
                    <a:pt x="9908" y="20446"/>
                    <a:pt x="9761" y="19965"/>
                    <a:pt x="9687" y="19447"/>
                  </a:cubicBezTo>
                  <a:cubicBezTo>
                    <a:pt x="9576" y="18930"/>
                    <a:pt x="9576" y="18449"/>
                    <a:pt x="9502" y="18079"/>
                  </a:cubicBezTo>
                  <a:lnTo>
                    <a:pt x="9465" y="18042"/>
                  </a:lnTo>
                  <a:lnTo>
                    <a:pt x="9502" y="17931"/>
                  </a:lnTo>
                  <a:cubicBezTo>
                    <a:pt x="9539" y="17821"/>
                    <a:pt x="9502" y="17673"/>
                    <a:pt x="9428" y="17599"/>
                  </a:cubicBezTo>
                  <a:cubicBezTo>
                    <a:pt x="9367" y="17538"/>
                    <a:pt x="9294" y="17510"/>
                    <a:pt x="9223" y="17510"/>
                  </a:cubicBezTo>
                  <a:cubicBezTo>
                    <a:pt x="9165" y="17510"/>
                    <a:pt x="9108" y="17529"/>
                    <a:pt x="9058" y="17562"/>
                  </a:cubicBezTo>
                  <a:cubicBezTo>
                    <a:pt x="8356" y="18042"/>
                    <a:pt x="7616" y="18338"/>
                    <a:pt x="7025" y="18338"/>
                  </a:cubicBezTo>
                  <a:cubicBezTo>
                    <a:pt x="6877" y="18338"/>
                    <a:pt x="6729" y="18338"/>
                    <a:pt x="6581" y="18301"/>
                  </a:cubicBezTo>
                  <a:cubicBezTo>
                    <a:pt x="4991" y="17858"/>
                    <a:pt x="3734" y="16527"/>
                    <a:pt x="2810" y="14900"/>
                  </a:cubicBezTo>
                  <a:cubicBezTo>
                    <a:pt x="1849" y="13273"/>
                    <a:pt x="1257" y="11388"/>
                    <a:pt x="888" y="9909"/>
                  </a:cubicBezTo>
                  <a:cubicBezTo>
                    <a:pt x="703" y="9169"/>
                    <a:pt x="629" y="8430"/>
                    <a:pt x="629" y="7728"/>
                  </a:cubicBezTo>
                  <a:cubicBezTo>
                    <a:pt x="629" y="5731"/>
                    <a:pt x="1294" y="3957"/>
                    <a:pt x="2329" y="2663"/>
                  </a:cubicBezTo>
                  <a:cubicBezTo>
                    <a:pt x="3365" y="1369"/>
                    <a:pt x="4770" y="629"/>
                    <a:pt x="6211" y="629"/>
                  </a:cubicBezTo>
                  <a:close/>
                  <a:moveTo>
                    <a:pt x="6211" y="1"/>
                  </a:moveTo>
                  <a:cubicBezTo>
                    <a:pt x="4548" y="1"/>
                    <a:pt x="2995" y="888"/>
                    <a:pt x="1849" y="2293"/>
                  </a:cubicBezTo>
                  <a:cubicBezTo>
                    <a:pt x="740" y="3661"/>
                    <a:pt x="0" y="5583"/>
                    <a:pt x="0" y="7728"/>
                  </a:cubicBezTo>
                  <a:cubicBezTo>
                    <a:pt x="0" y="8467"/>
                    <a:pt x="111" y="9243"/>
                    <a:pt x="296" y="10057"/>
                  </a:cubicBezTo>
                  <a:cubicBezTo>
                    <a:pt x="666" y="11573"/>
                    <a:pt x="1294" y="13532"/>
                    <a:pt x="2256" y="15233"/>
                  </a:cubicBezTo>
                  <a:cubicBezTo>
                    <a:pt x="3254" y="16933"/>
                    <a:pt x="4585" y="18412"/>
                    <a:pt x="6433" y="18893"/>
                  </a:cubicBezTo>
                  <a:cubicBezTo>
                    <a:pt x="6618" y="18930"/>
                    <a:pt x="6803" y="18967"/>
                    <a:pt x="7025" y="18967"/>
                  </a:cubicBezTo>
                  <a:cubicBezTo>
                    <a:pt x="7663" y="18967"/>
                    <a:pt x="8301" y="18716"/>
                    <a:pt x="8903" y="18377"/>
                  </a:cubicBezTo>
                  <a:lnTo>
                    <a:pt x="8903" y="18377"/>
                  </a:lnTo>
                  <a:cubicBezTo>
                    <a:pt x="8930" y="18537"/>
                    <a:pt x="8957" y="18760"/>
                    <a:pt x="8984" y="19004"/>
                  </a:cubicBezTo>
                  <a:cubicBezTo>
                    <a:pt x="9058" y="19521"/>
                    <a:pt x="9132" y="20150"/>
                    <a:pt x="9391" y="20667"/>
                  </a:cubicBezTo>
                  <a:cubicBezTo>
                    <a:pt x="9502" y="20926"/>
                    <a:pt x="9687" y="21148"/>
                    <a:pt x="9945" y="21333"/>
                  </a:cubicBezTo>
                  <a:cubicBezTo>
                    <a:pt x="10167" y="21518"/>
                    <a:pt x="10500" y="21629"/>
                    <a:pt x="10870" y="21629"/>
                  </a:cubicBezTo>
                  <a:cubicBezTo>
                    <a:pt x="10944" y="21629"/>
                    <a:pt x="11018" y="21629"/>
                    <a:pt x="11091" y="21592"/>
                  </a:cubicBezTo>
                  <a:cubicBezTo>
                    <a:pt x="11683" y="21555"/>
                    <a:pt x="12164" y="21259"/>
                    <a:pt x="12570" y="20852"/>
                  </a:cubicBezTo>
                  <a:cubicBezTo>
                    <a:pt x="13199" y="20261"/>
                    <a:pt x="13679" y="19410"/>
                    <a:pt x="14012" y="18560"/>
                  </a:cubicBezTo>
                  <a:cubicBezTo>
                    <a:pt x="14345" y="17710"/>
                    <a:pt x="14530" y="16859"/>
                    <a:pt x="14530" y="16268"/>
                  </a:cubicBezTo>
                  <a:cubicBezTo>
                    <a:pt x="14530" y="15417"/>
                    <a:pt x="14123" y="14789"/>
                    <a:pt x="13716" y="14345"/>
                  </a:cubicBezTo>
                  <a:cubicBezTo>
                    <a:pt x="13455" y="14084"/>
                    <a:pt x="13194" y="13899"/>
                    <a:pt x="13040" y="13790"/>
                  </a:cubicBezTo>
                  <a:lnTo>
                    <a:pt x="13040" y="13790"/>
                  </a:lnTo>
                  <a:lnTo>
                    <a:pt x="12666" y="8578"/>
                  </a:lnTo>
                  <a:lnTo>
                    <a:pt x="12666" y="8578"/>
                  </a:lnTo>
                  <a:cubicBezTo>
                    <a:pt x="13265" y="8469"/>
                    <a:pt x="14621" y="8046"/>
                    <a:pt x="15935" y="6397"/>
                  </a:cubicBezTo>
                  <a:cubicBezTo>
                    <a:pt x="16156" y="6101"/>
                    <a:pt x="16267" y="5805"/>
                    <a:pt x="16267" y="5472"/>
                  </a:cubicBezTo>
                  <a:cubicBezTo>
                    <a:pt x="16267" y="5140"/>
                    <a:pt x="16156" y="4807"/>
                    <a:pt x="15972" y="4511"/>
                  </a:cubicBezTo>
                  <a:cubicBezTo>
                    <a:pt x="15639" y="3957"/>
                    <a:pt x="15084" y="3439"/>
                    <a:pt x="14419" y="2921"/>
                  </a:cubicBezTo>
                  <a:cubicBezTo>
                    <a:pt x="12348" y="1443"/>
                    <a:pt x="9021" y="149"/>
                    <a:pt x="64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4722;p64">
              <a:extLst>
                <a:ext uri="{FF2B5EF4-FFF2-40B4-BE49-F238E27FC236}">
                  <a16:creationId xmlns:a16="http://schemas.microsoft.com/office/drawing/2014/main" id="{3E8C8D7D-66B3-F75E-CB70-6FF608264E34}"/>
                </a:ext>
              </a:extLst>
            </p:cNvPr>
            <p:cNvSpPr/>
            <p:nvPr/>
          </p:nvSpPr>
          <p:spPr>
            <a:xfrm>
              <a:off x="3633000" y="2838275"/>
              <a:ext cx="438125" cy="93175"/>
            </a:xfrm>
            <a:custGeom>
              <a:avLst/>
              <a:gdLst/>
              <a:ahLst/>
              <a:cxnLst/>
              <a:rect l="l" t="t" r="r" b="b"/>
              <a:pathLst>
                <a:path w="17525" h="3727" extrusionOk="0">
                  <a:moveTo>
                    <a:pt x="6167" y="0"/>
                  </a:moveTo>
                  <a:cubicBezTo>
                    <a:pt x="5883" y="0"/>
                    <a:pt x="5625" y="10"/>
                    <a:pt x="5398" y="30"/>
                  </a:cubicBezTo>
                  <a:cubicBezTo>
                    <a:pt x="2884" y="251"/>
                    <a:pt x="1738" y="1619"/>
                    <a:pt x="1738" y="1619"/>
                  </a:cubicBezTo>
                  <a:lnTo>
                    <a:pt x="0" y="3061"/>
                  </a:lnTo>
                  <a:lnTo>
                    <a:pt x="17524" y="3727"/>
                  </a:lnTo>
                  <a:cubicBezTo>
                    <a:pt x="17524" y="3727"/>
                    <a:pt x="17007" y="2728"/>
                    <a:pt x="15676" y="1804"/>
                  </a:cubicBezTo>
                  <a:cubicBezTo>
                    <a:pt x="14431" y="963"/>
                    <a:pt x="9025" y="0"/>
                    <a:pt x="6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4723;p64">
              <a:extLst>
                <a:ext uri="{FF2B5EF4-FFF2-40B4-BE49-F238E27FC236}">
                  <a16:creationId xmlns:a16="http://schemas.microsoft.com/office/drawing/2014/main" id="{6C3961D2-FAAA-A09F-B112-B3917CB47BE3}"/>
                </a:ext>
              </a:extLst>
            </p:cNvPr>
            <p:cNvSpPr/>
            <p:nvPr/>
          </p:nvSpPr>
          <p:spPr>
            <a:xfrm>
              <a:off x="3624675" y="2830675"/>
              <a:ext cx="454750" cy="108425"/>
            </a:xfrm>
            <a:custGeom>
              <a:avLst/>
              <a:gdLst/>
              <a:ahLst/>
              <a:cxnLst/>
              <a:rect l="l" t="t" r="r" b="b"/>
              <a:pathLst>
                <a:path w="18190" h="4337" extrusionOk="0">
                  <a:moveTo>
                    <a:pt x="6544" y="592"/>
                  </a:moveTo>
                  <a:cubicBezTo>
                    <a:pt x="7949" y="592"/>
                    <a:pt x="9982" y="851"/>
                    <a:pt x="11831" y="1184"/>
                  </a:cubicBezTo>
                  <a:cubicBezTo>
                    <a:pt x="12755" y="1369"/>
                    <a:pt x="13606" y="1554"/>
                    <a:pt x="14345" y="1775"/>
                  </a:cubicBezTo>
                  <a:cubicBezTo>
                    <a:pt x="15047" y="1960"/>
                    <a:pt x="15602" y="2182"/>
                    <a:pt x="15824" y="2367"/>
                  </a:cubicBezTo>
                  <a:cubicBezTo>
                    <a:pt x="16489" y="2811"/>
                    <a:pt x="16933" y="3254"/>
                    <a:pt x="17192" y="3624"/>
                  </a:cubicBezTo>
                  <a:cubicBezTo>
                    <a:pt x="17221" y="3653"/>
                    <a:pt x="17249" y="3683"/>
                    <a:pt x="17275" y="3712"/>
                  </a:cubicBezTo>
                  <a:lnTo>
                    <a:pt x="17275" y="3712"/>
                  </a:lnTo>
                  <a:lnTo>
                    <a:pt x="1146" y="3106"/>
                  </a:lnTo>
                  <a:lnTo>
                    <a:pt x="2293" y="2182"/>
                  </a:lnTo>
                  <a:lnTo>
                    <a:pt x="2330" y="2145"/>
                  </a:lnTo>
                  <a:cubicBezTo>
                    <a:pt x="2367" y="2108"/>
                    <a:pt x="3439" y="851"/>
                    <a:pt x="5768" y="629"/>
                  </a:cubicBezTo>
                  <a:cubicBezTo>
                    <a:pt x="5990" y="629"/>
                    <a:pt x="6248" y="592"/>
                    <a:pt x="6544" y="592"/>
                  </a:cubicBezTo>
                  <a:close/>
                  <a:moveTo>
                    <a:pt x="6544" y="1"/>
                  </a:moveTo>
                  <a:cubicBezTo>
                    <a:pt x="6211" y="1"/>
                    <a:pt x="5953" y="1"/>
                    <a:pt x="5694" y="38"/>
                  </a:cubicBezTo>
                  <a:cubicBezTo>
                    <a:pt x="3241" y="245"/>
                    <a:pt x="2047" y="1517"/>
                    <a:pt x="1871" y="1714"/>
                  </a:cubicBezTo>
                  <a:lnTo>
                    <a:pt x="1871" y="1714"/>
                  </a:lnTo>
                  <a:lnTo>
                    <a:pt x="148" y="3143"/>
                  </a:lnTo>
                  <a:cubicBezTo>
                    <a:pt x="37" y="3217"/>
                    <a:pt x="0" y="3365"/>
                    <a:pt x="37" y="3476"/>
                  </a:cubicBezTo>
                  <a:cubicBezTo>
                    <a:pt x="74" y="3587"/>
                    <a:pt x="185" y="3661"/>
                    <a:pt x="296" y="3661"/>
                  </a:cubicBezTo>
                  <a:lnTo>
                    <a:pt x="17857" y="4326"/>
                  </a:lnTo>
                  <a:cubicBezTo>
                    <a:pt x="17878" y="4333"/>
                    <a:pt x="17898" y="4336"/>
                    <a:pt x="17918" y="4336"/>
                  </a:cubicBezTo>
                  <a:cubicBezTo>
                    <a:pt x="18006" y="4336"/>
                    <a:pt x="18086" y="4276"/>
                    <a:pt x="18116" y="4216"/>
                  </a:cubicBezTo>
                  <a:cubicBezTo>
                    <a:pt x="18190" y="4105"/>
                    <a:pt x="18190" y="3994"/>
                    <a:pt x="18153" y="3883"/>
                  </a:cubicBezTo>
                  <a:cubicBezTo>
                    <a:pt x="18116" y="3883"/>
                    <a:pt x="17598" y="2811"/>
                    <a:pt x="16194" y="1849"/>
                  </a:cubicBezTo>
                  <a:cubicBezTo>
                    <a:pt x="15824" y="1591"/>
                    <a:pt x="15232" y="1406"/>
                    <a:pt x="14493" y="1184"/>
                  </a:cubicBezTo>
                  <a:cubicBezTo>
                    <a:pt x="12312" y="555"/>
                    <a:pt x="8725" y="1"/>
                    <a:pt x="6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4724;p64">
              <a:extLst>
                <a:ext uri="{FF2B5EF4-FFF2-40B4-BE49-F238E27FC236}">
                  <a16:creationId xmlns:a16="http://schemas.microsoft.com/office/drawing/2014/main" id="{A3D94649-791C-FE2B-0889-C8612BB14D11}"/>
                </a:ext>
              </a:extLst>
            </p:cNvPr>
            <p:cNvSpPr/>
            <p:nvPr/>
          </p:nvSpPr>
          <p:spPr>
            <a:xfrm>
              <a:off x="3174550" y="2857500"/>
              <a:ext cx="244950" cy="223675"/>
            </a:xfrm>
            <a:custGeom>
              <a:avLst/>
              <a:gdLst/>
              <a:ahLst/>
              <a:cxnLst/>
              <a:rect l="l" t="t" r="r" b="b"/>
              <a:pathLst>
                <a:path w="9798" h="8947" extrusionOk="0">
                  <a:moveTo>
                    <a:pt x="6545" y="0"/>
                  </a:moveTo>
                  <a:lnTo>
                    <a:pt x="4992" y="148"/>
                  </a:lnTo>
                  <a:lnTo>
                    <a:pt x="4289" y="2403"/>
                  </a:lnTo>
                  <a:lnTo>
                    <a:pt x="1" y="3623"/>
                  </a:lnTo>
                  <a:lnTo>
                    <a:pt x="1221" y="8947"/>
                  </a:lnTo>
                  <a:lnTo>
                    <a:pt x="5103" y="8762"/>
                  </a:lnTo>
                  <a:lnTo>
                    <a:pt x="6729" y="7061"/>
                  </a:lnTo>
                  <a:lnTo>
                    <a:pt x="9798" y="3771"/>
                  </a:lnTo>
                  <a:lnTo>
                    <a:pt x="9132" y="3253"/>
                  </a:lnTo>
                  <a:lnTo>
                    <a:pt x="6027" y="5176"/>
                  </a:lnTo>
                  <a:lnTo>
                    <a:pt x="6360" y="2218"/>
                  </a:lnTo>
                  <a:lnTo>
                    <a:pt x="6877" y="2921"/>
                  </a:lnTo>
                  <a:lnTo>
                    <a:pt x="7580" y="2218"/>
                  </a:lnTo>
                  <a:lnTo>
                    <a:pt x="65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4725;p64">
              <a:extLst>
                <a:ext uri="{FF2B5EF4-FFF2-40B4-BE49-F238E27FC236}">
                  <a16:creationId xmlns:a16="http://schemas.microsoft.com/office/drawing/2014/main" id="{5E8D04B8-2485-D13E-4E2B-12A1801DAFE2}"/>
                </a:ext>
              </a:extLst>
            </p:cNvPr>
            <p:cNvSpPr/>
            <p:nvPr/>
          </p:nvSpPr>
          <p:spPr>
            <a:xfrm>
              <a:off x="3165325" y="2849175"/>
              <a:ext cx="261575" cy="239575"/>
            </a:xfrm>
            <a:custGeom>
              <a:avLst/>
              <a:gdLst/>
              <a:ahLst/>
              <a:cxnLst/>
              <a:rect l="l" t="t" r="r" b="b"/>
              <a:pathLst>
                <a:path w="10463" h="9583" extrusionOk="0">
                  <a:moveTo>
                    <a:pt x="6729" y="666"/>
                  </a:moveTo>
                  <a:lnTo>
                    <a:pt x="7579" y="2514"/>
                  </a:lnTo>
                  <a:lnTo>
                    <a:pt x="7283" y="2773"/>
                  </a:lnTo>
                  <a:lnTo>
                    <a:pt x="6987" y="2366"/>
                  </a:lnTo>
                  <a:cubicBezTo>
                    <a:pt x="6914" y="2292"/>
                    <a:pt x="6803" y="2255"/>
                    <a:pt x="6655" y="2255"/>
                  </a:cubicBezTo>
                  <a:cubicBezTo>
                    <a:pt x="6544" y="2292"/>
                    <a:pt x="6470" y="2403"/>
                    <a:pt x="6433" y="2514"/>
                  </a:cubicBezTo>
                  <a:lnTo>
                    <a:pt x="6100" y="5472"/>
                  </a:lnTo>
                  <a:cubicBezTo>
                    <a:pt x="6063" y="5583"/>
                    <a:pt x="6137" y="5694"/>
                    <a:pt x="6248" y="5768"/>
                  </a:cubicBezTo>
                  <a:cubicBezTo>
                    <a:pt x="6285" y="5805"/>
                    <a:pt x="6340" y="5823"/>
                    <a:pt x="6396" y="5823"/>
                  </a:cubicBezTo>
                  <a:cubicBezTo>
                    <a:pt x="6451" y="5823"/>
                    <a:pt x="6507" y="5805"/>
                    <a:pt x="6544" y="5768"/>
                  </a:cubicBezTo>
                  <a:lnTo>
                    <a:pt x="9501" y="3993"/>
                  </a:lnTo>
                  <a:lnTo>
                    <a:pt x="9686" y="4141"/>
                  </a:lnTo>
                  <a:lnTo>
                    <a:pt x="6877" y="7210"/>
                  </a:lnTo>
                  <a:lnTo>
                    <a:pt x="5324" y="8799"/>
                  </a:lnTo>
                  <a:lnTo>
                    <a:pt x="1831" y="8972"/>
                  </a:lnTo>
                  <a:lnTo>
                    <a:pt x="1831" y="8972"/>
                  </a:lnTo>
                  <a:lnTo>
                    <a:pt x="702" y="4178"/>
                  </a:lnTo>
                  <a:lnTo>
                    <a:pt x="4769" y="3032"/>
                  </a:lnTo>
                  <a:cubicBezTo>
                    <a:pt x="4843" y="2995"/>
                    <a:pt x="4954" y="2921"/>
                    <a:pt x="4954" y="2847"/>
                  </a:cubicBezTo>
                  <a:lnTo>
                    <a:pt x="5583" y="777"/>
                  </a:lnTo>
                  <a:lnTo>
                    <a:pt x="6729" y="666"/>
                  </a:lnTo>
                  <a:close/>
                  <a:moveTo>
                    <a:pt x="6877" y="0"/>
                  </a:moveTo>
                  <a:lnTo>
                    <a:pt x="5324" y="185"/>
                  </a:lnTo>
                  <a:cubicBezTo>
                    <a:pt x="5213" y="185"/>
                    <a:pt x="5102" y="296"/>
                    <a:pt x="5065" y="407"/>
                  </a:cubicBezTo>
                  <a:lnTo>
                    <a:pt x="4436" y="2477"/>
                  </a:lnTo>
                  <a:lnTo>
                    <a:pt x="259" y="3660"/>
                  </a:lnTo>
                  <a:cubicBezTo>
                    <a:pt x="111" y="3697"/>
                    <a:pt x="0" y="3845"/>
                    <a:pt x="37" y="4030"/>
                  </a:cubicBezTo>
                  <a:lnTo>
                    <a:pt x="1294" y="9354"/>
                  </a:lnTo>
                  <a:cubicBezTo>
                    <a:pt x="1326" y="9482"/>
                    <a:pt x="1442" y="9583"/>
                    <a:pt x="1569" y="9583"/>
                  </a:cubicBezTo>
                  <a:cubicBezTo>
                    <a:pt x="1588" y="9583"/>
                    <a:pt x="1607" y="9581"/>
                    <a:pt x="1627" y="9576"/>
                  </a:cubicBezTo>
                  <a:lnTo>
                    <a:pt x="5472" y="9391"/>
                  </a:lnTo>
                  <a:cubicBezTo>
                    <a:pt x="5546" y="9391"/>
                    <a:pt x="5620" y="9354"/>
                    <a:pt x="5693" y="9317"/>
                  </a:cubicBezTo>
                  <a:lnTo>
                    <a:pt x="7320" y="7616"/>
                  </a:lnTo>
                  <a:lnTo>
                    <a:pt x="10389" y="4289"/>
                  </a:lnTo>
                  <a:cubicBezTo>
                    <a:pt x="10426" y="4252"/>
                    <a:pt x="10463" y="4141"/>
                    <a:pt x="10463" y="4067"/>
                  </a:cubicBezTo>
                  <a:cubicBezTo>
                    <a:pt x="10463" y="3993"/>
                    <a:pt x="10426" y="3919"/>
                    <a:pt x="10352" y="3845"/>
                  </a:cubicBezTo>
                  <a:lnTo>
                    <a:pt x="9686" y="3365"/>
                  </a:lnTo>
                  <a:cubicBezTo>
                    <a:pt x="9643" y="3321"/>
                    <a:pt x="9574" y="3303"/>
                    <a:pt x="9503" y="3303"/>
                  </a:cubicBezTo>
                  <a:cubicBezTo>
                    <a:pt x="9452" y="3303"/>
                    <a:pt x="9400" y="3312"/>
                    <a:pt x="9354" y="3328"/>
                  </a:cubicBezTo>
                  <a:lnTo>
                    <a:pt x="6766" y="4917"/>
                  </a:lnTo>
                  <a:lnTo>
                    <a:pt x="6950" y="3365"/>
                  </a:lnTo>
                  <a:lnTo>
                    <a:pt x="7024" y="3439"/>
                  </a:lnTo>
                  <a:cubicBezTo>
                    <a:pt x="7061" y="3512"/>
                    <a:pt x="7135" y="3549"/>
                    <a:pt x="7246" y="3549"/>
                  </a:cubicBezTo>
                  <a:cubicBezTo>
                    <a:pt x="7266" y="3559"/>
                    <a:pt x="7289" y="3564"/>
                    <a:pt x="7312" y="3564"/>
                  </a:cubicBezTo>
                  <a:cubicBezTo>
                    <a:pt x="7374" y="3564"/>
                    <a:pt x="7441" y="3530"/>
                    <a:pt x="7468" y="3476"/>
                  </a:cubicBezTo>
                  <a:lnTo>
                    <a:pt x="8171" y="2773"/>
                  </a:lnTo>
                  <a:cubicBezTo>
                    <a:pt x="8281" y="2699"/>
                    <a:pt x="8281" y="2551"/>
                    <a:pt x="8244" y="2440"/>
                  </a:cubicBezTo>
                  <a:lnTo>
                    <a:pt x="7209" y="185"/>
                  </a:lnTo>
                  <a:cubicBezTo>
                    <a:pt x="7135" y="74"/>
                    <a:pt x="7024" y="0"/>
                    <a:pt x="6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4726;p64">
              <a:extLst>
                <a:ext uri="{FF2B5EF4-FFF2-40B4-BE49-F238E27FC236}">
                  <a16:creationId xmlns:a16="http://schemas.microsoft.com/office/drawing/2014/main" id="{1A49FD99-C51A-7622-14AA-0105AD21FE2B}"/>
                </a:ext>
              </a:extLst>
            </p:cNvPr>
            <p:cNvSpPr/>
            <p:nvPr/>
          </p:nvSpPr>
          <p:spPr>
            <a:xfrm>
              <a:off x="3119100" y="3076550"/>
              <a:ext cx="183025" cy="423600"/>
            </a:xfrm>
            <a:custGeom>
              <a:avLst/>
              <a:gdLst/>
              <a:ahLst/>
              <a:cxnLst/>
              <a:rect l="l" t="t" r="r" b="b"/>
              <a:pathLst>
                <a:path w="7321" h="16944" extrusionOk="0">
                  <a:moveTo>
                    <a:pt x="7321" y="0"/>
                  </a:moveTo>
                  <a:lnTo>
                    <a:pt x="3439" y="185"/>
                  </a:lnTo>
                  <a:lnTo>
                    <a:pt x="148" y="13975"/>
                  </a:lnTo>
                  <a:lnTo>
                    <a:pt x="0" y="14345"/>
                  </a:lnTo>
                  <a:cubicBezTo>
                    <a:pt x="1103" y="16435"/>
                    <a:pt x="2918" y="16943"/>
                    <a:pt x="4422" y="16943"/>
                  </a:cubicBezTo>
                  <a:cubicBezTo>
                    <a:pt x="5844" y="16943"/>
                    <a:pt x="6988" y="16489"/>
                    <a:pt x="6988" y="16489"/>
                  </a:cubicBezTo>
                  <a:lnTo>
                    <a:pt x="73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4727;p64">
              <a:extLst>
                <a:ext uri="{FF2B5EF4-FFF2-40B4-BE49-F238E27FC236}">
                  <a16:creationId xmlns:a16="http://schemas.microsoft.com/office/drawing/2014/main" id="{0EDA71F5-40A7-DCEB-D221-533F102B7D4E}"/>
                </a:ext>
              </a:extLst>
            </p:cNvPr>
            <p:cNvSpPr/>
            <p:nvPr/>
          </p:nvSpPr>
          <p:spPr>
            <a:xfrm>
              <a:off x="3110775" y="3068775"/>
              <a:ext cx="198750" cy="439425"/>
            </a:xfrm>
            <a:custGeom>
              <a:avLst/>
              <a:gdLst/>
              <a:ahLst/>
              <a:cxnLst/>
              <a:rect l="l" t="t" r="r" b="b"/>
              <a:pathLst>
                <a:path w="7950" h="17577" extrusionOk="0">
                  <a:moveTo>
                    <a:pt x="7321" y="644"/>
                  </a:moveTo>
                  <a:lnTo>
                    <a:pt x="6993" y="16588"/>
                  </a:lnTo>
                  <a:lnTo>
                    <a:pt x="6993" y="16588"/>
                  </a:lnTo>
                  <a:cubicBezTo>
                    <a:pt x="6621" y="16705"/>
                    <a:pt x="5745" y="16948"/>
                    <a:pt x="4733" y="16948"/>
                  </a:cubicBezTo>
                  <a:cubicBezTo>
                    <a:pt x="3994" y="16948"/>
                    <a:pt x="3217" y="16837"/>
                    <a:pt x="2515" y="16467"/>
                  </a:cubicBezTo>
                  <a:cubicBezTo>
                    <a:pt x="1841" y="16113"/>
                    <a:pt x="1168" y="15555"/>
                    <a:pt x="658" y="14663"/>
                  </a:cubicBezTo>
                  <a:lnTo>
                    <a:pt x="658" y="14663"/>
                  </a:lnTo>
                  <a:lnTo>
                    <a:pt x="740" y="14360"/>
                  </a:lnTo>
                  <a:lnTo>
                    <a:pt x="777" y="14360"/>
                  </a:lnTo>
                  <a:lnTo>
                    <a:pt x="4031" y="792"/>
                  </a:lnTo>
                  <a:lnTo>
                    <a:pt x="7321" y="644"/>
                  </a:lnTo>
                  <a:close/>
                  <a:moveTo>
                    <a:pt x="7699" y="1"/>
                  </a:moveTo>
                  <a:cubicBezTo>
                    <a:pt x="7673" y="1"/>
                    <a:pt x="7646" y="5"/>
                    <a:pt x="7617" y="15"/>
                  </a:cubicBezTo>
                  <a:lnTo>
                    <a:pt x="3772" y="200"/>
                  </a:lnTo>
                  <a:cubicBezTo>
                    <a:pt x="3624" y="200"/>
                    <a:pt x="3513" y="311"/>
                    <a:pt x="3476" y="422"/>
                  </a:cubicBezTo>
                  <a:lnTo>
                    <a:pt x="149" y="14175"/>
                  </a:lnTo>
                  <a:lnTo>
                    <a:pt x="38" y="14582"/>
                  </a:lnTo>
                  <a:cubicBezTo>
                    <a:pt x="1" y="14656"/>
                    <a:pt x="38" y="14730"/>
                    <a:pt x="75" y="14804"/>
                  </a:cubicBezTo>
                  <a:cubicBezTo>
                    <a:pt x="629" y="15913"/>
                    <a:pt x="1406" y="16615"/>
                    <a:pt x="2256" y="17022"/>
                  </a:cubicBezTo>
                  <a:cubicBezTo>
                    <a:pt x="3069" y="17429"/>
                    <a:pt x="3957" y="17576"/>
                    <a:pt x="4733" y="17576"/>
                  </a:cubicBezTo>
                  <a:cubicBezTo>
                    <a:pt x="6212" y="17576"/>
                    <a:pt x="7395" y="17096"/>
                    <a:pt x="7432" y="17096"/>
                  </a:cubicBezTo>
                  <a:cubicBezTo>
                    <a:pt x="7543" y="17022"/>
                    <a:pt x="7617" y="16948"/>
                    <a:pt x="7617" y="16800"/>
                  </a:cubicBezTo>
                  <a:lnTo>
                    <a:pt x="7949" y="311"/>
                  </a:lnTo>
                  <a:cubicBezTo>
                    <a:pt x="7949" y="237"/>
                    <a:pt x="7912" y="126"/>
                    <a:pt x="7875" y="89"/>
                  </a:cubicBezTo>
                  <a:cubicBezTo>
                    <a:pt x="7821" y="35"/>
                    <a:pt x="7767" y="1"/>
                    <a:pt x="7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4728;p64">
              <a:extLst>
                <a:ext uri="{FF2B5EF4-FFF2-40B4-BE49-F238E27FC236}">
                  <a16:creationId xmlns:a16="http://schemas.microsoft.com/office/drawing/2014/main" id="{D3F63B60-B870-9C19-CCCB-BC41AD3C185A}"/>
                </a:ext>
              </a:extLst>
            </p:cNvPr>
            <p:cNvSpPr/>
            <p:nvPr/>
          </p:nvSpPr>
          <p:spPr>
            <a:xfrm>
              <a:off x="3104300" y="2951775"/>
              <a:ext cx="378050" cy="561575"/>
            </a:xfrm>
            <a:custGeom>
              <a:avLst/>
              <a:gdLst/>
              <a:ahLst/>
              <a:cxnLst/>
              <a:rect l="l" t="t" r="r" b="b"/>
              <a:pathLst>
                <a:path w="15122" h="22463" extrusionOk="0">
                  <a:moveTo>
                    <a:pt x="12608" y="0"/>
                  </a:moveTo>
                  <a:lnTo>
                    <a:pt x="777" y="18559"/>
                  </a:lnTo>
                  <a:cubicBezTo>
                    <a:pt x="777" y="18559"/>
                    <a:pt x="1" y="20888"/>
                    <a:pt x="2922" y="22072"/>
                  </a:cubicBezTo>
                  <a:cubicBezTo>
                    <a:pt x="3637" y="22356"/>
                    <a:pt x="4284" y="22463"/>
                    <a:pt x="4852" y="22463"/>
                  </a:cubicBezTo>
                  <a:cubicBezTo>
                    <a:pt x="6576" y="22463"/>
                    <a:pt x="7580" y="21480"/>
                    <a:pt x="7580" y="21480"/>
                  </a:cubicBezTo>
                  <a:lnTo>
                    <a:pt x="15122" y="14714"/>
                  </a:lnTo>
                  <a:lnTo>
                    <a:pt x="126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4729;p64">
              <a:extLst>
                <a:ext uri="{FF2B5EF4-FFF2-40B4-BE49-F238E27FC236}">
                  <a16:creationId xmlns:a16="http://schemas.microsoft.com/office/drawing/2014/main" id="{E6FEF66E-B514-D332-5835-09A49349F8CF}"/>
                </a:ext>
              </a:extLst>
            </p:cNvPr>
            <p:cNvSpPr/>
            <p:nvPr/>
          </p:nvSpPr>
          <p:spPr>
            <a:xfrm>
              <a:off x="3113550" y="2944025"/>
              <a:ext cx="376200" cy="577100"/>
            </a:xfrm>
            <a:custGeom>
              <a:avLst/>
              <a:gdLst/>
              <a:ahLst/>
              <a:cxnLst/>
              <a:rect l="l" t="t" r="r" b="b"/>
              <a:pathLst>
                <a:path w="15048" h="23084" extrusionOk="0">
                  <a:moveTo>
                    <a:pt x="12046" y="1166"/>
                  </a:moveTo>
                  <a:lnTo>
                    <a:pt x="14419" y="14913"/>
                  </a:lnTo>
                  <a:lnTo>
                    <a:pt x="6988" y="21568"/>
                  </a:lnTo>
                  <a:cubicBezTo>
                    <a:pt x="6951" y="21605"/>
                    <a:pt x="6027" y="22455"/>
                    <a:pt x="4511" y="22455"/>
                  </a:cubicBezTo>
                  <a:cubicBezTo>
                    <a:pt x="3957" y="22455"/>
                    <a:pt x="3365" y="22345"/>
                    <a:pt x="2663" y="22086"/>
                  </a:cubicBezTo>
                  <a:cubicBezTo>
                    <a:pt x="1775" y="21716"/>
                    <a:pt x="1258" y="21272"/>
                    <a:pt x="999" y="20829"/>
                  </a:cubicBezTo>
                  <a:cubicBezTo>
                    <a:pt x="703" y="20385"/>
                    <a:pt x="629" y="19941"/>
                    <a:pt x="629" y="19572"/>
                  </a:cubicBezTo>
                  <a:cubicBezTo>
                    <a:pt x="629" y="19387"/>
                    <a:pt x="666" y="19239"/>
                    <a:pt x="666" y="19128"/>
                  </a:cubicBezTo>
                  <a:lnTo>
                    <a:pt x="703" y="19017"/>
                  </a:lnTo>
                  <a:lnTo>
                    <a:pt x="703" y="18996"/>
                  </a:lnTo>
                  <a:lnTo>
                    <a:pt x="703" y="18996"/>
                  </a:lnTo>
                  <a:lnTo>
                    <a:pt x="12046" y="1166"/>
                  </a:lnTo>
                  <a:close/>
                  <a:moveTo>
                    <a:pt x="12187" y="0"/>
                  </a:moveTo>
                  <a:cubicBezTo>
                    <a:pt x="12097" y="0"/>
                    <a:pt x="12007" y="42"/>
                    <a:pt x="11979" y="125"/>
                  </a:cubicBezTo>
                  <a:lnTo>
                    <a:pt x="149" y="18721"/>
                  </a:lnTo>
                  <a:lnTo>
                    <a:pt x="112" y="18795"/>
                  </a:lnTo>
                  <a:cubicBezTo>
                    <a:pt x="112" y="18795"/>
                    <a:pt x="1" y="19128"/>
                    <a:pt x="1" y="19572"/>
                  </a:cubicBezTo>
                  <a:cubicBezTo>
                    <a:pt x="1" y="20015"/>
                    <a:pt x="112" y="20570"/>
                    <a:pt x="481" y="21162"/>
                  </a:cubicBezTo>
                  <a:cubicBezTo>
                    <a:pt x="814" y="21716"/>
                    <a:pt x="1443" y="22271"/>
                    <a:pt x="2441" y="22640"/>
                  </a:cubicBezTo>
                  <a:cubicBezTo>
                    <a:pt x="3180" y="22973"/>
                    <a:pt x="3883" y="23084"/>
                    <a:pt x="4511" y="23084"/>
                  </a:cubicBezTo>
                  <a:cubicBezTo>
                    <a:pt x="6323" y="23084"/>
                    <a:pt x="7395" y="22049"/>
                    <a:pt x="7395" y="22012"/>
                  </a:cubicBezTo>
                  <a:lnTo>
                    <a:pt x="14937" y="15246"/>
                  </a:lnTo>
                  <a:cubicBezTo>
                    <a:pt x="15011" y="15172"/>
                    <a:pt x="15048" y="15061"/>
                    <a:pt x="15048" y="14950"/>
                  </a:cubicBezTo>
                  <a:lnTo>
                    <a:pt x="12534" y="236"/>
                  </a:lnTo>
                  <a:cubicBezTo>
                    <a:pt x="12497" y="125"/>
                    <a:pt x="12423" y="14"/>
                    <a:pt x="12275" y="14"/>
                  </a:cubicBezTo>
                  <a:cubicBezTo>
                    <a:pt x="12247" y="5"/>
                    <a:pt x="12217" y="0"/>
                    <a:pt x="12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4730;p64">
              <a:extLst>
                <a:ext uri="{FF2B5EF4-FFF2-40B4-BE49-F238E27FC236}">
                  <a16:creationId xmlns:a16="http://schemas.microsoft.com/office/drawing/2014/main" id="{5765E949-5715-67A9-0177-BC86FDBE131A}"/>
                </a:ext>
              </a:extLst>
            </p:cNvPr>
            <p:cNvSpPr/>
            <p:nvPr/>
          </p:nvSpPr>
          <p:spPr>
            <a:xfrm>
              <a:off x="4058150" y="2922175"/>
              <a:ext cx="1011175" cy="521400"/>
            </a:xfrm>
            <a:custGeom>
              <a:avLst/>
              <a:gdLst/>
              <a:ahLst/>
              <a:cxnLst/>
              <a:rect l="l" t="t" r="r" b="b"/>
              <a:pathLst>
                <a:path w="40447" h="20856" extrusionOk="0">
                  <a:moveTo>
                    <a:pt x="7173" y="1"/>
                  </a:moveTo>
                  <a:lnTo>
                    <a:pt x="1" y="10649"/>
                  </a:lnTo>
                  <a:lnTo>
                    <a:pt x="15861" y="20113"/>
                  </a:lnTo>
                  <a:cubicBezTo>
                    <a:pt x="16705" y="20604"/>
                    <a:pt x="17644" y="20855"/>
                    <a:pt x="18582" y="20855"/>
                  </a:cubicBezTo>
                  <a:cubicBezTo>
                    <a:pt x="19410" y="20855"/>
                    <a:pt x="20237" y="20660"/>
                    <a:pt x="21000" y="20261"/>
                  </a:cubicBezTo>
                  <a:lnTo>
                    <a:pt x="40446" y="10353"/>
                  </a:lnTo>
                  <a:lnTo>
                    <a:pt x="38968" y="7617"/>
                  </a:lnTo>
                  <a:lnTo>
                    <a:pt x="21591" y="13680"/>
                  </a:lnTo>
                  <a:lnTo>
                    <a:pt x="71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4731;p64">
              <a:extLst>
                <a:ext uri="{FF2B5EF4-FFF2-40B4-BE49-F238E27FC236}">
                  <a16:creationId xmlns:a16="http://schemas.microsoft.com/office/drawing/2014/main" id="{C2A13158-3A8C-A8D3-95A1-AD331CE04F9F}"/>
                </a:ext>
              </a:extLst>
            </p:cNvPr>
            <p:cNvSpPr/>
            <p:nvPr/>
          </p:nvSpPr>
          <p:spPr>
            <a:xfrm>
              <a:off x="4049825" y="2914800"/>
              <a:ext cx="1026900" cy="537025"/>
            </a:xfrm>
            <a:custGeom>
              <a:avLst/>
              <a:gdLst/>
              <a:ahLst/>
              <a:cxnLst/>
              <a:rect l="l" t="t" r="r" b="b"/>
              <a:pathLst>
                <a:path w="41076" h="21481" extrusionOk="0">
                  <a:moveTo>
                    <a:pt x="7540" y="760"/>
                  </a:moveTo>
                  <a:lnTo>
                    <a:pt x="21740" y="14197"/>
                  </a:lnTo>
                  <a:cubicBezTo>
                    <a:pt x="21794" y="14251"/>
                    <a:pt x="21868" y="14285"/>
                    <a:pt x="21947" y="14285"/>
                  </a:cubicBezTo>
                  <a:cubicBezTo>
                    <a:pt x="21976" y="14285"/>
                    <a:pt x="22006" y="14281"/>
                    <a:pt x="22035" y="14271"/>
                  </a:cubicBezTo>
                  <a:lnTo>
                    <a:pt x="39153" y="8282"/>
                  </a:lnTo>
                  <a:lnTo>
                    <a:pt x="40336" y="10500"/>
                  </a:lnTo>
                  <a:lnTo>
                    <a:pt x="21222" y="20297"/>
                  </a:lnTo>
                  <a:cubicBezTo>
                    <a:pt x="20483" y="20667"/>
                    <a:pt x="19706" y="20852"/>
                    <a:pt x="18930" y="20852"/>
                  </a:cubicBezTo>
                  <a:cubicBezTo>
                    <a:pt x="18043" y="20852"/>
                    <a:pt x="17155" y="20593"/>
                    <a:pt x="16342" y="20149"/>
                  </a:cubicBezTo>
                  <a:lnTo>
                    <a:pt x="740" y="10833"/>
                  </a:lnTo>
                  <a:lnTo>
                    <a:pt x="7540" y="760"/>
                  </a:lnTo>
                  <a:close/>
                  <a:moveTo>
                    <a:pt x="7469" y="0"/>
                  </a:moveTo>
                  <a:cubicBezTo>
                    <a:pt x="7358" y="0"/>
                    <a:pt x="7284" y="74"/>
                    <a:pt x="7247" y="148"/>
                  </a:cubicBezTo>
                  <a:lnTo>
                    <a:pt x="75" y="10759"/>
                  </a:lnTo>
                  <a:cubicBezTo>
                    <a:pt x="1" y="10833"/>
                    <a:pt x="1" y="10944"/>
                    <a:pt x="38" y="11017"/>
                  </a:cubicBezTo>
                  <a:cubicBezTo>
                    <a:pt x="38" y="11091"/>
                    <a:pt x="75" y="11165"/>
                    <a:pt x="149" y="11202"/>
                  </a:cubicBezTo>
                  <a:lnTo>
                    <a:pt x="16046" y="20667"/>
                  </a:lnTo>
                  <a:cubicBezTo>
                    <a:pt x="16933" y="21184"/>
                    <a:pt x="17932" y="21480"/>
                    <a:pt x="18930" y="21480"/>
                  </a:cubicBezTo>
                  <a:cubicBezTo>
                    <a:pt x="19817" y="21480"/>
                    <a:pt x="20667" y="21258"/>
                    <a:pt x="21481" y="20852"/>
                  </a:cubicBezTo>
                  <a:lnTo>
                    <a:pt x="40927" y="10907"/>
                  </a:lnTo>
                  <a:cubicBezTo>
                    <a:pt x="40964" y="10870"/>
                    <a:pt x="41038" y="10833"/>
                    <a:pt x="41075" y="10722"/>
                  </a:cubicBezTo>
                  <a:cubicBezTo>
                    <a:pt x="41075" y="10648"/>
                    <a:pt x="41075" y="10574"/>
                    <a:pt x="41038" y="10500"/>
                  </a:cubicBezTo>
                  <a:lnTo>
                    <a:pt x="39559" y="7764"/>
                  </a:lnTo>
                  <a:cubicBezTo>
                    <a:pt x="39531" y="7651"/>
                    <a:pt x="39417" y="7603"/>
                    <a:pt x="39298" y="7603"/>
                  </a:cubicBezTo>
                  <a:cubicBezTo>
                    <a:pt x="39262" y="7603"/>
                    <a:pt x="39225" y="7607"/>
                    <a:pt x="39190" y="7616"/>
                  </a:cubicBezTo>
                  <a:lnTo>
                    <a:pt x="21998" y="13605"/>
                  </a:lnTo>
                  <a:lnTo>
                    <a:pt x="7691" y="74"/>
                  </a:lnTo>
                  <a:cubicBezTo>
                    <a:pt x="7617" y="37"/>
                    <a:pt x="7543" y="0"/>
                    <a:pt x="7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4732;p64">
              <a:extLst>
                <a:ext uri="{FF2B5EF4-FFF2-40B4-BE49-F238E27FC236}">
                  <a16:creationId xmlns:a16="http://schemas.microsoft.com/office/drawing/2014/main" id="{1574D85B-3B5F-A71B-9CE7-BF8623814C04}"/>
                </a:ext>
              </a:extLst>
            </p:cNvPr>
            <p:cNvSpPr/>
            <p:nvPr/>
          </p:nvSpPr>
          <p:spPr>
            <a:xfrm>
              <a:off x="5032325" y="2936500"/>
              <a:ext cx="282850" cy="248425"/>
            </a:xfrm>
            <a:custGeom>
              <a:avLst/>
              <a:gdLst/>
              <a:ahLst/>
              <a:cxnLst/>
              <a:rect l="l" t="t" r="r" b="b"/>
              <a:pathLst>
                <a:path w="11314" h="9937" extrusionOk="0">
                  <a:moveTo>
                    <a:pt x="3692" y="1"/>
                  </a:moveTo>
                  <a:cubicBezTo>
                    <a:pt x="3456" y="1"/>
                    <a:pt x="3291" y="130"/>
                    <a:pt x="3291" y="130"/>
                  </a:cubicBezTo>
                  <a:lnTo>
                    <a:pt x="1479" y="4197"/>
                  </a:lnTo>
                  <a:lnTo>
                    <a:pt x="1" y="7044"/>
                  </a:lnTo>
                  <a:lnTo>
                    <a:pt x="1479" y="9780"/>
                  </a:lnTo>
                  <a:cubicBezTo>
                    <a:pt x="1479" y="9780"/>
                    <a:pt x="2594" y="9936"/>
                    <a:pt x="3401" y="9936"/>
                  </a:cubicBezTo>
                  <a:cubicBezTo>
                    <a:pt x="3704" y="9936"/>
                    <a:pt x="3963" y="9914"/>
                    <a:pt x="4104" y="9854"/>
                  </a:cubicBezTo>
                  <a:cubicBezTo>
                    <a:pt x="4474" y="9669"/>
                    <a:pt x="5546" y="9077"/>
                    <a:pt x="6175" y="8671"/>
                  </a:cubicBezTo>
                  <a:cubicBezTo>
                    <a:pt x="6470" y="8486"/>
                    <a:pt x="6692" y="8153"/>
                    <a:pt x="6766" y="7783"/>
                  </a:cubicBezTo>
                  <a:lnTo>
                    <a:pt x="7173" y="4863"/>
                  </a:lnTo>
                  <a:cubicBezTo>
                    <a:pt x="7173" y="4863"/>
                    <a:pt x="9391" y="3864"/>
                    <a:pt x="10796" y="3014"/>
                  </a:cubicBezTo>
                  <a:cubicBezTo>
                    <a:pt x="11314" y="2681"/>
                    <a:pt x="10759" y="2090"/>
                    <a:pt x="10537" y="1905"/>
                  </a:cubicBezTo>
                  <a:cubicBezTo>
                    <a:pt x="10467" y="1835"/>
                    <a:pt x="10382" y="1809"/>
                    <a:pt x="10291" y="1809"/>
                  </a:cubicBezTo>
                  <a:cubicBezTo>
                    <a:pt x="10239" y="1809"/>
                    <a:pt x="10185" y="1818"/>
                    <a:pt x="10131" y="1831"/>
                  </a:cubicBezTo>
                  <a:lnTo>
                    <a:pt x="5805" y="3495"/>
                  </a:lnTo>
                  <a:lnTo>
                    <a:pt x="3846" y="3162"/>
                  </a:lnTo>
                  <a:cubicBezTo>
                    <a:pt x="4067" y="2423"/>
                    <a:pt x="4659" y="722"/>
                    <a:pt x="4326" y="352"/>
                  </a:cubicBezTo>
                  <a:cubicBezTo>
                    <a:pt x="4101" y="78"/>
                    <a:pt x="3875" y="1"/>
                    <a:pt x="36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4733;p64">
              <a:extLst>
                <a:ext uri="{FF2B5EF4-FFF2-40B4-BE49-F238E27FC236}">
                  <a16:creationId xmlns:a16="http://schemas.microsoft.com/office/drawing/2014/main" id="{10380EE6-D15A-05EA-1E28-2195B22681BA}"/>
                </a:ext>
              </a:extLst>
            </p:cNvPr>
            <p:cNvSpPr/>
            <p:nvPr/>
          </p:nvSpPr>
          <p:spPr>
            <a:xfrm>
              <a:off x="5024000" y="2928650"/>
              <a:ext cx="291175" cy="263450"/>
            </a:xfrm>
            <a:custGeom>
              <a:avLst/>
              <a:gdLst/>
              <a:ahLst/>
              <a:cxnLst/>
              <a:rect l="l" t="t" r="r" b="b"/>
              <a:pathLst>
                <a:path w="11647" h="10538" extrusionOk="0">
                  <a:moveTo>
                    <a:pt x="4031" y="629"/>
                  </a:moveTo>
                  <a:cubicBezTo>
                    <a:pt x="4142" y="629"/>
                    <a:pt x="4252" y="666"/>
                    <a:pt x="4400" y="851"/>
                  </a:cubicBezTo>
                  <a:cubicBezTo>
                    <a:pt x="4437" y="851"/>
                    <a:pt x="4437" y="925"/>
                    <a:pt x="4437" y="1036"/>
                  </a:cubicBezTo>
                  <a:cubicBezTo>
                    <a:pt x="4437" y="1295"/>
                    <a:pt x="4363" y="1775"/>
                    <a:pt x="4216" y="2219"/>
                  </a:cubicBezTo>
                  <a:cubicBezTo>
                    <a:pt x="4105" y="2663"/>
                    <a:pt x="3957" y="3069"/>
                    <a:pt x="3883" y="3402"/>
                  </a:cubicBezTo>
                  <a:cubicBezTo>
                    <a:pt x="3883" y="3476"/>
                    <a:pt x="3883" y="3550"/>
                    <a:pt x="3920" y="3624"/>
                  </a:cubicBezTo>
                  <a:cubicBezTo>
                    <a:pt x="3957" y="3698"/>
                    <a:pt x="4031" y="3772"/>
                    <a:pt x="4142" y="3772"/>
                  </a:cubicBezTo>
                  <a:lnTo>
                    <a:pt x="6101" y="4104"/>
                  </a:lnTo>
                  <a:lnTo>
                    <a:pt x="6249" y="4104"/>
                  </a:lnTo>
                  <a:lnTo>
                    <a:pt x="10574" y="2441"/>
                  </a:lnTo>
                  <a:lnTo>
                    <a:pt x="10685" y="2441"/>
                  </a:lnTo>
                  <a:cubicBezTo>
                    <a:pt x="10722" y="2515"/>
                    <a:pt x="10833" y="2589"/>
                    <a:pt x="10907" y="2700"/>
                  </a:cubicBezTo>
                  <a:cubicBezTo>
                    <a:pt x="10981" y="2811"/>
                    <a:pt x="11018" y="2921"/>
                    <a:pt x="11018" y="2958"/>
                  </a:cubicBezTo>
                  <a:lnTo>
                    <a:pt x="11018" y="2995"/>
                  </a:lnTo>
                  <a:lnTo>
                    <a:pt x="10944" y="3069"/>
                  </a:lnTo>
                  <a:cubicBezTo>
                    <a:pt x="10279" y="3476"/>
                    <a:pt x="9391" y="3920"/>
                    <a:pt x="8652" y="4289"/>
                  </a:cubicBezTo>
                  <a:cubicBezTo>
                    <a:pt x="8319" y="4437"/>
                    <a:pt x="7987" y="4622"/>
                    <a:pt x="7765" y="4696"/>
                  </a:cubicBezTo>
                  <a:cubicBezTo>
                    <a:pt x="7543" y="4807"/>
                    <a:pt x="7395" y="4881"/>
                    <a:pt x="7395" y="4881"/>
                  </a:cubicBezTo>
                  <a:cubicBezTo>
                    <a:pt x="7284" y="4918"/>
                    <a:pt x="7247" y="5029"/>
                    <a:pt x="7210" y="5103"/>
                  </a:cubicBezTo>
                  <a:lnTo>
                    <a:pt x="6766" y="8060"/>
                  </a:lnTo>
                  <a:cubicBezTo>
                    <a:pt x="6730" y="8356"/>
                    <a:pt x="6582" y="8578"/>
                    <a:pt x="6323" y="8726"/>
                  </a:cubicBezTo>
                  <a:cubicBezTo>
                    <a:pt x="6027" y="8911"/>
                    <a:pt x="5620" y="9169"/>
                    <a:pt x="5214" y="9391"/>
                  </a:cubicBezTo>
                  <a:cubicBezTo>
                    <a:pt x="4844" y="9613"/>
                    <a:pt x="4474" y="9798"/>
                    <a:pt x="4326" y="9872"/>
                  </a:cubicBezTo>
                  <a:cubicBezTo>
                    <a:pt x="4326" y="9872"/>
                    <a:pt x="4216" y="9909"/>
                    <a:pt x="4105" y="9909"/>
                  </a:cubicBezTo>
                  <a:cubicBezTo>
                    <a:pt x="3994" y="9909"/>
                    <a:pt x="3846" y="9946"/>
                    <a:pt x="3698" y="9946"/>
                  </a:cubicBezTo>
                  <a:cubicBezTo>
                    <a:pt x="3328" y="9946"/>
                    <a:pt x="2848" y="9909"/>
                    <a:pt x="2478" y="9872"/>
                  </a:cubicBezTo>
                  <a:cubicBezTo>
                    <a:pt x="2281" y="9852"/>
                    <a:pt x="2116" y="9833"/>
                    <a:pt x="2004" y="9818"/>
                  </a:cubicBezTo>
                  <a:lnTo>
                    <a:pt x="2004" y="9818"/>
                  </a:lnTo>
                  <a:lnTo>
                    <a:pt x="703" y="7358"/>
                  </a:lnTo>
                  <a:lnTo>
                    <a:pt x="2071" y="4659"/>
                  </a:lnTo>
                  <a:lnTo>
                    <a:pt x="2108" y="4659"/>
                  </a:lnTo>
                  <a:lnTo>
                    <a:pt x="3885" y="670"/>
                  </a:lnTo>
                  <a:lnTo>
                    <a:pt x="3885" y="670"/>
                  </a:lnTo>
                  <a:cubicBezTo>
                    <a:pt x="3923" y="650"/>
                    <a:pt x="3972" y="629"/>
                    <a:pt x="4031" y="629"/>
                  </a:cubicBezTo>
                  <a:close/>
                  <a:moveTo>
                    <a:pt x="4031" y="1"/>
                  </a:moveTo>
                  <a:cubicBezTo>
                    <a:pt x="3698" y="1"/>
                    <a:pt x="3476" y="186"/>
                    <a:pt x="3439" y="223"/>
                  </a:cubicBezTo>
                  <a:lnTo>
                    <a:pt x="3365" y="333"/>
                  </a:lnTo>
                  <a:lnTo>
                    <a:pt x="1517" y="4400"/>
                  </a:lnTo>
                  <a:lnTo>
                    <a:pt x="75" y="7210"/>
                  </a:lnTo>
                  <a:cubicBezTo>
                    <a:pt x="1" y="7284"/>
                    <a:pt x="1" y="7395"/>
                    <a:pt x="75" y="7506"/>
                  </a:cubicBezTo>
                  <a:lnTo>
                    <a:pt x="1517" y="10242"/>
                  </a:lnTo>
                  <a:cubicBezTo>
                    <a:pt x="1591" y="10316"/>
                    <a:pt x="1665" y="10390"/>
                    <a:pt x="1775" y="10390"/>
                  </a:cubicBezTo>
                  <a:cubicBezTo>
                    <a:pt x="1775" y="10390"/>
                    <a:pt x="2848" y="10537"/>
                    <a:pt x="3698" y="10537"/>
                  </a:cubicBezTo>
                  <a:lnTo>
                    <a:pt x="4179" y="10537"/>
                  </a:lnTo>
                  <a:cubicBezTo>
                    <a:pt x="4326" y="10500"/>
                    <a:pt x="4437" y="10500"/>
                    <a:pt x="4585" y="10426"/>
                  </a:cubicBezTo>
                  <a:cubicBezTo>
                    <a:pt x="4770" y="10353"/>
                    <a:pt x="5140" y="10168"/>
                    <a:pt x="5546" y="9909"/>
                  </a:cubicBezTo>
                  <a:cubicBezTo>
                    <a:pt x="5916" y="9687"/>
                    <a:pt x="6323" y="9465"/>
                    <a:pt x="6656" y="9243"/>
                  </a:cubicBezTo>
                  <a:cubicBezTo>
                    <a:pt x="7062" y="9022"/>
                    <a:pt x="7321" y="8615"/>
                    <a:pt x="7395" y="8171"/>
                  </a:cubicBezTo>
                  <a:lnTo>
                    <a:pt x="7816" y="5361"/>
                  </a:lnTo>
                  <a:lnTo>
                    <a:pt x="7816" y="5361"/>
                  </a:lnTo>
                  <a:cubicBezTo>
                    <a:pt x="8353" y="5115"/>
                    <a:pt x="10100" y="4299"/>
                    <a:pt x="11277" y="3587"/>
                  </a:cubicBezTo>
                  <a:cubicBezTo>
                    <a:pt x="11388" y="3513"/>
                    <a:pt x="11499" y="3439"/>
                    <a:pt x="11536" y="3328"/>
                  </a:cubicBezTo>
                  <a:cubicBezTo>
                    <a:pt x="11610" y="3217"/>
                    <a:pt x="11647" y="3069"/>
                    <a:pt x="11647" y="2958"/>
                  </a:cubicBezTo>
                  <a:cubicBezTo>
                    <a:pt x="11647" y="2700"/>
                    <a:pt x="11536" y="2515"/>
                    <a:pt x="11425" y="2330"/>
                  </a:cubicBezTo>
                  <a:cubicBezTo>
                    <a:pt x="11277" y="2182"/>
                    <a:pt x="11166" y="2071"/>
                    <a:pt x="11055" y="1960"/>
                  </a:cubicBezTo>
                  <a:cubicBezTo>
                    <a:pt x="10944" y="1886"/>
                    <a:pt x="10759" y="1812"/>
                    <a:pt x="10611" y="1812"/>
                  </a:cubicBezTo>
                  <a:cubicBezTo>
                    <a:pt x="10537" y="1812"/>
                    <a:pt x="10427" y="1849"/>
                    <a:pt x="10353" y="1886"/>
                  </a:cubicBezTo>
                  <a:lnTo>
                    <a:pt x="6101" y="3476"/>
                  </a:lnTo>
                  <a:lnTo>
                    <a:pt x="4563" y="3230"/>
                  </a:lnTo>
                  <a:lnTo>
                    <a:pt x="4563" y="3230"/>
                  </a:lnTo>
                  <a:cubicBezTo>
                    <a:pt x="4638" y="2974"/>
                    <a:pt x="4731" y="2670"/>
                    <a:pt x="4807" y="2367"/>
                  </a:cubicBezTo>
                  <a:cubicBezTo>
                    <a:pt x="4955" y="1886"/>
                    <a:pt x="5066" y="1443"/>
                    <a:pt x="5066" y="1036"/>
                  </a:cubicBezTo>
                  <a:cubicBezTo>
                    <a:pt x="5066" y="851"/>
                    <a:pt x="5029" y="629"/>
                    <a:pt x="4881" y="444"/>
                  </a:cubicBezTo>
                  <a:cubicBezTo>
                    <a:pt x="4622" y="149"/>
                    <a:pt x="4326" y="1"/>
                    <a:pt x="4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4734;p64">
              <a:extLst>
                <a:ext uri="{FF2B5EF4-FFF2-40B4-BE49-F238E27FC236}">
                  <a16:creationId xmlns:a16="http://schemas.microsoft.com/office/drawing/2014/main" id="{552B74D1-CC22-1C3C-6414-CA1F699CD676}"/>
                </a:ext>
              </a:extLst>
            </p:cNvPr>
            <p:cNvSpPr/>
            <p:nvPr/>
          </p:nvSpPr>
          <p:spPr>
            <a:xfrm>
              <a:off x="5170975" y="3049725"/>
              <a:ext cx="49925" cy="34225"/>
            </a:xfrm>
            <a:custGeom>
              <a:avLst/>
              <a:gdLst/>
              <a:ahLst/>
              <a:cxnLst/>
              <a:rect l="l" t="t" r="r" b="b"/>
              <a:pathLst>
                <a:path w="1997" h="1369" extrusionOk="0">
                  <a:moveTo>
                    <a:pt x="1635" y="1"/>
                  </a:moveTo>
                  <a:cubicBezTo>
                    <a:pt x="1582" y="1"/>
                    <a:pt x="1528" y="13"/>
                    <a:pt x="1479" y="38"/>
                  </a:cubicBezTo>
                  <a:lnTo>
                    <a:pt x="185" y="777"/>
                  </a:lnTo>
                  <a:cubicBezTo>
                    <a:pt x="37" y="888"/>
                    <a:pt x="0" y="1073"/>
                    <a:pt x="74" y="1221"/>
                  </a:cubicBezTo>
                  <a:cubicBezTo>
                    <a:pt x="123" y="1320"/>
                    <a:pt x="222" y="1369"/>
                    <a:pt x="326" y="1369"/>
                  </a:cubicBezTo>
                  <a:cubicBezTo>
                    <a:pt x="378" y="1369"/>
                    <a:pt x="432" y="1357"/>
                    <a:pt x="481" y="1332"/>
                  </a:cubicBezTo>
                  <a:lnTo>
                    <a:pt x="1812" y="592"/>
                  </a:lnTo>
                  <a:cubicBezTo>
                    <a:pt x="1960" y="519"/>
                    <a:pt x="1997" y="297"/>
                    <a:pt x="1923" y="149"/>
                  </a:cubicBezTo>
                  <a:cubicBezTo>
                    <a:pt x="1849" y="50"/>
                    <a:pt x="1742" y="1"/>
                    <a:pt x="1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4735;p64">
              <a:extLst>
                <a:ext uri="{FF2B5EF4-FFF2-40B4-BE49-F238E27FC236}">
                  <a16:creationId xmlns:a16="http://schemas.microsoft.com/office/drawing/2014/main" id="{ED59FB1E-338B-3D81-AF12-CEE8EDA6154F}"/>
                </a:ext>
              </a:extLst>
            </p:cNvPr>
            <p:cNvSpPr/>
            <p:nvPr/>
          </p:nvSpPr>
          <p:spPr>
            <a:xfrm>
              <a:off x="5177425" y="3078150"/>
              <a:ext cx="36075" cy="32750"/>
            </a:xfrm>
            <a:custGeom>
              <a:avLst/>
              <a:gdLst/>
              <a:ahLst/>
              <a:cxnLst/>
              <a:rect l="l" t="t" r="r" b="b"/>
              <a:pathLst>
                <a:path w="1443" h="1310" extrusionOk="0">
                  <a:moveTo>
                    <a:pt x="1124" y="1"/>
                  </a:moveTo>
                  <a:cubicBezTo>
                    <a:pt x="1045" y="1"/>
                    <a:pt x="962" y="28"/>
                    <a:pt x="888" y="84"/>
                  </a:cubicBezTo>
                  <a:lnTo>
                    <a:pt x="149" y="786"/>
                  </a:lnTo>
                  <a:cubicBezTo>
                    <a:pt x="1" y="897"/>
                    <a:pt x="1" y="1082"/>
                    <a:pt x="112" y="1193"/>
                  </a:cubicBezTo>
                  <a:cubicBezTo>
                    <a:pt x="171" y="1272"/>
                    <a:pt x="263" y="1309"/>
                    <a:pt x="352" y="1309"/>
                  </a:cubicBezTo>
                  <a:cubicBezTo>
                    <a:pt x="429" y="1309"/>
                    <a:pt x="504" y="1282"/>
                    <a:pt x="556" y="1230"/>
                  </a:cubicBezTo>
                  <a:lnTo>
                    <a:pt x="1332" y="528"/>
                  </a:lnTo>
                  <a:cubicBezTo>
                    <a:pt x="1443" y="417"/>
                    <a:pt x="1443" y="232"/>
                    <a:pt x="1332" y="84"/>
                  </a:cubicBezTo>
                  <a:cubicBezTo>
                    <a:pt x="1276" y="28"/>
                    <a:pt x="1203" y="1"/>
                    <a:pt x="1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4736;p64">
              <a:extLst>
                <a:ext uri="{FF2B5EF4-FFF2-40B4-BE49-F238E27FC236}">
                  <a16:creationId xmlns:a16="http://schemas.microsoft.com/office/drawing/2014/main" id="{38DF6D6C-EF7C-6F4A-D784-0243320B394D}"/>
                </a:ext>
              </a:extLst>
            </p:cNvPr>
            <p:cNvSpPr/>
            <p:nvPr/>
          </p:nvSpPr>
          <p:spPr>
            <a:xfrm>
              <a:off x="5175600" y="3110600"/>
              <a:ext cx="33275" cy="33575"/>
            </a:xfrm>
            <a:custGeom>
              <a:avLst/>
              <a:gdLst/>
              <a:ahLst/>
              <a:cxnLst/>
              <a:rect l="l" t="t" r="r" b="b"/>
              <a:pathLst>
                <a:path w="1331" h="1343" extrusionOk="0">
                  <a:moveTo>
                    <a:pt x="964" y="1"/>
                  </a:moveTo>
                  <a:cubicBezTo>
                    <a:pt x="880" y="1"/>
                    <a:pt x="799" y="38"/>
                    <a:pt x="739" y="117"/>
                  </a:cubicBezTo>
                  <a:lnTo>
                    <a:pt x="111" y="819"/>
                  </a:lnTo>
                  <a:cubicBezTo>
                    <a:pt x="0" y="967"/>
                    <a:pt x="37" y="1152"/>
                    <a:pt x="148" y="1263"/>
                  </a:cubicBezTo>
                  <a:cubicBezTo>
                    <a:pt x="217" y="1314"/>
                    <a:pt x="293" y="1342"/>
                    <a:pt x="367" y="1342"/>
                  </a:cubicBezTo>
                  <a:cubicBezTo>
                    <a:pt x="451" y="1342"/>
                    <a:pt x="532" y="1305"/>
                    <a:pt x="592" y="1226"/>
                  </a:cubicBezTo>
                  <a:lnTo>
                    <a:pt x="1220" y="524"/>
                  </a:lnTo>
                  <a:cubicBezTo>
                    <a:pt x="1331" y="376"/>
                    <a:pt x="1294" y="191"/>
                    <a:pt x="1183" y="80"/>
                  </a:cubicBezTo>
                  <a:cubicBezTo>
                    <a:pt x="1114" y="28"/>
                    <a:pt x="1038" y="1"/>
                    <a:pt x="9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4737;p64">
              <a:extLst>
                <a:ext uri="{FF2B5EF4-FFF2-40B4-BE49-F238E27FC236}">
                  <a16:creationId xmlns:a16="http://schemas.microsoft.com/office/drawing/2014/main" id="{311A4A98-CA84-758A-C1CA-A8943CA922F6}"/>
                </a:ext>
              </a:extLst>
            </p:cNvPr>
            <p:cNvSpPr/>
            <p:nvPr/>
          </p:nvSpPr>
          <p:spPr>
            <a:xfrm>
              <a:off x="5094250" y="3007225"/>
              <a:ext cx="42550" cy="15725"/>
            </a:xfrm>
            <a:custGeom>
              <a:avLst/>
              <a:gdLst/>
              <a:ahLst/>
              <a:cxnLst/>
              <a:rect l="l" t="t" r="r" b="b"/>
              <a:pathLst>
                <a:path w="1702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1369" y="629"/>
                  </a:lnTo>
                  <a:cubicBezTo>
                    <a:pt x="1553" y="629"/>
                    <a:pt x="1664" y="481"/>
                    <a:pt x="1701" y="333"/>
                  </a:cubicBezTo>
                  <a:cubicBezTo>
                    <a:pt x="1701" y="148"/>
                    <a:pt x="1553" y="0"/>
                    <a:pt x="1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4738;p64">
              <a:extLst>
                <a:ext uri="{FF2B5EF4-FFF2-40B4-BE49-F238E27FC236}">
                  <a16:creationId xmlns:a16="http://schemas.microsoft.com/office/drawing/2014/main" id="{390CB1B5-255D-EB3F-4756-CDC72841F56E}"/>
                </a:ext>
              </a:extLst>
            </p:cNvPr>
            <p:cNvSpPr/>
            <p:nvPr/>
          </p:nvSpPr>
          <p:spPr>
            <a:xfrm>
              <a:off x="3419475" y="2893525"/>
              <a:ext cx="818000" cy="942775"/>
            </a:xfrm>
            <a:custGeom>
              <a:avLst/>
              <a:gdLst/>
              <a:ahLst/>
              <a:cxnLst/>
              <a:rect l="l" t="t" r="r" b="b"/>
              <a:pathLst>
                <a:path w="32720" h="37711" extrusionOk="0">
                  <a:moveTo>
                    <a:pt x="13162" y="1"/>
                  </a:moveTo>
                  <a:cubicBezTo>
                    <a:pt x="7543" y="1"/>
                    <a:pt x="1" y="2330"/>
                    <a:pt x="1" y="2330"/>
                  </a:cubicBezTo>
                  <a:lnTo>
                    <a:pt x="4253" y="37711"/>
                  </a:lnTo>
                  <a:lnTo>
                    <a:pt x="28246" y="37711"/>
                  </a:lnTo>
                  <a:lnTo>
                    <a:pt x="32720" y="1147"/>
                  </a:lnTo>
                  <a:lnTo>
                    <a:pt x="28838" y="962"/>
                  </a:lnTo>
                  <a:cubicBezTo>
                    <a:pt x="28838" y="962"/>
                    <a:pt x="18782" y="1"/>
                    <a:pt x="13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4739;p64">
              <a:extLst>
                <a:ext uri="{FF2B5EF4-FFF2-40B4-BE49-F238E27FC236}">
                  <a16:creationId xmlns:a16="http://schemas.microsoft.com/office/drawing/2014/main" id="{B0346B64-A791-5693-E2D2-9D2678AC83D3}"/>
                </a:ext>
              </a:extLst>
            </p:cNvPr>
            <p:cNvSpPr/>
            <p:nvPr/>
          </p:nvSpPr>
          <p:spPr>
            <a:xfrm>
              <a:off x="3411175" y="2886150"/>
              <a:ext cx="833700" cy="957550"/>
            </a:xfrm>
            <a:custGeom>
              <a:avLst/>
              <a:gdLst/>
              <a:ahLst/>
              <a:cxnLst/>
              <a:rect l="l" t="t" r="r" b="b"/>
              <a:pathLst>
                <a:path w="33348" h="38302" extrusionOk="0">
                  <a:moveTo>
                    <a:pt x="13494" y="592"/>
                  </a:moveTo>
                  <a:cubicBezTo>
                    <a:pt x="16267" y="592"/>
                    <a:pt x="20186" y="850"/>
                    <a:pt x="23403" y="1072"/>
                  </a:cubicBezTo>
                  <a:cubicBezTo>
                    <a:pt x="25029" y="1220"/>
                    <a:pt x="26434" y="1331"/>
                    <a:pt x="27469" y="1405"/>
                  </a:cubicBezTo>
                  <a:cubicBezTo>
                    <a:pt x="28505" y="1516"/>
                    <a:pt x="29133" y="1553"/>
                    <a:pt x="29133" y="1553"/>
                  </a:cubicBezTo>
                  <a:lnTo>
                    <a:pt x="32682" y="1738"/>
                  </a:lnTo>
                  <a:lnTo>
                    <a:pt x="28320" y="37710"/>
                  </a:lnTo>
                  <a:lnTo>
                    <a:pt x="4843" y="37710"/>
                  </a:lnTo>
                  <a:lnTo>
                    <a:pt x="659" y="2837"/>
                  </a:lnTo>
                  <a:lnTo>
                    <a:pt x="659" y="2837"/>
                  </a:lnTo>
                  <a:cubicBezTo>
                    <a:pt x="684" y="2829"/>
                    <a:pt x="711" y="2820"/>
                    <a:pt x="740" y="2810"/>
                  </a:cubicBezTo>
                  <a:cubicBezTo>
                    <a:pt x="2255" y="2366"/>
                    <a:pt x="8651" y="592"/>
                    <a:pt x="13494" y="592"/>
                  </a:cubicBezTo>
                  <a:close/>
                  <a:moveTo>
                    <a:pt x="13494" y="0"/>
                  </a:moveTo>
                  <a:cubicBezTo>
                    <a:pt x="7801" y="0"/>
                    <a:pt x="259" y="2329"/>
                    <a:pt x="222" y="2329"/>
                  </a:cubicBezTo>
                  <a:cubicBezTo>
                    <a:pt x="74" y="2366"/>
                    <a:pt x="0" y="2514"/>
                    <a:pt x="0" y="2662"/>
                  </a:cubicBezTo>
                  <a:lnTo>
                    <a:pt x="4289" y="38043"/>
                  </a:lnTo>
                  <a:cubicBezTo>
                    <a:pt x="4289" y="38191"/>
                    <a:pt x="4437" y="38302"/>
                    <a:pt x="4585" y="38302"/>
                  </a:cubicBezTo>
                  <a:lnTo>
                    <a:pt x="28578" y="38302"/>
                  </a:lnTo>
                  <a:cubicBezTo>
                    <a:pt x="28726" y="38302"/>
                    <a:pt x="28874" y="38191"/>
                    <a:pt x="28874" y="38043"/>
                  </a:cubicBezTo>
                  <a:lnTo>
                    <a:pt x="33348" y="1479"/>
                  </a:lnTo>
                  <a:cubicBezTo>
                    <a:pt x="33348" y="1405"/>
                    <a:pt x="33311" y="1331"/>
                    <a:pt x="33274" y="1257"/>
                  </a:cubicBezTo>
                  <a:cubicBezTo>
                    <a:pt x="33200" y="1183"/>
                    <a:pt x="33126" y="1146"/>
                    <a:pt x="33052" y="1146"/>
                  </a:cubicBezTo>
                  <a:lnTo>
                    <a:pt x="29207" y="963"/>
                  </a:lnTo>
                  <a:lnTo>
                    <a:pt x="29207" y="963"/>
                  </a:lnTo>
                  <a:lnTo>
                    <a:pt x="29207" y="961"/>
                  </a:lnTo>
                  <a:cubicBezTo>
                    <a:pt x="29170" y="961"/>
                    <a:pt x="19114" y="0"/>
                    <a:pt x="13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4740;p64">
              <a:extLst>
                <a:ext uri="{FF2B5EF4-FFF2-40B4-BE49-F238E27FC236}">
                  <a16:creationId xmlns:a16="http://schemas.microsoft.com/office/drawing/2014/main" id="{E58BCEC0-B66E-C48B-9DFF-5AB1CA77BB46}"/>
                </a:ext>
              </a:extLst>
            </p:cNvPr>
            <p:cNvSpPr/>
            <p:nvPr/>
          </p:nvSpPr>
          <p:spPr>
            <a:xfrm>
              <a:off x="3472175" y="3836275"/>
              <a:ext cx="732025" cy="440925"/>
            </a:xfrm>
            <a:custGeom>
              <a:avLst/>
              <a:gdLst/>
              <a:ahLst/>
              <a:cxnLst/>
              <a:rect l="l" t="t" r="r" b="b"/>
              <a:pathLst>
                <a:path w="29281" h="17637" extrusionOk="0">
                  <a:moveTo>
                    <a:pt x="2145" y="1"/>
                  </a:moveTo>
                  <a:lnTo>
                    <a:pt x="333" y="7284"/>
                  </a:lnTo>
                  <a:cubicBezTo>
                    <a:pt x="0" y="8541"/>
                    <a:pt x="185" y="9872"/>
                    <a:pt x="777" y="11055"/>
                  </a:cubicBezTo>
                  <a:lnTo>
                    <a:pt x="4178" y="17636"/>
                  </a:lnTo>
                  <a:lnTo>
                    <a:pt x="24992" y="17636"/>
                  </a:lnTo>
                  <a:lnTo>
                    <a:pt x="28283" y="11462"/>
                  </a:lnTo>
                  <a:cubicBezTo>
                    <a:pt x="29170" y="9872"/>
                    <a:pt x="29281" y="7950"/>
                    <a:pt x="28615" y="6249"/>
                  </a:cubicBezTo>
                  <a:lnTo>
                    <a:pt x="26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4741;p64">
              <a:extLst>
                <a:ext uri="{FF2B5EF4-FFF2-40B4-BE49-F238E27FC236}">
                  <a16:creationId xmlns:a16="http://schemas.microsoft.com/office/drawing/2014/main" id="{C05C9327-1DE9-04C1-B761-DA71804C14C8}"/>
                </a:ext>
              </a:extLst>
            </p:cNvPr>
            <p:cNvSpPr/>
            <p:nvPr/>
          </p:nvSpPr>
          <p:spPr>
            <a:xfrm>
              <a:off x="3468475" y="3828900"/>
              <a:ext cx="737575" cy="455675"/>
            </a:xfrm>
            <a:custGeom>
              <a:avLst/>
              <a:gdLst/>
              <a:ahLst/>
              <a:cxnLst/>
              <a:rect l="l" t="t" r="r" b="b"/>
              <a:pathLst>
                <a:path w="29503" h="18227" extrusionOk="0">
                  <a:moveTo>
                    <a:pt x="26065" y="592"/>
                  </a:moveTo>
                  <a:lnTo>
                    <a:pt x="28468" y="6655"/>
                  </a:lnTo>
                  <a:cubicBezTo>
                    <a:pt x="28727" y="7357"/>
                    <a:pt x="28874" y="8097"/>
                    <a:pt x="28874" y="8836"/>
                  </a:cubicBezTo>
                  <a:cubicBezTo>
                    <a:pt x="28874" y="9797"/>
                    <a:pt x="28653" y="10759"/>
                    <a:pt x="28172" y="11646"/>
                  </a:cubicBezTo>
                  <a:lnTo>
                    <a:pt x="24956" y="17598"/>
                  </a:lnTo>
                  <a:lnTo>
                    <a:pt x="4511" y="17598"/>
                  </a:lnTo>
                  <a:lnTo>
                    <a:pt x="1183" y="11202"/>
                  </a:lnTo>
                  <a:cubicBezTo>
                    <a:pt x="814" y="10463"/>
                    <a:pt x="629" y="9687"/>
                    <a:pt x="629" y="8873"/>
                  </a:cubicBezTo>
                  <a:cubicBezTo>
                    <a:pt x="629" y="8467"/>
                    <a:pt x="666" y="8060"/>
                    <a:pt x="777" y="7653"/>
                  </a:cubicBezTo>
                  <a:lnTo>
                    <a:pt x="2533" y="592"/>
                  </a:lnTo>
                  <a:close/>
                  <a:moveTo>
                    <a:pt x="2293" y="0"/>
                  </a:moveTo>
                  <a:cubicBezTo>
                    <a:pt x="2145" y="0"/>
                    <a:pt x="2034" y="74"/>
                    <a:pt x="1997" y="222"/>
                  </a:cubicBezTo>
                  <a:lnTo>
                    <a:pt x="185" y="7505"/>
                  </a:lnTo>
                  <a:cubicBezTo>
                    <a:pt x="74" y="7949"/>
                    <a:pt x="0" y="8393"/>
                    <a:pt x="0" y="8873"/>
                  </a:cubicBezTo>
                  <a:cubicBezTo>
                    <a:pt x="0" y="9760"/>
                    <a:pt x="222" y="10685"/>
                    <a:pt x="629" y="11498"/>
                  </a:cubicBezTo>
                  <a:lnTo>
                    <a:pt x="4067" y="18079"/>
                  </a:lnTo>
                  <a:cubicBezTo>
                    <a:pt x="4104" y="18153"/>
                    <a:pt x="4215" y="18227"/>
                    <a:pt x="4326" y="18227"/>
                  </a:cubicBezTo>
                  <a:lnTo>
                    <a:pt x="25140" y="18227"/>
                  </a:lnTo>
                  <a:cubicBezTo>
                    <a:pt x="25251" y="18227"/>
                    <a:pt x="25362" y="18153"/>
                    <a:pt x="25399" y="18079"/>
                  </a:cubicBezTo>
                  <a:lnTo>
                    <a:pt x="28727" y="11905"/>
                  </a:lnTo>
                  <a:cubicBezTo>
                    <a:pt x="29244" y="10944"/>
                    <a:pt x="29503" y="9908"/>
                    <a:pt x="29503" y="8836"/>
                  </a:cubicBezTo>
                  <a:cubicBezTo>
                    <a:pt x="29503" y="8023"/>
                    <a:pt x="29318" y="7210"/>
                    <a:pt x="29022" y="6433"/>
                  </a:cubicBezTo>
                  <a:lnTo>
                    <a:pt x="26582" y="185"/>
                  </a:lnTo>
                  <a:cubicBezTo>
                    <a:pt x="26545" y="74"/>
                    <a:pt x="26434" y="0"/>
                    <a:pt x="26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4742;p64">
              <a:extLst>
                <a:ext uri="{FF2B5EF4-FFF2-40B4-BE49-F238E27FC236}">
                  <a16:creationId xmlns:a16="http://schemas.microsoft.com/office/drawing/2014/main" id="{3FC2C87F-1D3E-0934-478F-A7047B0D442F}"/>
                </a:ext>
              </a:extLst>
            </p:cNvPr>
            <p:cNvSpPr/>
            <p:nvPr/>
          </p:nvSpPr>
          <p:spPr>
            <a:xfrm>
              <a:off x="3795650" y="4161625"/>
              <a:ext cx="109100" cy="415025"/>
            </a:xfrm>
            <a:custGeom>
              <a:avLst/>
              <a:gdLst/>
              <a:ahLst/>
              <a:cxnLst/>
              <a:rect l="l" t="t" r="r" b="b"/>
              <a:pathLst>
                <a:path w="4364" h="16601" extrusionOk="0">
                  <a:moveTo>
                    <a:pt x="1" y="1"/>
                  </a:moveTo>
                  <a:lnTo>
                    <a:pt x="1" y="16601"/>
                  </a:lnTo>
                  <a:lnTo>
                    <a:pt x="4363" y="16601"/>
                  </a:lnTo>
                  <a:lnTo>
                    <a:pt x="4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4743;p64">
              <a:extLst>
                <a:ext uri="{FF2B5EF4-FFF2-40B4-BE49-F238E27FC236}">
                  <a16:creationId xmlns:a16="http://schemas.microsoft.com/office/drawing/2014/main" id="{8D088B4F-FE9A-9DC1-7262-B8394D2637A0}"/>
                </a:ext>
              </a:extLst>
            </p:cNvPr>
            <p:cNvSpPr/>
            <p:nvPr/>
          </p:nvSpPr>
          <p:spPr>
            <a:xfrm>
              <a:off x="3788275" y="4154225"/>
              <a:ext cx="123875" cy="430750"/>
            </a:xfrm>
            <a:custGeom>
              <a:avLst/>
              <a:gdLst/>
              <a:ahLst/>
              <a:cxnLst/>
              <a:rect l="l" t="t" r="r" b="b"/>
              <a:pathLst>
                <a:path w="4955" h="17230" extrusionOk="0">
                  <a:moveTo>
                    <a:pt x="4363" y="592"/>
                  </a:moveTo>
                  <a:lnTo>
                    <a:pt x="4363" y="16601"/>
                  </a:lnTo>
                  <a:lnTo>
                    <a:pt x="629" y="16601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9"/>
                    <a:pt x="0" y="223"/>
                    <a:pt x="0" y="297"/>
                  </a:cubicBezTo>
                  <a:lnTo>
                    <a:pt x="0" y="16897"/>
                  </a:lnTo>
                  <a:cubicBezTo>
                    <a:pt x="0" y="17007"/>
                    <a:pt x="37" y="17081"/>
                    <a:pt x="74" y="17118"/>
                  </a:cubicBezTo>
                  <a:cubicBezTo>
                    <a:pt x="148" y="17192"/>
                    <a:pt x="222" y="17229"/>
                    <a:pt x="296" y="17229"/>
                  </a:cubicBezTo>
                  <a:lnTo>
                    <a:pt x="4658" y="17229"/>
                  </a:lnTo>
                  <a:cubicBezTo>
                    <a:pt x="4732" y="17229"/>
                    <a:pt x="4806" y="17192"/>
                    <a:pt x="4880" y="17118"/>
                  </a:cubicBezTo>
                  <a:cubicBezTo>
                    <a:pt x="4954" y="17081"/>
                    <a:pt x="4954" y="17007"/>
                    <a:pt x="4954" y="16897"/>
                  </a:cubicBezTo>
                  <a:lnTo>
                    <a:pt x="4954" y="297"/>
                  </a:lnTo>
                  <a:cubicBezTo>
                    <a:pt x="4954" y="223"/>
                    <a:pt x="4954" y="149"/>
                    <a:pt x="4880" y="75"/>
                  </a:cubicBezTo>
                  <a:cubicBezTo>
                    <a:pt x="4806" y="38"/>
                    <a:pt x="4732" y="1"/>
                    <a:pt x="4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4744;p64">
              <a:extLst>
                <a:ext uri="{FF2B5EF4-FFF2-40B4-BE49-F238E27FC236}">
                  <a16:creationId xmlns:a16="http://schemas.microsoft.com/office/drawing/2014/main" id="{1971F61B-9001-B178-547E-47D4E2FA86AF}"/>
                </a:ext>
              </a:extLst>
            </p:cNvPr>
            <p:cNvSpPr/>
            <p:nvPr/>
          </p:nvSpPr>
          <p:spPr>
            <a:xfrm>
              <a:off x="3767925" y="4511925"/>
              <a:ext cx="164550" cy="525000"/>
            </a:xfrm>
            <a:custGeom>
              <a:avLst/>
              <a:gdLst/>
              <a:ahLst/>
              <a:cxnLst/>
              <a:rect l="l" t="t" r="r" b="b"/>
              <a:pathLst>
                <a:path w="6582" h="21000" extrusionOk="0">
                  <a:moveTo>
                    <a:pt x="1" y="1"/>
                  </a:moveTo>
                  <a:lnTo>
                    <a:pt x="1" y="21000"/>
                  </a:lnTo>
                  <a:lnTo>
                    <a:pt x="6582" y="21000"/>
                  </a:lnTo>
                  <a:lnTo>
                    <a:pt x="65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4745;p64">
              <a:extLst>
                <a:ext uri="{FF2B5EF4-FFF2-40B4-BE49-F238E27FC236}">
                  <a16:creationId xmlns:a16="http://schemas.microsoft.com/office/drawing/2014/main" id="{33512CD0-D014-24BF-2AC0-9B2EC87726C7}"/>
                </a:ext>
              </a:extLst>
            </p:cNvPr>
            <p:cNvSpPr/>
            <p:nvPr/>
          </p:nvSpPr>
          <p:spPr>
            <a:xfrm>
              <a:off x="3760550" y="4503600"/>
              <a:ext cx="179325" cy="540725"/>
            </a:xfrm>
            <a:custGeom>
              <a:avLst/>
              <a:gdLst/>
              <a:ahLst/>
              <a:cxnLst/>
              <a:rect l="l" t="t" r="r" b="b"/>
              <a:pathLst>
                <a:path w="7173" h="21629" extrusionOk="0">
                  <a:moveTo>
                    <a:pt x="6581" y="629"/>
                  </a:moveTo>
                  <a:lnTo>
                    <a:pt x="6581" y="21037"/>
                  </a:lnTo>
                  <a:lnTo>
                    <a:pt x="629" y="21037"/>
                  </a:lnTo>
                  <a:lnTo>
                    <a:pt x="629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60"/>
                    <a:pt x="0" y="334"/>
                  </a:cubicBezTo>
                  <a:lnTo>
                    <a:pt x="0" y="21333"/>
                  </a:lnTo>
                  <a:cubicBezTo>
                    <a:pt x="0" y="21407"/>
                    <a:pt x="37" y="21481"/>
                    <a:pt x="111" y="21555"/>
                  </a:cubicBezTo>
                  <a:cubicBezTo>
                    <a:pt x="148" y="21592"/>
                    <a:pt x="222" y="21629"/>
                    <a:pt x="296" y="21629"/>
                  </a:cubicBezTo>
                  <a:lnTo>
                    <a:pt x="6877" y="21629"/>
                  </a:lnTo>
                  <a:cubicBezTo>
                    <a:pt x="6951" y="21629"/>
                    <a:pt x="7024" y="21592"/>
                    <a:pt x="7098" y="21555"/>
                  </a:cubicBezTo>
                  <a:cubicBezTo>
                    <a:pt x="7172" y="21481"/>
                    <a:pt x="7172" y="21407"/>
                    <a:pt x="7172" y="21333"/>
                  </a:cubicBezTo>
                  <a:lnTo>
                    <a:pt x="7172" y="334"/>
                  </a:lnTo>
                  <a:cubicBezTo>
                    <a:pt x="7172" y="260"/>
                    <a:pt x="7172" y="149"/>
                    <a:pt x="7098" y="112"/>
                  </a:cubicBezTo>
                  <a:cubicBezTo>
                    <a:pt x="7024" y="38"/>
                    <a:pt x="6951" y="1"/>
                    <a:pt x="6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4746;p64">
              <a:extLst>
                <a:ext uri="{FF2B5EF4-FFF2-40B4-BE49-F238E27FC236}">
                  <a16:creationId xmlns:a16="http://schemas.microsoft.com/office/drawing/2014/main" id="{5288BBA1-0844-EE82-A2F0-1F95D88A77C7}"/>
                </a:ext>
              </a:extLst>
            </p:cNvPr>
            <p:cNvSpPr/>
            <p:nvPr/>
          </p:nvSpPr>
          <p:spPr>
            <a:xfrm>
              <a:off x="3244800" y="4999025"/>
              <a:ext cx="1202500" cy="159000"/>
            </a:xfrm>
            <a:custGeom>
              <a:avLst/>
              <a:gdLst/>
              <a:ahLst/>
              <a:cxnLst/>
              <a:rect l="l" t="t" r="r" b="b"/>
              <a:pathLst>
                <a:path w="48100" h="6360" extrusionOk="0">
                  <a:moveTo>
                    <a:pt x="23773" y="0"/>
                  </a:moveTo>
                  <a:lnTo>
                    <a:pt x="23773" y="148"/>
                  </a:lnTo>
                  <a:lnTo>
                    <a:pt x="20741" y="961"/>
                  </a:lnTo>
                  <a:lnTo>
                    <a:pt x="0" y="4843"/>
                  </a:lnTo>
                  <a:lnTo>
                    <a:pt x="0" y="6359"/>
                  </a:lnTo>
                  <a:lnTo>
                    <a:pt x="48099" y="6359"/>
                  </a:lnTo>
                  <a:lnTo>
                    <a:pt x="48099" y="4843"/>
                  </a:lnTo>
                  <a:lnTo>
                    <a:pt x="27359" y="961"/>
                  </a:lnTo>
                  <a:lnTo>
                    <a:pt x="24327" y="148"/>
                  </a:lnTo>
                  <a:lnTo>
                    <a:pt x="24327" y="0"/>
                  </a:lnTo>
                  <a:lnTo>
                    <a:pt x="24068" y="74"/>
                  </a:lnTo>
                  <a:lnTo>
                    <a:pt x="237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4747;p64">
              <a:extLst>
                <a:ext uri="{FF2B5EF4-FFF2-40B4-BE49-F238E27FC236}">
                  <a16:creationId xmlns:a16="http://schemas.microsoft.com/office/drawing/2014/main" id="{35C6C5D8-2E8B-EF8D-966A-1A44C6FFC608}"/>
                </a:ext>
              </a:extLst>
            </p:cNvPr>
            <p:cNvSpPr/>
            <p:nvPr/>
          </p:nvSpPr>
          <p:spPr>
            <a:xfrm>
              <a:off x="3237400" y="4991250"/>
              <a:ext cx="1217275" cy="174150"/>
            </a:xfrm>
            <a:custGeom>
              <a:avLst/>
              <a:gdLst/>
              <a:ahLst/>
              <a:cxnLst/>
              <a:rect l="l" t="t" r="r" b="b"/>
              <a:pathLst>
                <a:path w="48691" h="6966" extrusionOk="0">
                  <a:moveTo>
                    <a:pt x="24411" y="681"/>
                  </a:moveTo>
                  <a:cubicBezTo>
                    <a:pt x="24446" y="715"/>
                    <a:pt x="24492" y="740"/>
                    <a:pt x="24549" y="755"/>
                  </a:cubicBezTo>
                  <a:lnTo>
                    <a:pt x="27581" y="1568"/>
                  </a:lnTo>
                  <a:lnTo>
                    <a:pt x="27618" y="1568"/>
                  </a:lnTo>
                  <a:lnTo>
                    <a:pt x="48099" y="5413"/>
                  </a:lnTo>
                  <a:lnTo>
                    <a:pt x="48099" y="6374"/>
                  </a:lnTo>
                  <a:lnTo>
                    <a:pt x="592" y="6374"/>
                  </a:lnTo>
                  <a:lnTo>
                    <a:pt x="592" y="5413"/>
                  </a:lnTo>
                  <a:lnTo>
                    <a:pt x="21074" y="1568"/>
                  </a:lnTo>
                  <a:lnTo>
                    <a:pt x="21111" y="1568"/>
                  </a:lnTo>
                  <a:lnTo>
                    <a:pt x="24143" y="755"/>
                  </a:lnTo>
                  <a:cubicBezTo>
                    <a:pt x="24200" y="740"/>
                    <a:pt x="24246" y="715"/>
                    <a:pt x="24281" y="681"/>
                  </a:cubicBezTo>
                  <a:close/>
                  <a:moveTo>
                    <a:pt x="24070" y="0"/>
                  </a:moveTo>
                  <a:cubicBezTo>
                    <a:pt x="24007" y="0"/>
                    <a:pt x="23936" y="26"/>
                    <a:pt x="23884" y="52"/>
                  </a:cubicBezTo>
                  <a:cubicBezTo>
                    <a:pt x="23832" y="104"/>
                    <a:pt x="23798" y="156"/>
                    <a:pt x="23783" y="220"/>
                  </a:cubicBezTo>
                  <a:lnTo>
                    <a:pt x="23783" y="220"/>
                  </a:lnTo>
                  <a:lnTo>
                    <a:pt x="20963" y="977"/>
                  </a:lnTo>
                  <a:lnTo>
                    <a:pt x="260" y="4859"/>
                  </a:lnTo>
                  <a:cubicBezTo>
                    <a:pt x="112" y="4859"/>
                    <a:pt x="1" y="5006"/>
                    <a:pt x="1" y="5154"/>
                  </a:cubicBezTo>
                  <a:lnTo>
                    <a:pt x="1" y="6670"/>
                  </a:lnTo>
                  <a:cubicBezTo>
                    <a:pt x="1" y="6744"/>
                    <a:pt x="38" y="6818"/>
                    <a:pt x="75" y="6892"/>
                  </a:cubicBezTo>
                  <a:cubicBezTo>
                    <a:pt x="149" y="6929"/>
                    <a:pt x="223" y="6966"/>
                    <a:pt x="296" y="6966"/>
                  </a:cubicBezTo>
                  <a:lnTo>
                    <a:pt x="48395" y="6966"/>
                  </a:lnTo>
                  <a:cubicBezTo>
                    <a:pt x="48469" y="6966"/>
                    <a:pt x="48543" y="6929"/>
                    <a:pt x="48617" y="6892"/>
                  </a:cubicBezTo>
                  <a:cubicBezTo>
                    <a:pt x="48691" y="6818"/>
                    <a:pt x="48691" y="6744"/>
                    <a:pt x="48691" y="6670"/>
                  </a:cubicBezTo>
                  <a:lnTo>
                    <a:pt x="48691" y="5154"/>
                  </a:lnTo>
                  <a:cubicBezTo>
                    <a:pt x="48691" y="5006"/>
                    <a:pt x="48617" y="4859"/>
                    <a:pt x="48469" y="4859"/>
                  </a:cubicBezTo>
                  <a:lnTo>
                    <a:pt x="27729" y="977"/>
                  </a:lnTo>
                  <a:lnTo>
                    <a:pt x="24909" y="220"/>
                  </a:lnTo>
                  <a:lnTo>
                    <a:pt x="24909" y="220"/>
                  </a:lnTo>
                  <a:cubicBezTo>
                    <a:pt x="24893" y="156"/>
                    <a:pt x="24860" y="104"/>
                    <a:pt x="24808" y="52"/>
                  </a:cubicBezTo>
                  <a:cubicBezTo>
                    <a:pt x="24756" y="26"/>
                    <a:pt x="24685" y="0"/>
                    <a:pt x="24622" y="0"/>
                  </a:cubicBezTo>
                  <a:cubicBezTo>
                    <a:pt x="24596" y="0"/>
                    <a:pt x="24571" y="5"/>
                    <a:pt x="24549" y="15"/>
                  </a:cubicBezTo>
                  <a:lnTo>
                    <a:pt x="24364" y="52"/>
                  </a:lnTo>
                  <a:lnTo>
                    <a:pt x="24143" y="15"/>
                  </a:lnTo>
                  <a:cubicBezTo>
                    <a:pt x="24121" y="5"/>
                    <a:pt x="24096" y="0"/>
                    <a:pt x="24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4748;p64">
              <a:extLst>
                <a:ext uri="{FF2B5EF4-FFF2-40B4-BE49-F238E27FC236}">
                  <a16:creationId xmlns:a16="http://schemas.microsoft.com/office/drawing/2014/main" id="{B7572693-41C6-F500-F8F2-4E8945371602}"/>
                </a:ext>
              </a:extLst>
            </p:cNvPr>
            <p:cNvSpPr/>
            <p:nvPr/>
          </p:nvSpPr>
          <p:spPr>
            <a:xfrm>
              <a:off x="3253125" y="5145975"/>
              <a:ext cx="73025" cy="72125"/>
            </a:xfrm>
            <a:custGeom>
              <a:avLst/>
              <a:gdLst/>
              <a:ahLst/>
              <a:cxnLst/>
              <a:rect l="l" t="t" r="r" b="b"/>
              <a:pathLst>
                <a:path w="2921" h="2885" extrusionOk="0">
                  <a:moveTo>
                    <a:pt x="1479" y="0"/>
                  </a:moveTo>
                  <a:cubicBezTo>
                    <a:pt x="666" y="0"/>
                    <a:pt x="0" y="629"/>
                    <a:pt x="0" y="1442"/>
                  </a:cubicBezTo>
                  <a:cubicBezTo>
                    <a:pt x="0" y="2256"/>
                    <a:pt x="666" y="2884"/>
                    <a:pt x="1479" y="2884"/>
                  </a:cubicBezTo>
                  <a:cubicBezTo>
                    <a:pt x="2255" y="2884"/>
                    <a:pt x="2921" y="2256"/>
                    <a:pt x="2921" y="1442"/>
                  </a:cubicBezTo>
                  <a:cubicBezTo>
                    <a:pt x="2921" y="629"/>
                    <a:pt x="2255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4749;p64">
              <a:extLst>
                <a:ext uri="{FF2B5EF4-FFF2-40B4-BE49-F238E27FC236}">
                  <a16:creationId xmlns:a16="http://schemas.microsoft.com/office/drawing/2014/main" id="{AB603248-EE56-D6CA-F9FF-316B65E7A709}"/>
                </a:ext>
              </a:extLst>
            </p:cNvPr>
            <p:cNvSpPr/>
            <p:nvPr/>
          </p:nvSpPr>
          <p:spPr>
            <a:xfrm>
              <a:off x="3245725" y="5137650"/>
              <a:ext cx="87825" cy="88750"/>
            </a:xfrm>
            <a:custGeom>
              <a:avLst/>
              <a:gdLst/>
              <a:ahLst/>
              <a:cxnLst/>
              <a:rect l="l" t="t" r="r" b="b"/>
              <a:pathLst>
                <a:path w="3513" h="3550" extrusionOk="0">
                  <a:moveTo>
                    <a:pt x="1775" y="629"/>
                  </a:moveTo>
                  <a:cubicBezTo>
                    <a:pt x="2404" y="629"/>
                    <a:pt x="2921" y="1147"/>
                    <a:pt x="2921" y="1775"/>
                  </a:cubicBezTo>
                  <a:cubicBezTo>
                    <a:pt x="2921" y="2404"/>
                    <a:pt x="2404" y="2921"/>
                    <a:pt x="1775" y="2921"/>
                  </a:cubicBezTo>
                  <a:cubicBezTo>
                    <a:pt x="1147" y="2921"/>
                    <a:pt x="629" y="2404"/>
                    <a:pt x="629" y="1775"/>
                  </a:cubicBezTo>
                  <a:cubicBezTo>
                    <a:pt x="629" y="1147"/>
                    <a:pt x="1147" y="629"/>
                    <a:pt x="1775" y="629"/>
                  </a:cubicBezTo>
                  <a:close/>
                  <a:moveTo>
                    <a:pt x="1775" y="1"/>
                  </a:moveTo>
                  <a:cubicBezTo>
                    <a:pt x="777" y="1"/>
                    <a:pt x="0" y="814"/>
                    <a:pt x="0" y="1775"/>
                  </a:cubicBezTo>
                  <a:cubicBezTo>
                    <a:pt x="0" y="2737"/>
                    <a:pt x="777" y="3550"/>
                    <a:pt x="1775" y="3550"/>
                  </a:cubicBezTo>
                  <a:cubicBezTo>
                    <a:pt x="2736" y="3550"/>
                    <a:pt x="3513" y="2737"/>
                    <a:pt x="3513" y="1775"/>
                  </a:cubicBezTo>
                  <a:cubicBezTo>
                    <a:pt x="3513" y="814"/>
                    <a:pt x="2736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4750;p64">
              <a:extLst>
                <a:ext uri="{FF2B5EF4-FFF2-40B4-BE49-F238E27FC236}">
                  <a16:creationId xmlns:a16="http://schemas.microsoft.com/office/drawing/2014/main" id="{2969569B-6299-9E77-2B89-41E84CE10965}"/>
                </a:ext>
              </a:extLst>
            </p:cNvPr>
            <p:cNvSpPr/>
            <p:nvPr/>
          </p:nvSpPr>
          <p:spPr>
            <a:xfrm>
              <a:off x="3809525" y="5145975"/>
              <a:ext cx="73050" cy="72125"/>
            </a:xfrm>
            <a:custGeom>
              <a:avLst/>
              <a:gdLst/>
              <a:ahLst/>
              <a:cxnLst/>
              <a:rect l="l" t="t" r="r" b="b"/>
              <a:pathLst>
                <a:path w="2922" h="2885" extrusionOk="0">
                  <a:moveTo>
                    <a:pt x="1479" y="0"/>
                  </a:moveTo>
                  <a:cubicBezTo>
                    <a:pt x="666" y="0"/>
                    <a:pt x="1" y="629"/>
                    <a:pt x="1" y="1442"/>
                  </a:cubicBezTo>
                  <a:cubicBezTo>
                    <a:pt x="1" y="2256"/>
                    <a:pt x="666" y="2884"/>
                    <a:pt x="1479" y="2884"/>
                  </a:cubicBezTo>
                  <a:cubicBezTo>
                    <a:pt x="2256" y="2884"/>
                    <a:pt x="2921" y="2256"/>
                    <a:pt x="2921" y="1442"/>
                  </a:cubicBezTo>
                  <a:cubicBezTo>
                    <a:pt x="2921" y="629"/>
                    <a:pt x="2256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4751;p64">
              <a:extLst>
                <a:ext uri="{FF2B5EF4-FFF2-40B4-BE49-F238E27FC236}">
                  <a16:creationId xmlns:a16="http://schemas.microsoft.com/office/drawing/2014/main" id="{FDEF0880-2D20-486D-54D5-494034525C8D}"/>
                </a:ext>
              </a:extLst>
            </p:cNvPr>
            <p:cNvSpPr/>
            <p:nvPr/>
          </p:nvSpPr>
          <p:spPr>
            <a:xfrm>
              <a:off x="3802125" y="5137650"/>
              <a:ext cx="87825" cy="88750"/>
            </a:xfrm>
            <a:custGeom>
              <a:avLst/>
              <a:gdLst/>
              <a:ahLst/>
              <a:cxnLst/>
              <a:rect l="l" t="t" r="r" b="b"/>
              <a:pathLst>
                <a:path w="3513" h="3550" extrusionOk="0">
                  <a:moveTo>
                    <a:pt x="1775" y="629"/>
                  </a:moveTo>
                  <a:cubicBezTo>
                    <a:pt x="2404" y="629"/>
                    <a:pt x="2884" y="1147"/>
                    <a:pt x="2921" y="1775"/>
                  </a:cubicBezTo>
                  <a:cubicBezTo>
                    <a:pt x="2884" y="2404"/>
                    <a:pt x="2404" y="2921"/>
                    <a:pt x="1775" y="2921"/>
                  </a:cubicBezTo>
                  <a:cubicBezTo>
                    <a:pt x="1147" y="2921"/>
                    <a:pt x="629" y="2404"/>
                    <a:pt x="629" y="1775"/>
                  </a:cubicBezTo>
                  <a:cubicBezTo>
                    <a:pt x="629" y="1147"/>
                    <a:pt x="1147" y="629"/>
                    <a:pt x="1775" y="629"/>
                  </a:cubicBezTo>
                  <a:close/>
                  <a:moveTo>
                    <a:pt x="1775" y="1"/>
                  </a:moveTo>
                  <a:cubicBezTo>
                    <a:pt x="777" y="1"/>
                    <a:pt x="1" y="814"/>
                    <a:pt x="1" y="1775"/>
                  </a:cubicBezTo>
                  <a:cubicBezTo>
                    <a:pt x="1" y="2737"/>
                    <a:pt x="777" y="3550"/>
                    <a:pt x="1775" y="3550"/>
                  </a:cubicBezTo>
                  <a:cubicBezTo>
                    <a:pt x="2737" y="3550"/>
                    <a:pt x="3513" y="2737"/>
                    <a:pt x="3513" y="1775"/>
                  </a:cubicBezTo>
                  <a:cubicBezTo>
                    <a:pt x="3513" y="814"/>
                    <a:pt x="2737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4752;p64">
              <a:extLst>
                <a:ext uri="{FF2B5EF4-FFF2-40B4-BE49-F238E27FC236}">
                  <a16:creationId xmlns:a16="http://schemas.microsoft.com/office/drawing/2014/main" id="{C4FD45EC-D880-F03E-CBAD-46FFE72E522A}"/>
                </a:ext>
              </a:extLst>
            </p:cNvPr>
            <p:cNvSpPr/>
            <p:nvPr/>
          </p:nvSpPr>
          <p:spPr>
            <a:xfrm>
              <a:off x="4369625" y="5145975"/>
              <a:ext cx="72125" cy="72125"/>
            </a:xfrm>
            <a:custGeom>
              <a:avLst/>
              <a:gdLst/>
              <a:ahLst/>
              <a:cxnLst/>
              <a:rect l="l" t="t" r="r" b="b"/>
              <a:pathLst>
                <a:path w="2885" h="2885" extrusionOk="0">
                  <a:moveTo>
                    <a:pt x="1443" y="0"/>
                  </a:moveTo>
                  <a:cubicBezTo>
                    <a:pt x="666" y="0"/>
                    <a:pt x="1" y="629"/>
                    <a:pt x="1" y="1442"/>
                  </a:cubicBezTo>
                  <a:cubicBezTo>
                    <a:pt x="1" y="2256"/>
                    <a:pt x="666" y="2884"/>
                    <a:pt x="1443" y="2884"/>
                  </a:cubicBezTo>
                  <a:cubicBezTo>
                    <a:pt x="2256" y="2884"/>
                    <a:pt x="2884" y="2256"/>
                    <a:pt x="2884" y="1442"/>
                  </a:cubicBezTo>
                  <a:cubicBezTo>
                    <a:pt x="2884" y="629"/>
                    <a:pt x="2256" y="0"/>
                    <a:pt x="1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4753;p64">
              <a:extLst>
                <a:ext uri="{FF2B5EF4-FFF2-40B4-BE49-F238E27FC236}">
                  <a16:creationId xmlns:a16="http://schemas.microsoft.com/office/drawing/2014/main" id="{3B782E16-53B9-FE64-4BAB-63435A9EDF2D}"/>
                </a:ext>
              </a:extLst>
            </p:cNvPr>
            <p:cNvSpPr/>
            <p:nvPr/>
          </p:nvSpPr>
          <p:spPr>
            <a:xfrm>
              <a:off x="4362225" y="5137650"/>
              <a:ext cx="87850" cy="88750"/>
            </a:xfrm>
            <a:custGeom>
              <a:avLst/>
              <a:gdLst/>
              <a:ahLst/>
              <a:cxnLst/>
              <a:rect l="l" t="t" r="r" b="b"/>
              <a:pathLst>
                <a:path w="3514" h="3550" extrusionOk="0">
                  <a:moveTo>
                    <a:pt x="1739" y="629"/>
                  </a:moveTo>
                  <a:cubicBezTo>
                    <a:pt x="2367" y="629"/>
                    <a:pt x="2885" y="1147"/>
                    <a:pt x="2885" y="1775"/>
                  </a:cubicBezTo>
                  <a:cubicBezTo>
                    <a:pt x="2885" y="2404"/>
                    <a:pt x="2367" y="2921"/>
                    <a:pt x="1739" y="2921"/>
                  </a:cubicBezTo>
                  <a:cubicBezTo>
                    <a:pt x="1110" y="2921"/>
                    <a:pt x="592" y="2404"/>
                    <a:pt x="592" y="1775"/>
                  </a:cubicBezTo>
                  <a:cubicBezTo>
                    <a:pt x="592" y="1147"/>
                    <a:pt x="1110" y="629"/>
                    <a:pt x="1739" y="629"/>
                  </a:cubicBezTo>
                  <a:close/>
                  <a:moveTo>
                    <a:pt x="1739" y="1"/>
                  </a:moveTo>
                  <a:cubicBezTo>
                    <a:pt x="777" y="1"/>
                    <a:pt x="1" y="814"/>
                    <a:pt x="1" y="1775"/>
                  </a:cubicBezTo>
                  <a:cubicBezTo>
                    <a:pt x="1" y="2737"/>
                    <a:pt x="777" y="3550"/>
                    <a:pt x="1739" y="3550"/>
                  </a:cubicBezTo>
                  <a:cubicBezTo>
                    <a:pt x="2700" y="3550"/>
                    <a:pt x="3513" y="2737"/>
                    <a:pt x="3513" y="1775"/>
                  </a:cubicBezTo>
                  <a:cubicBezTo>
                    <a:pt x="3513" y="814"/>
                    <a:pt x="2700" y="1"/>
                    <a:pt x="1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4754;p64">
              <a:extLst>
                <a:ext uri="{FF2B5EF4-FFF2-40B4-BE49-F238E27FC236}">
                  <a16:creationId xmlns:a16="http://schemas.microsoft.com/office/drawing/2014/main" id="{B76CF327-823E-ABBE-64D5-DB3BEF756C06}"/>
                </a:ext>
              </a:extLst>
            </p:cNvPr>
            <p:cNvSpPr/>
            <p:nvPr/>
          </p:nvSpPr>
          <p:spPr>
            <a:xfrm>
              <a:off x="3325200" y="3763275"/>
              <a:ext cx="108175" cy="466775"/>
            </a:xfrm>
            <a:custGeom>
              <a:avLst/>
              <a:gdLst/>
              <a:ahLst/>
              <a:cxnLst/>
              <a:rect l="l" t="t" r="r" b="b"/>
              <a:pathLst>
                <a:path w="4327" h="18671" extrusionOk="0">
                  <a:moveTo>
                    <a:pt x="1" y="0"/>
                  </a:moveTo>
                  <a:lnTo>
                    <a:pt x="1" y="14382"/>
                  </a:lnTo>
                  <a:cubicBezTo>
                    <a:pt x="1" y="16748"/>
                    <a:pt x="1923" y="18671"/>
                    <a:pt x="4326" y="18671"/>
                  </a:cubicBezTo>
                  <a:lnTo>
                    <a:pt x="43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4755;p64">
              <a:extLst>
                <a:ext uri="{FF2B5EF4-FFF2-40B4-BE49-F238E27FC236}">
                  <a16:creationId xmlns:a16="http://schemas.microsoft.com/office/drawing/2014/main" id="{1FFFB898-AB67-5D2E-BBE1-E912223B325A}"/>
                </a:ext>
              </a:extLst>
            </p:cNvPr>
            <p:cNvSpPr/>
            <p:nvPr/>
          </p:nvSpPr>
          <p:spPr>
            <a:xfrm>
              <a:off x="3317825" y="3755875"/>
              <a:ext cx="122950" cy="482500"/>
            </a:xfrm>
            <a:custGeom>
              <a:avLst/>
              <a:gdLst/>
              <a:ahLst/>
              <a:cxnLst/>
              <a:rect l="l" t="t" r="r" b="b"/>
              <a:pathLst>
                <a:path w="4918" h="19300" extrusionOk="0">
                  <a:moveTo>
                    <a:pt x="4289" y="629"/>
                  </a:moveTo>
                  <a:lnTo>
                    <a:pt x="4289" y="18657"/>
                  </a:lnTo>
                  <a:lnTo>
                    <a:pt x="4289" y="18657"/>
                  </a:lnTo>
                  <a:cubicBezTo>
                    <a:pt x="3313" y="18578"/>
                    <a:pt x="2439" y="18152"/>
                    <a:pt x="1775" y="17488"/>
                  </a:cubicBezTo>
                  <a:cubicBezTo>
                    <a:pt x="1072" y="16785"/>
                    <a:pt x="629" y="15787"/>
                    <a:pt x="592" y="14678"/>
                  </a:cubicBez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1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4678"/>
                  </a:lnTo>
                  <a:cubicBezTo>
                    <a:pt x="0" y="17229"/>
                    <a:pt x="2071" y="19262"/>
                    <a:pt x="4621" y="19299"/>
                  </a:cubicBezTo>
                  <a:cubicBezTo>
                    <a:pt x="4695" y="19299"/>
                    <a:pt x="4769" y="19262"/>
                    <a:pt x="4843" y="19188"/>
                  </a:cubicBezTo>
                  <a:cubicBezTo>
                    <a:pt x="4880" y="19151"/>
                    <a:pt x="4917" y="19040"/>
                    <a:pt x="4917" y="18967"/>
                  </a:cubicBezTo>
                  <a:lnTo>
                    <a:pt x="4917" y="296"/>
                  </a:lnTo>
                  <a:cubicBezTo>
                    <a:pt x="4917" y="222"/>
                    <a:pt x="4880" y="148"/>
                    <a:pt x="4843" y="111"/>
                  </a:cubicBezTo>
                  <a:cubicBezTo>
                    <a:pt x="4769" y="38"/>
                    <a:pt x="4695" y="1"/>
                    <a:pt x="4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4756;p64">
              <a:extLst>
                <a:ext uri="{FF2B5EF4-FFF2-40B4-BE49-F238E27FC236}">
                  <a16:creationId xmlns:a16="http://schemas.microsoft.com/office/drawing/2014/main" id="{0F2D28D2-E2A8-2698-DEA9-FA5C73B3CBE0}"/>
                </a:ext>
              </a:extLst>
            </p:cNvPr>
            <p:cNvSpPr/>
            <p:nvPr/>
          </p:nvSpPr>
          <p:spPr>
            <a:xfrm>
              <a:off x="3264200" y="3666225"/>
              <a:ext cx="169175" cy="86900"/>
            </a:xfrm>
            <a:custGeom>
              <a:avLst/>
              <a:gdLst/>
              <a:ahLst/>
              <a:cxnLst/>
              <a:rect l="l" t="t" r="r" b="b"/>
              <a:pathLst>
                <a:path w="6767" h="3476" extrusionOk="0">
                  <a:moveTo>
                    <a:pt x="1" y="0"/>
                  </a:moveTo>
                  <a:lnTo>
                    <a:pt x="1" y="3476"/>
                  </a:lnTo>
                  <a:lnTo>
                    <a:pt x="6766" y="3476"/>
                  </a:lnTo>
                  <a:lnTo>
                    <a:pt x="6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4757;p64">
              <a:extLst>
                <a:ext uri="{FF2B5EF4-FFF2-40B4-BE49-F238E27FC236}">
                  <a16:creationId xmlns:a16="http://schemas.microsoft.com/office/drawing/2014/main" id="{EB027F71-58B3-F945-A9FD-D00E365EC45E}"/>
                </a:ext>
              </a:extLst>
            </p:cNvPr>
            <p:cNvSpPr/>
            <p:nvPr/>
          </p:nvSpPr>
          <p:spPr>
            <a:xfrm>
              <a:off x="3255900" y="3658825"/>
              <a:ext cx="184875" cy="102625"/>
            </a:xfrm>
            <a:custGeom>
              <a:avLst/>
              <a:gdLst/>
              <a:ahLst/>
              <a:cxnLst/>
              <a:rect l="l" t="t" r="r" b="b"/>
              <a:pathLst>
                <a:path w="7395" h="4105" extrusionOk="0">
                  <a:moveTo>
                    <a:pt x="6766" y="592"/>
                  </a:moveTo>
                  <a:lnTo>
                    <a:pt x="6766" y="3476"/>
                  </a:lnTo>
                  <a:lnTo>
                    <a:pt x="629" y="3476"/>
                  </a:lnTo>
                  <a:lnTo>
                    <a:pt x="629" y="592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75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3772"/>
                  </a:lnTo>
                  <a:cubicBezTo>
                    <a:pt x="0" y="3846"/>
                    <a:pt x="37" y="3956"/>
                    <a:pt x="111" y="3993"/>
                  </a:cubicBezTo>
                  <a:cubicBezTo>
                    <a:pt x="148" y="4067"/>
                    <a:pt x="222" y="4104"/>
                    <a:pt x="333" y="4104"/>
                  </a:cubicBezTo>
                  <a:lnTo>
                    <a:pt x="7098" y="4104"/>
                  </a:lnTo>
                  <a:cubicBezTo>
                    <a:pt x="7172" y="4104"/>
                    <a:pt x="7246" y="4067"/>
                    <a:pt x="7320" y="3993"/>
                  </a:cubicBezTo>
                  <a:cubicBezTo>
                    <a:pt x="7357" y="3956"/>
                    <a:pt x="7394" y="3883"/>
                    <a:pt x="7394" y="3772"/>
                  </a:cubicBezTo>
                  <a:lnTo>
                    <a:pt x="7394" y="296"/>
                  </a:lnTo>
                  <a:cubicBezTo>
                    <a:pt x="7394" y="222"/>
                    <a:pt x="7357" y="148"/>
                    <a:pt x="7320" y="75"/>
                  </a:cubicBezTo>
                  <a:cubicBezTo>
                    <a:pt x="7246" y="38"/>
                    <a:pt x="7172" y="1"/>
                    <a:pt x="70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4758;p64">
              <a:extLst>
                <a:ext uri="{FF2B5EF4-FFF2-40B4-BE49-F238E27FC236}">
                  <a16:creationId xmlns:a16="http://schemas.microsoft.com/office/drawing/2014/main" id="{9BDCDEA6-D27D-4541-B99A-E4D0397D6222}"/>
                </a:ext>
              </a:extLst>
            </p:cNvPr>
            <p:cNvSpPr/>
            <p:nvPr/>
          </p:nvSpPr>
          <p:spPr>
            <a:xfrm>
              <a:off x="4271650" y="3763275"/>
              <a:ext cx="107250" cy="466775"/>
            </a:xfrm>
            <a:custGeom>
              <a:avLst/>
              <a:gdLst/>
              <a:ahLst/>
              <a:cxnLst/>
              <a:rect l="l" t="t" r="r" b="b"/>
              <a:pathLst>
                <a:path w="4290" h="18671" extrusionOk="0">
                  <a:moveTo>
                    <a:pt x="1" y="0"/>
                  </a:moveTo>
                  <a:lnTo>
                    <a:pt x="1" y="18671"/>
                  </a:lnTo>
                  <a:cubicBezTo>
                    <a:pt x="2367" y="18671"/>
                    <a:pt x="4289" y="16748"/>
                    <a:pt x="4289" y="14382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4759;p64">
              <a:extLst>
                <a:ext uri="{FF2B5EF4-FFF2-40B4-BE49-F238E27FC236}">
                  <a16:creationId xmlns:a16="http://schemas.microsoft.com/office/drawing/2014/main" id="{01ADB919-1E7C-8A36-EC1F-B43D5B7BE9EA}"/>
                </a:ext>
              </a:extLst>
            </p:cNvPr>
            <p:cNvSpPr/>
            <p:nvPr/>
          </p:nvSpPr>
          <p:spPr>
            <a:xfrm>
              <a:off x="4264275" y="3755875"/>
              <a:ext cx="122950" cy="482500"/>
            </a:xfrm>
            <a:custGeom>
              <a:avLst/>
              <a:gdLst/>
              <a:ahLst/>
              <a:cxnLst/>
              <a:rect l="l" t="t" r="r" b="b"/>
              <a:pathLst>
                <a:path w="4918" h="19300" extrusionOk="0">
                  <a:moveTo>
                    <a:pt x="4289" y="629"/>
                  </a:moveTo>
                  <a:lnTo>
                    <a:pt x="4289" y="14678"/>
                  </a:lnTo>
                  <a:cubicBezTo>
                    <a:pt x="4289" y="15787"/>
                    <a:pt x="3845" y="16785"/>
                    <a:pt x="3106" y="17488"/>
                  </a:cubicBezTo>
                  <a:cubicBezTo>
                    <a:pt x="2466" y="18161"/>
                    <a:pt x="1582" y="18589"/>
                    <a:pt x="592" y="18660"/>
                  </a:cubicBezTo>
                  <a:lnTo>
                    <a:pt x="592" y="18660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1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8967"/>
                  </a:lnTo>
                  <a:cubicBezTo>
                    <a:pt x="0" y="19040"/>
                    <a:pt x="37" y="19151"/>
                    <a:pt x="74" y="19188"/>
                  </a:cubicBezTo>
                  <a:cubicBezTo>
                    <a:pt x="148" y="19262"/>
                    <a:pt x="222" y="19299"/>
                    <a:pt x="296" y="19299"/>
                  </a:cubicBezTo>
                  <a:cubicBezTo>
                    <a:pt x="2847" y="19262"/>
                    <a:pt x="4917" y="17229"/>
                    <a:pt x="4917" y="14678"/>
                  </a:cubicBezTo>
                  <a:lnTo>
                    <a:pt x="4917" y="296"/>
                  </a:lnTo>
                  <a:cubicBezTo>
                    <a:pt x="4917" y="222"/>
                    <a:pt x="4880" y="148"/>
                    <a:pt x="4806" y="111"/>
                  </a:cubicBezTo>
                  <a:cubicBezTo>
                    <a:pt x="4769" y="38"/>
                    <a:pt x="4695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4760;p64">
              <a:extLst>
                <a:ext uri="{FF2B5EF4-FFF2-40B4-BE49-F238E27FC236}">
                  <a16:creationId xmlns:a16="http://schemas.microsoft.com/office/drawing/2014/main" id="{C47A4C77-17BD-5A52-7590-6FB628E4320E}"/>
                </a:ext>
              </a:extLst>
            </p:cNvPr>
            <p:cNvSpPr/>
            <p:nvPr/>
          </p:nvSpPr>
          <p:spPr>
            <a:xfrm>
              <a:off x="4271650" y="3666225"/>
              <a:ext cx="169175" cy="86900"/>
            </a:xfrm>
            <a:custGeom>
              <a:avLst/>
              <a:gdLst/>
              <a:ahLst/>
              <a:cxnLst/>
              <a:rect l="l" t="t" r="r" b="b"/>
              <a:pathLst>
                <a:path w="6767" h="3476" extrusionOk="0">
                  <a:moveTo>
                    <a:pt x="1" y="0"/>
                  </a:moveTo>
                  <a:lnTo>
                    <a:pt x="1" y="3476"/>
                  </a:lnTo>
                  <a:lnTo>
                    <a:pt x="6766" y="3476"/>
                  </a:lnTo>
                  <a:lnTo>
                    <a:pt x="6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4761;p64">
              <a:extLst>
                <a:ext uri="{FF2B5EF4-FFF2-40B4-BE49-F238E27FC236}">
                  <a16:creationId xmlns:a16="http://schemas.microsoft.com/office/drawing/2014/main" id="{976B2B8E-95A3-5F4E-5955-ED2A332DF6D0}"/>
                </a:ext>
              </a:extLst>
            </p:cNvPr>
            <p:cNvSpPr/>
            <p:nvPr/>
          </p:nvSpPr>
          <p:spPr>
            <a:xfrm>
              <a:off x="4264275" y="3658825"/>
              <a:ext cx="183950" cy="102625"/>
            </a:xfrm>
            <a:custGeom>
              <a:avLst/>
              <a:gdLst/>
              <a:ahLst/>
              <a:cxnLst/>
              <a:rect l="l" t="t" r="r" b="b"/>
              <a:pathLst>
                <a:path w="7358" h="4105" extrusionOk="0">
                  <a:moveTo>
                    <a:pt x="6766" y="592"/>
                  </a:moveTo>
                  <a:lnTo>
                    <a:pt x="6766" y="3476"/>
                  </a:lnTo>
                  <a:lnTo>
                    <a:pt x="592" y="3476"/>
                  </a:lnTo>
                  <a:lnTo>
                    <a:pt x="592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3772"/>
                  </a:lnTo>
                  <a:cubicBezTo>
                    <a:pt x="0" y="3846"/>
                    <a:pt x="37" y="3956"/>
                    <a:pt x="74" y="3993"/>
                  </a:cubicBezTo>
                  <a:cubicBezTo>
                    <a:pt x="148" y="4067"/>
                    <a:pt x="222" y="4104"/>
                    <a:pt x="296" y="4104"/>
                  </a:cubicBezTo>
                  <a:lnTo>
                    <a:pt x="7061" y="4104"/>
                  </a:lnTo>
                  <a:cubicBezTo>
                    <a:pt x="7135" y="4104"/>
                    <a:pt x="7209" y="4067"/>
                    <a:pt x="7283" y="3993"/>
                  </a:cubicBezTo>
                  <a:cubicBezTo>
                    <a:pt x="7320" y="3956"/>
                    <a:pt x="7357" y="3883"/>
                    <a:pt x="7357" y="3772"/>
                  </a:cubicBezTo>
                  <a:lnTo>
                    <a:pt x="7357" y="296"/>
                  </a:lnTo>
                  <a:cubicBezTo>
                    <a:pt x="7357" y="222"/>
                    <a:pt x="7320" y="148"/>
                    <a:pt x="7283" y="75"/>
                  </a:cubicBezTo>
                  <a:cubicBezTo>
                    <a:pt x="7209" y="38"/>
                    <a:pt x="7135" y="1"/>
                    <a:pt x="70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4762;p64">
              <a:extLst>
                <a:ext uri="{FF2B5EF4-FFF2-40B4-BE49-F238E27FC236}">
                  <a16:creationId xmlns:a16="http://schemas.microsoft.com/office/drawing/2014/main" id="{D8EE71A7-1422-C7FF-864C-3C87F618325A}"/>
                </a:ext>
              </a:extLst>
            </p:cNvPr>
            <p:cNvSpPr/>
            <p:nvPr/>
          </p:nvSpPr>
          <p:spPr>
            <a:xfrm>
              <a:off x="3376050" y="3036800"/>
              <a:ext cx="949250" cy="1256100"/>
            </a:xfrm>
            <a:custGeom>
              <a:avLst/>
              <a:gdLst/>
              <a:ahLst/>
              <a:cxnLst/>
              <a:rect l="l" t="t" r="r" b="b"/>
              <a:pathLst>
                <a:path w="37970" h="50244" extrusionOk="0">
                  <a:moveTo>
                    <a:pt x="7875" y="0"/>
                  </a:moveTo>
                  <a:cubicBezTo>
                    <a:pt x="5250" y="0"/>
                    <a:pt x="3143" y="2108"/>
                    <a:pt x="3143" y="4696"/>
                  </a:cubicBezTo>
                  <a:lnTo>
                    <a:pt x="0" y="44587"/>
                  </a:lnTo>
                  <a:cubicBezTo>
                    <a:pt x="0" y="47730"/>
                    <a:pt x="2514" y="50244"/>
                    <a:pt x="5620" y="50244"/>
                  </a:cubicBezTo>
                  <a:lnTo>
                    <a:pt x="32313" y="50244"/>
                  </a:lnTo>
                  <a:cubicBezTo>
                    <a:pt x="35418" y="50244"/>
                    <a:pt x="37969" y="47730"/>
                    <a:pt x="37969" y="44587"/>
                  </a:cubicBezTo>
                  <a:lnTo>
                    <a:pt x="34790" y="4696"/>
                  </a:lnTo>
                  <a:cubicBezTo>
                    <a:pt x="34790" y="2108"/>
                    <a:pt x="32682" y="0"/>
                    <a:pt x="3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4763;p64">
              <a:extLst>
                <a:ext uri="{FF2B5EF4-FFF2-40B4-BE49-F238E27FC236}">
                  <a16:creationId xmlns:a16="http://schemas.microsoft.com/office/drawing/2014/main" id="{23918DDE-E2BE-45B5-131B-9C82358C75E4}"/>
                </a:ext>
              </a:extLst>
            </p:cNvPr>
            <p:cNvSpPr/>
            <p:nvPr/>
          </p:nvSpPr>
          <p:spPr>
            <a:xfrm>
              <a:off x="3367725" y="3029400"/>
              <a:ext cx="964950" cy="1271825"/>
            </a:xfrm>
            <a:custGeom>
              <a:avLst/>
              <a:gdLst/>
              <a:ahLst/>
              <a:cxnLst/>
              <a:rect l="l" t="t" r="r" b="b"/>
              <a:pathLst>
                <a:path w="38598" h="50873" extrusionOk="0">
                  <a:moveTo>
                    <a:pt x="30427" y="592"/>
                  </a:moveTo>
                  <a:cubicBezTo>
                    <a:pt x="31647" y="629"/>
                    <a:pt x="32757" y="1110"/>
                    <a:pt x="33533" y="1886"/>
                  </a:cubicBezTo>
                  <a:cubicBezTo>
                    <a:pt x="34346" y="2699"/>
                    <a:pt x="34827" y="3809"/>
                    <a:pt x="34827" y="4992"/>
                  </a:cubicBezTo>
                  <a:lnTo>
                    <a:pt x="34827" y="5029"/>
                  </a:lnTo>
                  <a:lnTo>
                    <a:pt x="38006" y="44918"/>
                  </a:lnTo>
                  <a:lnTo>
                    <a:pt x="38006" y="44918"/>
                  </a:lnTo>
                  <a:cubicBezTo>
                    <a:pt x="37996" y="46383"/>
                    <a:pt x="37370" y="47701"/>
                    <a:pt x="36417" y="48691"/>
                  </a:cubicBezTo>
                  <a:cubicBezTo>
                    <a:pt x="35455" y="49652"/>
                    <a:pt x="34124" y="50244"/>
                    <a:pt x="32646" y="50244"/>
                  </a:cubicBezTo>
                  <a:lnTo>
                    <a:pt x="5953" y="50244"/>
                  </a:lnTo>
                  <a:cubicBezTo>
                    <a:pt x="4511" y="50244"/>
                    <a:pt x="3143" y="49652"/>
                    <a:pt x="2182" y="48691"/>
                  </a:cubicBezTo>
                  <a:cubicBezTo>
                    <a:pt x="1228" y="47701"/>
                    <a:pt x="639" y="46383"/>
                    <a:pt x="629" y="44919"/>
                  </a:cubicBezTo>
                  <a:lnTo>
                    <a:pt x="629" y="44919"/>
                  </a:lnTo>
                  <a:lnTo>
                    <a:pt x="3809" y="5029"/>
                  </a:lnTo>
                  <a:lnTo>
                    <a:pt x="3809" y="4992"/>
                  </a:lnTo>
                  <a:cubicBezTo>
                    <a:pt x="3809" y="3809"/>
                    <a:pt x="4289" y="2699"/>
                    <a:pt x="5066" y="1886"/>
                  </a:cubicBezTo>
                  <a:cubicBezTo>
                    <a:pt x="5879" y="1110"/>
                    <a:pt x="6988" y="629"/>
                    <a:pt x="8208" y="592"/>
                  </a:cubicBezTo>
                  <a:close/>
                  <a:moveTo>
                    <a:pt x="8208" y="1"/>
                  </a:moveTo>
                  <a:cubicBezTo>
                    <a:pt x="5435" y="1"/>
                    <a:pt x="3180" y="2256"/>
                    <a:pt x="3180" y="4992"/>
                  </a:cubicBezTo>
                  <a:lnTo>
                    <a:pt x="1" y="44883"/>
                  </a:lnTo>
                  <a:cubicBezTo>
                    <a:pt x="1" y="48173"/>
                    <a:pt x="2662" y="50872"/>
                    <a:pt x="5953" y="50872"/>
                  </a:cubicBezTo>
                  <a:lnTo>
                    <a:pt x="32646" y="50872"/>
                  </a:lnTo>
                  <a:cubicBezTo>
                    <a:pt x="35936" y="50872"/>
                    <a:pt x="38598" y="48173"/>
                    <a:pt x="38598" y="44883"/>
                  </a:cubicBezTo>
                  <a:lnTo>
                    <a:pt x="35455" y="4992"/>
                  </a:lnTo>
                  <a:cubicBezTo>
                    <a:pt x="35455" y="2256"/>
                    <a:pt x="33200" y="1"/>
                    <a:pt x="3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4764;p64">
              <a:extLst>
                <a:ext uri="{FF2B5EF4-FFF2-40B4-BE49-F238E27FC236}">
                  <a16:creationId xmlns:a16="http://schemas.microsoft.com/office/drawing/2014/main" id="{F7F4A56F-4459-0DBC-83ED-7DECCB68D339}"/>
                </a:ext>
              </a:extLst>
            </p:cNvPr>
            <p:cNvSpPr/>
            <p:nvPr/>
          </p:nvSpPr>
          <p:spPr>
            <a:xfrm>
              <a:off x="3376050" y="3089475"/>
              <a:ext cx="949250" cy="1256100"/>
            </a:xfrm>
            <a:custGeom>
              <a:avLst/>
              <a:gdLst/>
              <a:ahLst/>
              <a:cxnLst/>
              <a:rect l="l" t="t" r="r" b="b"/>
              <a:pathLst>
                <a:path w="37970" h="50244" extrusionOk="0">
                  <a:moveTo>
                    <a:pt x="7875" y="1"/>
                  </a:moveTo>
                  <a:cubicBezTo>
                    <a:pt x="5250" y="1"/>
                    <a:pt x="3143" y="2108"/>
                    <a:pt x="3143" y="4696"/>
                  </a:cubicBezTo>
                  <a:lnTo>
                    <a:pt x="0" y="44587"/>
                  </a:lnTo>
                  <a:cubicBezTo>
                    <a:pt x="0" y="47730"/>
                    <a:pt x="2514" y="50244"/>
                    <a:pt x="5620" y="50244"/>
                  </a:cubicBezTo>
                  <a:lnTo>
                    <a:pt x="32313" y="50244"/>
                  </a:lnTo>
                  <a:cubicBezTo>
                    <a:pt x="35418" y="50244"/>
                    <a:pt x="37969" y="47730"/>
                    <a:pt x="37969" y="44587"/>
                  </a:cubicBezTo>
                  <a:lnTo>
                    <a:pt x="34790" y="4696"/>
                  </a:lnTo>
                  <a:cubicBezTo>
                    <a:pt x="34790" y="2108"/>
                    <a:pt x="32682" y="1"/>
                    <a:pt x="300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4765;p64">
              <a:extLst>
                <a:ext uri="{FF2B5EF4-FFF2-40B4-BE49-F238E27FC236}">
                  <a16:creationId xmlns:a16="http://schemas.microsoft.com/office/drawing/2014/main" id="{DA9AD32D-A012-BE80-644E-CB86F30F3A13}"/>
                </a:ext>
              </a:extLst>
            </p:cNvPr>
            <p:cNvSpPr/>
            <p:nvPr/>
          </p:nvSpPr>
          <p:spPr>
            <a:xfrm>
              <a:off x="3367725" y="3082075"/>
              <a:ext cx="964950" cy="1270900"/>
            </a:xfrm>
            <a:custGeom>
              <a:avLst/>
              <a:gdLst/>
              <a:ahLst/>
              <a:cxnLst/>
              <a:rect l="l" t="t" r="r" b="b"/>
              <a:pathLst>
                <a:path w="38598" h="50836" extrusionOk="0">
                  <a:moveTo>
                    <a:pt x="30427" y="592"/>
                  </a:moveTo>
                  <a:cubicBezTo>
                    <a:pt x="31647" y="592"/>
                    <a:pt x="32757" y="1110"/>
                    <a:pt x="33533" y="1886"/>
                  </a:cubicBezTo>
                  <a:cubicBezTo>
                    <a:pt x="34346" y="2700"/>
                    <a:pt x="34827" y="3772"/>
                    <a:pt x="34827" y="4992"/>
                  </a:cubicBezTo>
                  <a:lnTo>
                    <a:pt x="34827" y="5029"/>
                  </a:lnTo>
                  <a:lnTo>
                    <a:pt x="38006" y="44919"/>
                  </a:lnTo>
                  <a:lnTo>
                    <a:pt x="38006" y="44919"/>
                  </a:lnTo>
                  <a:cubicBezTo>
                    <a:pt x="37996" y="46383"/>
                    <a:pt x="37370" y="47701"/>
                    <a:pt x="36417" y="48654"/>
                  </a:cubicBezTo>
                  <a:cubicBezTo>
                    <a:pt x="35455" y="49616"/>
                    <a:pt x="34124" y="50244"/>
                    <a:pt x="32646" y="50244"/>
                  </a:cubicBezTo>
                  <a:lnTo>
                    <a:pt x="5953" y="50244"/>
                  </a:lnTo>
                  <a:cubicBezTo>
                    <a:pt x="4511" y="50244"/>
                    <a:pt x="3143" y="49616"/>
                    <a:pt x="2182" y="48654"/>
                  </a:cubicBezTo>
                  <a:cubicBezTo>
                    <a:pt x="1228" y="47701"/>
                    <a:pt x="639" y="46383"/>
                    <a:pt x="629" y="44919"/>
                  </a:cubicBezTo>
                  <a:lnTo>
                    <a:pt x="629" y="44919"/>
                  </a:lnTo>
                  <a:lnTo>
                    <a:pt x="3809" y="5029"/>
                  </a:lnTo>
                  <a:lnTo>
                    <a:pt x="3809" y="4992"/>
                  </a:lnTo>
                  <a:cubicBezTo>
                    <a:pt x="3809" y="3772"/>
                    <a:pt x="4289" y="2700"/>
                    <a:pt x="5066" y="1886"/>
                  </a:cubicBezTo>
                  <a:cubicBezTo>
                    <a:pt x="5879" y="1110"/>
                    <a:pt x="6988" y="592"/>
                    <a:pt x="8208" y="592"/>
                  </a:cubicBezTo>
                  <a:close/>
                  <a:moveTo>
                    <a:pt x="8208" y="1"/>
                  </a:moveTo>
                  <a:cubicBezTo>
                    <a:pt x="5435" y="1"/>
                    <a:pt x="3180" y="2219"/>
                    <a:pt x="3180" y="4992"/>
                  </a:cubicBezTo>
                  <a:lnTo>
                    <a:pt x="1" y="44883"/>
                  </a:lnTo>
                  <a:cubicBezTo>
                    <a:pt x="1" y="48174"/>
                    <a:pt x="2662" y="50836"/>
                    <a:pt x="5953" y="50836"/>
                  </a:cubicBezTo>
                  <a:lnTo>
                    <a:pt x="32646" y="50836"/>
                  </a:lnTo>
                  <a:cubicBezTo>
                    <a:pt x="35936" y="50836"/>
                    <a:pt x="38598" y="48174"/>
                    <a:pt x="38598" y="44883"/>
                  </a:cubicBezTo>
                  <a:lnTo>
                    <a:pt x="35455" y="4992"/>
                  </a:lnTo>
                  <a:cubicBezTo>
                    <a:pt x="35455" y="2219"/>
                    <a:pt x="33200" y="1"/>
                    <a:pt x="3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AB8FDC"/>
      </a:accent1>
      <a:accent2>
        <a:srgbClr val="C7BAFC"/>
      </a:accent2>
      <a:accent3>
        <a:srgbClr val="E4D8FF"/>
      </a:accent3>
      <a:accent4>
        <a:srgbClr val="BEBEBE"/>
      </a:accent4>
      <a:accent5>
        <a:srgbClr val="20004D"/>
      </a:accent5>
      <a:accent6>
        <a:srgbClr val="9E9E9E"/>
      </a:accent6>
      <a:hlink>
        <a:srgbClr val="AB8FD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274</Words>
  <Application>Microsoft Office PowerPoint</Application>
  <PresentationFormat>On-screen Show (16:9)</PresentationFormat>
  <Paragraphs>92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Fjalla One</vt:lpstr>
      <vt:lpstr>Barlow Semi Condensed Medium</vt:lpstr>
      <vt:lpstr>Times New Roman</vt:lpstr>
      <vt:lpstr>Barlow Semi Condensed</vt:lpstr>
      <vt:lpstr>Barlow Semi Condensed Light</vt:lpstr>
      <vt:lpstr>Technology Consulting by Slidesgo</vt:lpstr>
      <vt:lpstr>ОНЛАЙН ПЛАТФОРМА ЗА РЕЗЕРВАЦИИ В ЗАВЕДЕНИЕ</vt:lpstr>
      <vt:lpstr>Съдържание</vt:lpstr>
      <vt:lpstr>Защо това?</vt:lpstr>
      <vt:lpstr>PowerPoint Presentation</vt:lpstr>
      <vt:lpstr>Технологиите</vt:lpstr>
      <vt:lpstr>Технологиите</vt:lpstr>
      <vt:lpstr>PowerPoint Presentation</vt:lpstr>
      <vt:lpstr>Среди за разработка</vt:lpstr>
      <vt:lpstr>— Стийв Балмър</vt:lpstr>
      <vt:lpstr>В действие</vt:lpstr>
      <vt:lpstr>PowerPoint Presentation</vt:lpstr>
      <vt:lpstr>Базата данни </vt:lpstr>
      <vt:lpstr>Предимствата</vt:lpstr>
      <vt:lpstr>Подобрения</vt:lpstr>
      <vt:lpstr>PowerPoint Presentation</vt:lpstr>
      <vt:lpstr>Цели</vt:lpstr>
      <vt:lpstr>Благодаря!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ОНЛАЙН ПЛАТФОРМА ЗА РЕЗЕРВАЦИИ В ЗАВЕДЕНИЕ</dc:title>
  <cp:lastModifiedBy>Ivan Hristov</cp:lastModifiedBy>
  <cp:revision>1</cp:revision>
  <dcterms:modified xsi:type="dcterms:W3CDTF">2023-05-25T12:10:56Z</dcterms:modified>
</cp:coreProperties>
</file>